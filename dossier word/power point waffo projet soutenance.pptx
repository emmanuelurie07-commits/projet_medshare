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2"/>
  </p:notesMasterIdLst>
  <p:sldIdLst>
    <p:sldId id="256" r:id="rId2"/>
    <p:sldId id="261" r:id="rId3"/>
    <p:sldId id="655" r:id="rId4"/>
    <p:sldId id="670" r:id="rId5"/>
    <p:sldId id="672" r:id="rId6"/>
    <p:sldId id="289" r:id="rId7"/>
    <p:sldId id="673" r:id="rId8"/>
    <p:sldId id="675" r:id="rId9"/>
    <p:sldId id="677" r:id="rId10"/>
    <p:sldId id="678" r:id="rId11"/>
    <p:sldId id="656" r:id="rId12"/>
    <p:sldId id="657" r:id="rId13"/>
    <p:sldId id="658" r:id="rId14"/>
    <p:sldId id="659" r:id="rId15"/>
    <p:sldId id="660" r:id="rId16"/>
    <p:sldId id="687" r:id="rId17"/>
    <p:sldId id="662" r:id="rId18"/>
    <p:sldId id="688" r:id="rId19"/>
    <p:sldId id="661" r:id="rId20"/>
    <p:sldId id="690" r:id="rId21"/>
    <p:sldId id="666" r:id="rId22"/>
    <p:sldId id="679" r:id="rId23"/>
    <p:sldId id="668" r:id="rId24"/>
    <p:sldId id="674" r:id="rId25"/>
    <p:sldId id="680" r:id="rId26"/>
    <p:sldId id="682" r:id="rId27"/>
    <p:sldId id="683" r:id="rId28"/>
    <p:sldId id="686" r:id="rId29"/>
    <p:sldId id="684" r:id="rId30"/>
    <p:sldId id="685" r:id="rId31"/>
  </p:sldIdLst>
  <p:sldSz cx="12192000" cy="6858000"/>
  <p:notesSz cx="6858000" cy="9144000"/>
  <p:custShowLst>
    <p:custShow name="Diaporama personnalisé 1" id="0">
      <p:sldLst>
        <p:sld r:id="rId2"/>
        <p:sld r:id="rId3"/>
        <p:sld r:id="rId4"/>
        <p:sld r:id="rId5"/>
        <p:sld r:id="rId6"/>
        <p:sld r:id="rId8"/>
        <p:sld r:id="rId9"/>
        <p:sld r:id="rId10"/>
        <p:sld r:id="rId11"/>
        <p:sld r:id="rId12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brice-boresse TEMGOUA" initials="FT" lastIdx="1" clrIdx="0">
    <p:extLst>
      <p:ext uri="{19B8F6BF-5375-455C-9EA6-DF929625EA0E}">
        <p15:presenceInfo xmlns:p15="http://schemas.microsoft.com/office/powerpoint/2012/main" userId="f51443ee996c61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B050"/>
    <a:srgbClr val="1482AC"/>
    <a:srgbClr val="074D67"/>
    <a:srgbClr val="FF6699"/>
    <a:srgbClr val="70A1C0"/>
    <a:srgbClr val="C00000"/>
    <a:srgbClr val="CB1B4A"/>
    <a:srgbClr val="335B74"/>
    <a:srgbClr val="540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0182" autoAdjust="0"/>
  </p:normalViewPr>
  <p:slideViewPr>
    <p:cSldViewPr snapToGrid="0">
      <p:cViewPr varScale="1">
        <p:scale>
          <a:sx n="78" d="100"/>
          <a:sy n="78" d="100"/>
        </p:scale>
        <p:origin x="7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89040-4373-4AC1-A829-EA906514D1B4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5931B-AF1A-4A6E-A7BC-6336F82014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22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Merci </a:t>
            </a:r>
            <a:r>
              <a:rPr lang="fr-CA" dirty="0" smtClean="0"/>
              <a:t>Mr </a:t>
            </a:r>
            <a:r>
              <a:rPr lang="fr-CA" dirty="0"/>
              <a:t>le </a:t>
            </a:r>
            <a:r>
              <a:rPr lang="fr-CA" dirty="0" smtClean="0"/>
              <a:t>président </a:t>
            </a:r>
            <a:r>
              <a:rPr lang="fr-CA" dirty="0"/>
              <a:t>du jurie de m</a:t>
            </a:r>
            <a:r>
              <a:rPr lang="en-US" dirty="0" smtClean="0"/>
              <a:t>’</a:t>
            </a:r>
            <a:r>
              <a:rPr lang="en-US" dirty="0" err="1" smtClean="0"/>
              <a:t>avoir</a:t>
            </a:r>
            <a:r>
              <a:rPr lang="en-US" dirty="0" smtClean="0"/>
              <a:t> </a:t>
            </a:r>
            <a:r>
              <a:rPr lang="en-US" dirty="0"/>
              <a:t>passer la parole </a:t>
            </a:r>
          </a:p>
          <a:p>
            <a:r>
              <a:rPr lang="en-US" b="1" dirty="0"/>
              <a:t>Chers </a:t>
            </a:r>
            <a:r>
              <a:rPr lang="en-US" b="1" dirty="0" smtClean="0"/>
              <a:t>membre </a:t>
            </a:r>
            <a:r>
              <a:rPr lang="en-US" b="1" dirty="0"/>
              <a:t>du </a:t>
            </a:r>
            <a:r>
              <a:rPr lang="en-US" b="1" baseline="0" dirty="0" smtClean="0"/>
              <a:t>jury</a:t>
            </a:r>
            <a:endParaRPr lang="en-US" b="1" dirty="0"/>
          </a:p>
          <a:p>
            <a:r>
              <a:rPr lang="en-US" b="1" dirty="0"/>
              <a:t>Cher parent</a:t>
            </a:r>
          </a:p>
          <a:p>
            <a:r>
              <a:rPr lang="en-US" dirty="0"/>
              <a:t>honorable </a:t>
            </a:r>
            <a:r>
              <a:rPr lang="en-US" dirty="0" err="1" smtClean="0"/>
              <a:t>invité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b="1" dirty="0"/>
              <a:t>bonjour!!!!!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5931B-AF1A-4A6E-A7BC-6336F82014F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616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baseline="0" dirty="0" smtClean="0"/>
              <a:t>Et merci d’etre presents aujourd’hui pour assister à la soutenance de notre rapport de stage, ici à l’institute African d’Informatique,centre d’excellence technologique PAUL BIYA . Je me </a:t>
            </a:r>
            <a:r>
              <a:rPr lang="en-US" b="0" baseline="0" dirty="0" err="1" smtClean="0"/>
              <a:t>nomme</a:t>
            </a:r>
            <a:r>
              <a:rPr lang="en-US" b="0" baseline="0" dirty="0" smtClean="0"/>
              <a:t> </a:t>
            </a:r>
            <a:r>
              <a:rPr lang="en-US" b="0" baseline="0" dirty="0" err="1" smtClean="0"/>
              <a:t>Tchuikeuseu</a:t>
            </a:r>
            <a:r>
              <a:rPr lang="en-US" b="0" baseline="0" dirty="0" smtClean="0"/>
              <a:t> Emmanuel Urie, étudiant en 2eme année option SR .C’est </a:t>
            </a:r>
            <a:r>
              <a:rPr lang="en-US" b="0" baseline="0" dirty="0"/>
              <a:t>en vue de l’obtention de notre DTS que </a:t>
            </a:r>
            <a:r>
              <a:rPr lang="en-US" b="0" baseline="0" dirty="0" smtClean="0"/>
              <a:t>nous </a:t>
            </a:r>
            <a:r>
              <a:rPr lang="en-US" b="0" baseline="0" dirty="0"/>
              <a:t>avons effectuer un stage </a:t>
            </a:r>
            <a:r>
              <a:rPr lang="en-US" b="0" baseline="0" dirty="0" smtClean="0"/>
              <a:t>académique </a:t>
            </a:r>
            <a:r>
              <a:rPr lang="en-US" b="0" baseline="0" dirty="0"/>
              <a:t>d’une </a:t>
            </a:r>
            <a:r>
              <a:rPr lang="en-US" b="0" baseline="0" dirty="0" smtClean="0"/>
              <a:t>durée </a:t>
            </a:r>
            <a:r>
              <a:rPr lang="en-US" b="0" baseline="0" dirty="0"/>
              <a:t>de </a:t>
            </a:r>
            <a:r>
              <a:rPr lang="en-US" b="0" baseline="0" dirty="0" smtClean="0"/>
              <a:t>3 mois </a:t>
            </a:r>
            <a:r>
              <a:rPr lang="en-US" b="0" baseline="0" dirty="0"/>
              <a:t>aux sein de </a:t>
            </a:r>
            <a:r>
              <a:rPr lang="en-US" b="0" baseline="0" dirty="0" smtClean="0"/>
              <a:t>la structure TECH TEMPLE IT SOLUTIONS SERVICES </a:t>
            </a:r>
            <a:r>
              <a:rPr lang="en-US" b="0" baseline="0" dirty="0" err="1" smtClean="0"/>
              <a:t>spécialisée</a:t>
            </a:r>
            <a:r>
              <a:rPr lang="en-US" b="0" baseline="0" dirty="0" smtClean="0"/>
              <a:t> </a:t>
            </a:r>
            <a:r>
              <a:rPr lang="en-US" b="0" baseline="0" dirty="0" err="1" smtClean="0"/>
              <a:t>dans</a:t>
            </a:r>
            <a:r>
              <a:rPr lang="en-US" b="0" baseline="0" dirty="0" smtClean="0"/>
              <a:t> a prestations des services numériques. D’ou le </a:t>
            </a:r>
            <a:endParaRPr lang="en-US" b="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fr-FR" sz="1200" b="1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2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</a:t>
            </a:r>
            <a:r>
              <a:rPr lang="fr-FR" sz="1200" b="1" baseline="0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REALISATION </a:t>
            </a:r>
            <a:r>
              <a:rPr lang="fr-FR" sz="12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D’UNE </a:t>
            </a:r>
            <a:r>
              <a:rPr lang="fr-FR" sz="1200" b="1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PLATEFORME </a:t>
            </a:r>
            <a:r>
              <a:rPr lang="fr-FR" sz="12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1200" b="1" baseline="0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GESTION DES</a:t>
            </a:r>
            <a:r>
              <a:rPr lang="fr-FR" sz="12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LIVRAISONS : </a:t>
            </a:r>
            <a:r>
              <a:rPr lang="fr-FR" sz="1200" b="1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</a:t>
            </a:r>
            <a:r>
              <a:rPr lang="fr-FR" sz="12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D’ETUDE CHEZ</a:t>
            </a:r>
            <a:r>
              <a:rPr lang="fr-FR" sz="1200" b="1" baseline="0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TRANSKAM ma été sollicité. </a:t>
            </a:r>
            <a:endParaRPr lang="fr-FR" sz="1200" b="1" dirty="0">
              <a:ln w="9525" cmpd="sng">
                <a:noFill/>
                <a:prstDash val="solid"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baseline="0" dirty="0" smtClean="0"/>
              <a:t>Pour mener </a:t>
            </a:r>
            <a:r>
              <a:rPr lang="en-US" b="0" baseline="0" dirty="0"/>
              <a:t>a bien ce stage nous avons beneficier de l’encadrement academique de </a:t>
            </a:r>
            <a:r>
              <a:rPr lang="en-US" b="1" baseline="0" dirty="0"/>
              <a:t>Mme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 NDOUM BIHOLONG Nadine Agnès</a:t>
            </a:r>
            <a:r>
              <a:rPr lang="en-US" b="1" baseline="0" dirty="0" smtClean="0"/>
              <a:t> </a:t>
            </a:r>
            <a:r>
              <a:rPr lang="en-US" b="1" baseline="0" dirty="0"/>
              <a:t>et de l’encadrement professional de </a:t>
            </a:r>
            <a:r>
              <a:rPr lang="en-US" b="1" baseline="0" dirty="0" err="1"/>
              <a:t>Mr</a:t>
            </a:r>
            <a:r>
              <a:rPr lang="en-US" b="1" baseline="0" dirty="0"/>
              <a:t>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SANAMA Léopold Armel </a:t>
            </a:r>
            <a:r>
              <a:rPr lang="en-US" sz="1200" b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projet n’a par été Sans difficultés, mais chaque obstacle a constitué pour moi une opportunité d’apprentissage.</a:t>
            </a:r>
            <a:endParaRPr lang="en-US" b="1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5931B-AF1A-4A6E-A7BC-6336F82014F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92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Chers memebres du jury, permettez nous a present  </a:t>
            </a:r>
            <a:r>
              <a:rPr lang="en-US" baseline="0" dirty="0"/>
              <a:t>de vous presenter le plan </a:t>
            </a:r>
            <a:r>
              <a:rPr lang="en-US" baseline="0" dirty="0" smtClean="0"/>
              <a:t>qui guidera notre soutenance et vous donnera une vue d’ensemble du travail réalisé.</a:t>
            </a:r>
            <a:endParaRPr lang="en-US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94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</a:t>
            </a:r>
            <a:r>
              <a:rPr lang="en-US" baseline="0" dirty="0"/>
              <a:t> introduction </a:t>
            </a:r>
            <a:r>
              <a:rPr lang="en-US" baseline="0" dirty="0" smtClean="0"/>
              <a:t>:Le secteur du transport et de la logistique des marchandises au cameroun repose souvent sur des processus manuels 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898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Comme</a:t>
            </a:r>
            <a:r>
              <a:rPr lang="en-US" dirty="0"/>
              <a:t> </a:t>
            </a:r>
            <a:r>
              <a:rPr lang="en-US" dirty="0" err="1"/>
              <a:t>Methologie</a:t>
            </a:r>
            <a:r>
              <a:rPr lang="en-US" dirty="0"/>
              <a:t> nous utilize :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366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5931B-AF1A-4A6E-A7BC-6336F82014F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029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D’ou</a:t>
            </a:r>
            <a:r>
              <a:rPr lang="en-US" baseline="0" dirty="0"/>
              <a:t> nous vient cette id</a:t>
            </a:r>
            <a:r>
              <a:rPr lang="fr-FR" baseline="0" dirty="0"/>
              <a:t>é</a:t>
            </a:r>
            <a:r>
              <a:rPr lang="en-US" baseline="0" dirty="0"/>
              <a:t>e de realiser une pareille plateforme ?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15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Comme</a:t>
            </a:r>
            <a:r>
              <a:rPr lang="fr-CA" baseline="0" dirty="0"/>
              <a:t> on la si bien dit </a:t>
            </a:r>
            <a:r>
              <a:rPr lang="fr-CA" baseline="0" dirty="0" smtClean="0"/>
              <a:t>dès </a:t>
            </a:r>
            <a:r>
              <a:rPr lang="fr-CA" baseline="0" dirty="0"/>
              <a:t>le </a:t>
            </a:r>
            <a:r>
              <a:rPr lang="fr-CA" baseline="0" dirty="0" smtClean="0"/>
              <a:t>depart le problème du transport et de la logistique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598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30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553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</a:t>
            </a:r>
            <a:r>
              <a:rPr lang="en-US" baseline="0" dirty="0"/>
              <a:t> </a:t>
            </a:r>
            <a:r>
              <a:rPr lang="en-US" baseline="0" dirty="0" err="1"/>
              <a:t>metodologie</a:t>
            </a:r>
            <a:r>
              <a:rPr lang="en-US" baseline="0" dirty="0"/>
              <a:t> est </a:t>
            </a:r>
            <a:r>
              <a:rPr lang="en-US" baseline="0" dirty="0" err="1"/>
              <a:t>celle</a:t>
            </a:r>
            <a:r>
              <a:rPr lang="en-US" baseline="0" dirty="0"/>
              <a:t> a la quelle nous </a:t>
            </a:r>
            <a:r>
              <a:rPr lang="en-US" baseline="0" dirty="0" err="1"/>
              <a:t>presenterons</a:t>
            </a:r>
            <a:r>
              <a:rPr lang="en-US" baseline="0" dirty="0"/>
              <a:t> </a:t>
            </a:r>
            <a:r>
              <a:rPr lang="en-US" baseline="0" dirty="0" err="1"/>
              <a:t>l’analyse</a:t>
            </a:r>
            <a:r>
              <a:rPr lang="en-US" baseline="0" dirty="0"/>
              <a:t> la conception et la realisation de </a:t>
            </a:r>
            <a:r>
              <a:rPr lang="en-US" baseline="0" dirty="0" err="1"/>
              <a:t>nos</a:t>
            </a:r>
            <a:r>
              <a:rPr lang="en-US" baseline="0" dirty="0"/>
              <a:t> plateforme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558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langage</a:t>
            </a:r>
            <a:r>
              <a:rPr lang="en-US" dirty="0"/>
              <a:t> de </a:t>
            </a:r>
            <a:r>
              <a:rPr lang="en-US" dirty="0" err="1"/>
              <a:t>modilisation</a:t>
            </a:r>
            <a:r>
              <a:rPr lang="en-US" dirty="0"/>
              <a:t>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choisi</a:t>
            </a:r>
            <a:r>
              <a:rPr lang="en-US" baseline="0" dirty="0"/>
              <a:t> </a:t>
            </a:r>
            <a:r>
              <a:rPr lang="en-US" dirty="0" err="1"/>
              <a:t>est</a:t>
            </a:r>
            <a:r>
              <a:rPr lang="en-US" dirty="0"/>
              <a:t>  UML (Unified Modeling Language) avec</a:t>
            </a:r>
            <a:r>
              <a:rPr lang="en-US" baseline="0" dirty="0"/>
              <a:t> </a:t>
            </a:r>
            <a:r>
              <a:rPr lang="en-US" baseline="0" dirty="0" err="1"/>
              <a:t>sa</a:t>
            </a:r>
            <a:r>
              <a:rPr lang="en-US" baseline="0" dirty="0"/>
              <a:t> </a:t>
            </a:r>
            <a:r>
              <a:rPr lang="en-US" baseline="0" dirty="0" err="1"/>
              <a:t>ve</a:t>
            </a:r>
            <a:r>
              <a:rPr lang="en-US" dirty="0" err="1"/>
              <a:t>par</a:t>
            </a:r>
            <a:r>
              <a:rPr lang="en-US" dirty="0"/>
              <a:t> de </a:t>
            </a:r>
            <a:r>
              <a:rPr lang="en-US" dirty="0" err="1"/>
              <a:t>nombre</a:t>
            </a:r>
            <a:r>
              <a:rPr lang="en-US" baseline="0" dirty="0"/>
              <a:t> offer, </a:t>
            </a:r>
            <a:r>
              <a:rPr lang="fr-FR" baseline="0" dirty="0"/>
              <a:t>car non seulement elle 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err="1"/>
              <a:t>Oriente</a:t>
            </a:r>
            <a:r>
              <a:rPr lang="en-US" baseline="0" dirty="0"/>
              <a:t> objet de part son diagramme de </a:t>
            </a:r>
            <a:r>
              <a:rPr lang="en-US" baseline="0" dirty="0" err="1"/>
              <a:t>classe</a:t>
            </a:r>
            <a:r>
              <a:rPr lang="en-US" baseline="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Elle </a:t>
            </a:r>
            <a:r>
              <a:rPr lang="en-US" baseline="0" dirty="0" err="1"/>
              <a:t>est</a:t>
            </a:r>
            <a:r>
              <a:rPr lang="en-US" baseline="0" dirty="0"/>
              <a:t> normalize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Elle a un support de communication performant de par </a:t>
            </a:r>
            <a:r>
              <a:rPr lang="en-US" baseline="0" dirty="0" err="1"/>
              <a:t>ses</a:t>
            </a:r>
            <a:r>
              <a:rPr lang="en-US" baseline="0" dirty="0"/>
              <a:t> </a:t>
            </a:r>
            <a:r>
              <a:rPr lang="en-US" baseline="0" dirty="0" err="1"/>
              <a:t>diagrammes</a:t>
            </a:r>
            <a:endParaRPr lang="en-US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034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</a:t>
            </a:r>
            <a:r>
              <a:rPr lang="en-US" baseline="0" dirty="0"/>
              <a:t> </a:t>
            </a:r>
            <a:r>
              <a:rPr lang="en-US" baseline="0" dirty="0" err="1"/>
              <a:t>accompagner</a:t>
            </a:r>
            <a:r>
              <a:rPr lang="en-US" baseline="0" dirty="0"/>
              <a:t> notre language de </a:t>
            </a:r>
            <a:r>
              <a:rPr lang="en-US" baseline="0" dirty="0" err="1"/>
              <a:t>modelisation</a:t>
            </a:r>
            <a:r>
              <a:rPr lang="en-US" baseline="0" dirty="0"/>
              <a:t> dans le projet nous </a:t>
            </a:r>
            <a:r>
              <a:rPr lang="en-US" baseline="0" dirty="0" err="1"/>
              <a:t>avon</a:t>
            </a:r>
            <a:r>
              <a:rPr lang="en-US" baseline="0" dirty="0"/>
              <a:t> </a:t>
            </a:r>
            <a:r>
              <a:rPr lang="en-US" baseline="0" dirty="0" err="1"/>
              <a:t>utilise</a:t>
            </a:r>
            <a:r>
              <a:rPr lang="en-US" baseline="0" dirty="0"/>
              <a:t> la methode de </a:t>
            </a:r>
            <a:r>
              <a:rPr lang="en-US" baseline="0" dirty="0" err="1"/>
              <a:t>gesion</a:t>
            </a:r>
            <a:r>
              <a:rPr lang="en-US" baseline="0" dirty="0"/>
              <a:t> de projet scrum</a:t>
            </a:r>
          </a:p>
          <a:p>
            <a:r>
              <a:rPr lang="en-US" baseline="0" dirty="0"/>
              <a:t>Qui a </a:t>
            </a:r>
            <a:r>
              <a:rPr lang="en-US" baseline="0" dirty="0" err="1"/>
              <a:t>comme</a:t>
            </a:r>
            <a:r>
              <a:rPr lang="en-US" baseline="0" dirty="0"/>
              <a:t> </a:t>
            </a:r>
            <a:r>
              <a:rPr lang="en-US" baseline="0" dirty="0" err="1"/>
              <a:t>particularite</a:t>
            </a:r>
            <a:r>
              <a:rPr lang="en-US" baseline="0" dirty="0"/>
              <a:t> </a:t>
            </a:r>
            <a:r>
              <a:rPr lang="en-US" baseline="0" dirty="0" err="1"/>
              <a:t>quelle</a:t>
            </a:r>
            <a:r>
              <a:rPr lang="en-US" baseline="0" dirty="0"/>
              <a:t> </a:t>
            </a:r>
            <a:r>
              <a:rPr lang="en-US" baseline="0" dirty="0" err="1"/>
              <a:t>est</a:t>
            </a:r>
            <a:r>
              <a:rPr lang="en-US" baseline="0" dirty="0"/>
              <a:t> iterative et </a:t>
            </a:r>
            <a:r>
              <a:rPr lang="en-US" baseline="0" dirty="0" err="1"/>
              <a:t>incrementall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440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avons essaye</a:t>
            </a:r>
            <a:r>
              <a:rPr lang="en-US" baseline="0" dirty="0"/>
              <a:t> de repartir les differents diagramme d’UML sur chaque branche comme present</a:t>
            </a:r>
            <a:r>
              <a:rPr lang="fr-FR" baseline="0" dirty="0"/>
              <a:t>é</a:t>
            </a:r>
            <a:r>
              <a:rPr lang="en-US" baseline="0" dirty="0"/>
              <a:t> dans la diapositive.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803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baseline="0" dirty="0"/>
              <a:t> une representation du diagramme de </a:t>
            </a:r>
            <a:r>
              <a:rPr lang="en-US" baseline="0" dirty="0" err="1"/>
              <a:t>cas</a:t>
            </a:r>
            <a:r>
              <a:rPr lang="en-US" baseline="0" dirty="0"/>
              <a:t> </a:t>
            </a:r>
            <a:r>
              <a:rPr lang="en-US" baseline="0" dirty="0" err="1"/>
              <a:t>d’utilisation</a:t>
            </a:r>
            <a:r>
              <a:rPr lang="en-US" baseline="0" dirty="0"/>
              <a:t> du future </a:t>
            </a:r>
            <a:r>
              <a:rPr lang="en-US" baseline="0" dirty="0" err="1"/>
              <a:t>systeme</a:t>
            </a:r>
            <a:r>
              <a:rPr lang="en-US" baseline="0" dirty="0"/>
              <a:t> </a:t>
            </a:r>
            <a:r>
              <a:rPr lang="en-US" baseline="0" dirty="0" err="1"/>
              <a:t>exposants</a:t>
            </a:r>
            <a:r>
              <a:rPr lang="en-US" baseline="0" dirty="0"/>
              <a:t> les differents </a:t>
            </a:r>
            <a:r>
              <a:rPr lang="en-US" baseline="0" dirty="0" err="1"/>
              <a:t>acteurs</a:t>
            </a:r>
            <a:r>
              <a:rPr lang="en-US" baseline="0" dirty="0"/>
              <a:t> et les </a:t>
            </a:r>
            <a:r>
              <a:rPr lang="en-US" baseline="0" dirty="0" err="1"/>
              <a:t>fonctionnalit</a:t>
            </a:r>
            <a:r>
              <a:rPr lang="fr-FR" baseline="0" dirty="0"/>
              <a:t>é</a:t>
            </a:r>
            <a:r>
              <a:rPr lang="en-US" baseline="0" dirty="0"/>
              <a:t>s li</a:t>
            </a:r>
            <a:r>
              <a:rPr lang="fr-FR" baseline="0" dirty="0"/>
              <a:t>é</a:t>
            </a:r>
            <a:r>
              <a:rPr lang="en-US" baseline="0" dirty="0" err="1"/>
              <a:t>es</a:t>
            </a:r>
            <a:r>
              <a:rPr lang="en-US" baseline="0" dirty="0"/>
              <a:t> a ces </a:t>
            </a:r>
            <a:r>
              <a:rPr lang="en-US" baseline="0" dirty="0" err="1"/>
              <a:t>derniers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614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baseline="0" dirty="0"/>
              <a:t> une representation du diagramme de </a:t>
            </a:r>
            <a:r>
              <a:rPr lang="en-US" baseline="0" dirty="0" err="1"/>
              <a:t>cas</a:t>
            </a:r>
            <a:r>
              <a:rPr lang="en-US" baseline="0" dirty="0"/>
              <a:t> </a:t>
            </a:r>
            <a:r>
              <a:rPr lang="en-US" baseline="0" dirty="0" err="1"/>
              <a:t>d’utilisation</a:t>
            </a:r>
            <a:r>
              <a:rPr lang="en-US" baseline="0" dirty="0"/>
              <a:t> du future </a:t>
            </a:r>
            <a:r>
              <a:rPr lang="en-US" baseline="0" dirty="0" err="1"/>
              <a:t>systeme</a:t>
            </a:r>
            <a:r>
              <a:rPr lang="en-US" baseline="0" dirty="0"/>
              <a:t> </a:t>
            </a:r>
            <a:r>
              <a:rPr lang="en-US" baseline="0" dirty="0" err="1"/>
              <a:t>exposants</a:t>
            </a:r>
            <a:r>
              <a:rPr lang="en-US" baseline="0" dirty="0"/>
              <a:t> les differents </a:t>
            </a:r>
            <a:r>
              <a:rPr lang="en-US" baseline="0" dirty="0" err="1"/>
              <a:t>acteurs</a:t>
            </a:r>
            <a:r>
              <a:rPr lang="en-US" baseline="0" dirty="0"/>
              <a:t> et les </a:t>
            </a:r>
            <a:r>
              <a:rPr lang="en-US" baseline="0" dirty="0" err="1"/>
              <a:t>fonctionnalit</a:t>
            </a:r>
            <a:r>
              <a:rPr lang="fr-FR" baseline="0" dirty="0"/>
              <a:t>é</a:t>
            </a:r>
            <a:r>
              <a:rPr lang="en-US" baseline="0" dirty="0"/>
              <a:t>s li</a:t>
            </a:r>
            <a:r>
              <a:rPr lang="fr-FR" baseline="0" dirty="0"/>
              <a:t>é</a:t>
            </a:r>
            <a:r>
              <a:rPr lang="en-US" baseline="0" dirty="0" err="1"/>
              <a:t>es</a:t>
            </a:r>
            <a:r>
              <a:rPr lang="en-US" baseline="0" dirty="0"/>
              <a:t> a ces </a:t>
            </a:r>
            <a:r>
              <a:rPr lang="en-US" baseline="0" dirty="0" err="1"/>
              <a:t>derniers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828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</a:t>
            </a:r>
            <a:r>
              <a:rPr lang="en-US" baseline="0" dirty="0"/>
              <a:t> </a:t>
            </a:r>
            <a:r>
              <a:rPr lang="en-US" baseline="0" dirty="0" err="1"/>
              <a:t>digramme</a:t>
            </a:r>
            <a:r>
              <a:rPr lang="en-US" baseline="0" dirty="0"/>
              <a:t> de sequences </a:t>
            </a:r>
            <a:r>
              <a:rPr lang="en-US" baseline="0" dirty="0" err="1"/>
              <a:t>decrit</a:t>
            </a:r>
            <a:r>
              <a:rPr lang="en-US" baseline="0" dirty="0"/>
              <a:t> de </a:t>
            </a:r>
            <a:r>
              <a:rPr lang="en-US" baseline="0" dirty="0" err="1"/>
              <a:t>facon</a:t>
            </a:r>
            <a:r>
              <a:rPr lang="en-US" baseline="0" dirty="0"/>
              <a:t> </a:t>
            </a:r>
            <a:r>
              <a:rPr lang="en-US" baseline="0" dirty="0" err="1"/>
              <a:t>sequentielle</a:t>
            </a:r>
            <a:r>
              <a:rPr lang="en-US" baseline="0" dirty="0"/>
              <a:t> un </a:t>
            </a:r>
            <a:r>
              <a:rPr lang="en-US" baseline="0" dirty="0" err="1"/>
              <a:t>cas</a:t>
            </a:r>
            <a:r>
              <a:rPr lang="en-US" baseline="0" dirty="0"/>
              <a:t> </a:t>
            </a:r>
            <a:r>
              <a:rPr lang="en-US" baseline="0" dirty="0" err="1"/>
              <a:t>d’utilization</a:t>
            </a:r>
            <a:r>
              <a:rPr lang="en-US" baseline="0" dirty="0"/>
              <a:t> du </a:t>
            </a:r>
            <a:r>
              <a:rPr lang="en-US" baseline="0" dirty="0" err="1"/>
              <a:t>systeme</a:t>
            </a:r>
            <a:endParaRPr lang="en-US" baseline="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754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D’autres</a:t>
            </a:r>
            <a:r>
              <a:rPr lang="en-US" baseline="0" dirty="0"/>
              <a:t> </a:t>
            </a:r>
            <a:r>
              <a:rPr lang="en-US" baseline="0" dirty="0" err="1"/>
              <a:t>diagrammes</a:t>
            </a:r>
            <a:r>
              <a:rPr lang="en-US" baseline="0" dirty="0"/>
              <a:t> </a:t>
            </a:r>
            <a:r>
              <a:rPr lang="en-US" baseline="0" dirty="0" err="1"/>
              <a:t>ont</a:t>
            </a:r>
            <a:r>
              <a:rPr lang="en-US" baseline="0" dirty="0"/>
              <a:t> </a:t>
            </a:r>
            <a:r>
              <a:rPr lang="en-US" baseline="0" dirty="0" err="1"/>
              <a:t>ete</a:t>
            </a:r>
            <a:r>
              <a:rPr lang="en-US" baseline="0" dirty="0"/>
              <a:t> realis</a:t>
            </a:r>
            <a:r>
              <a:rPr lang="fr-FR" baseline="0" dirty="0"/>
              <a:t>é</a:t>
            </a:r>
            <a:r>
              <a:rPr lang="en-US" baseline="0" dirty="0"/>
              <a:t> comme </a:t>
            </a:r>
            <a:r>
              <a:rPr lang="en-US" baseline="0" dirty="0" err="1"/>
              <a:t>celui</a:t>
            </a:r>
            <a:r>
              <a:rPr lang="en-US" baseline="0" dirty="0"/>
              <a:t> du diagramme de sequence et </a:t>
            </a:r>
            <a:r>
              <a:rPr lang="en-US" baseline="0" dirty="0" err="1"/>
              <a:t>d’activite</a:t>
            </a:r>
            <a:r>
              <a:rPr lang="en-US" baseline="0" dirty="0"/>
              <a:t> qui </a:t>
            </a:r>
            <a:r>
              <a:rPr lang="en-US" baseline="0" dirty="0" err="1"/>
              <a:t>represente</a:t>
            </a:r>
            <a:r>
              <a:rPr lang="en-US" baseline="0" dirty="0"/>
              <a:t> un </a:t>
            </a:r>
            <a:r>
              <a:rPr lang="en-US" baseline="0" dirty="0" err="1"/>
              <a:t>deroulement</a:t>
            </a:r>
            <a:r>
              <a:rPr lang="en-US" baseline="0" dirty="0"/>
              <a:t> </a:t>
            </a:r>
            <a:r>
              <a:rPr lang="en-US" baseline="0" dirty="0" err="1"/>
              <a:t>sequentiel</a:t>
            </a:r>
            <a:r>
              <a:rPr lang="en-US" baseline="0" dirty="0"/>
              <a:t> des differents processus de notre plateforme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6028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baseline="0" dirty="0"/>
              <a:t> une representation du diagramme de </a:t>
            </a:r>
            <a:r>
              <a:rPr lang="en-US" baseline="0" dirty="0" err="1"/>
              <a:t>cas</a:t>
            </a:r>
            <a:r>
              <a:rPr lang="en-US" baseline="0" dirty="0"/>
              <a:t> </a:t>
            </a:r>
            <a:r>
              <a:rPr lang="en-US" baseline="0" dirty="0" err="1"/>
              <a:t>d’utilisation</a:t>
            </a:r>
            <a:r>
              <a:rPr lang="en-US" baseline="0" dirty="0"/>
              <a:t> du future </a:t>
            </a:r>
            <a:r>
              <a:rPr lang="en-US" baseline="0" dirty="0" err="1"/>
              <a:t>systeme</a:t>
            </a:r>
            <a:r>
              <a:rPr lang="en-US" baseline="0" dirty="0"/>
              <a:t> </a:t>
            </a:r>
            <a:r>
              <a:rPr lang="en-US" baseline="0" dirty="0" err="1"/>
              <a:t>exposants</a:t>
            </a:r>
            <a:r>
              <a:rPr lang="en-US" baseline="0" dirty="0"/>
              <a:t> les differents </a:t>
            </a:r>
            <a:r>
              <a:rPr lang="en-US" baseline="0" dirty="0" err="1"/>
              <a:t>acteurs</a:t>
            </a:r>
            <a:r>
              <a:rPr lang="en-US" baseline="0" dirty="0"/>
              <a:t> et les </a:t>
            </a:r>
            <a:r>
              <a:rPr lang="en-US" baseline="0" dirty="0" err="1"/>
              <a:t>fonctionnalit</a:t>
            </a:r>
            <a:r>
              <a:rPr lang="fr-FR" baseline="0" dirty="0"/>
              <a:t>é</a:t>
            </a:r>
            <a:r>
              <a:rPr lang="en-US" baseline="0" dirty="0"/>
              <a:t>s li</a:t>
            </a:r>
            <a:r>
              <a:rPr lang="fr-FR" baseline="0" dirty="0"/>
              <a:t>é</a:t>
            </a:r>
            <a:r>
              <a:rPr lang="en-US" baseline="0" dirty="0" err="1"/>
              <a:t>es</a:t>
            </a:r>
            <a:r>
              <a:rPr lang="en-US" baseline="0" dirty="0"/>
              <a:t> a ces </a:t>
            </a:r>
            <a:r>
              <a:rPr lang="en-US" baseline="0" dirty="0" err="1"/>
              <a:t>derniers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417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baseline="0" dirty="0"/>
              <a:t> une representation du diagramme de </a:t>
            </a:r>
            <a:r>
              <a:rPr lang="en-US" baseline="0" dirty="0" err="1"/>
              <a:t>cas</a:t>
            </a:r>
            <a:r>
              <a:rPr lang="en-US" baseline="0" dirty="0"/>
              <a:t> </a:t>
            </a:r>
            <a:r>
              <a:rPr lang="en-US" baseline="0" dirty="0" err="1"/>
              <a:t>d’utilisation</a:t>
            </a:r>
            <a:r>
              <a:rPr lang="en-US" baseline="0" dirty="0"/>
              <a:t> du future </a:t>
            </a:r>
            <a:r>
              <a:rPr lang="en-US" baseline="0" dirty="0" err="1"/>
              <a:t>systeme</a:t>
            </a:r>
            <a:r>
              <a:rPr lang="en-US" baseline="0" dirty="0"/>
              <a:t> </a:t>
            </a:r>
            <a:r>
              <a:rPr lang="en-US" baseline="0" dirty="0" err="1"/>
              <a:t>exposants</a:t>
            </a:r>
            <a:r>
              <a:rPr lang="en-US" baseline="0" dirty="0"/>
              <a:t> les differents </a:t>
            </a:r>
            <a:r>
              <a:rPr lang="en-US" baseline="0" dirty="0" err="1"/>
              <a:t>acteurs</a:t>
            </a:r>
            <a:r>
              <a:rPr lang="en-US" baseline="0" dirty="0"/>
              <a:t> et les </a:t>
            </a:r>
            <a:r>
              <a:rPr lang="en-US" baseline="0" dirty="0" err="1"/>
              <a:t>fonctionnalit</a:t>
            </a:r>
            <a:r>
              <a:rPr lang="fr-FR" baseline="0" dirty="0"/>
              <a:t>é</a:t>
            </a:r>
            <a:r>
              <a:rPr lang="en-US" baseline="0" dirty="0"/>
              <a:t>s li</a:t>
            </a:r>
            <a:r>
              <a:rPr lang="fr-FR" baseline="0" dirty="0"/>
              <a:t>é</a:t>
            </a:r>
            <a:r>
              <a:rPr lang="en-US" baseline="0" dirty="0" err="1"/>
              <a:t>es</a:t>
            </a:r>
            <a:r>
              <a:rPr lang="en-US" baseline="0" dirty="0"/>
              <a:t> a ces </a:t>
            </a:r>
            <a:r>
              <a:rPr lang="en-US" baseline="0" dirty="0" err="1"/>
              <a:t>derniers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617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diagramme </a:t>
            </a:r>
            <a:r>
              <a:rPr lang="en-US" dirty="0" err="1"/>
              <a:t>d’activit</a:t>
            </a:r>
            <a:r>
              <a:rPr lang="fr-FR" dirty="0"/>
              <a:t>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704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</a:t>
            </a:r>
            <a:r>
              <a:rPr lang="en-US" baseline="0" dirty="0"/>
              <a:t> avons </a:t>
            </a:r>
            <a:r>
              <a:rPr lang="en-US" baseline="0" dirty="0" err="1"/>
              <a:t>utilis</a:t>
            </a:r>
            <a:r>
              <a:rPr lang="fr-FR" baseline="0" dirty="0"/>
              <a:t>é</a:t>
            </a:r>
            <a:r>
              <a:rPr lang="en-US" baseline="0" dirty="0"/>
              <a:t>e plusieurs technologies lors de la </a:t>
            </a:r>
            <a:r>
              <a:rPr lang="en-US" baseline="0" dirty="0" smtClean="0"/>
              <a:t>realisation </a:t>
            </a:r>
            <a:r>
              <a:rPr lang="en-US" baseline="0" dirty="0"/>
              <a:t>de notre projet, avec </a:t>
            </a:r>
            <a:r>
              <a:rPr lang="en-US" baseline="0" dirty="0" smtClean="0"/>
              <a:t>Django etant </a:t>
            </a:r>
            <a:r>
              <a:rPr lang="en-US" baseline="0" dirty="0"/>
              <a:t>le moteur de ces </a:t>
            </a:r>
            <a:r>
              <a:rPr lang="en-US" baseline="0" dirty="0" smtClean="0"/>
              <a:t>derrieres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2762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diagramme </a:t>
            </a:r>
            <a:r>
              <a:rPr lang="en-US" dirty="0" err="1"/>
              <a:t>d’activit</a:t>
            </a:r>
            <a:r>
              <a:rPr lang="fr-FR" dirty="0"/>
              <a:t>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25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diagramme </a:t>
            </a:r>
            <a:r>
              <a:rPr lang="en-US" dirty="0" err="1"/>
              <a:t>d’activit</a:t>
            </a:r>
            <a:r>
              <a:rPr lang="fr-FR" dirty="0"/>
              <a:t>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654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 </a:t>
            </a:r>
            <a:r>
              <a:rPr lang="en-US" dirty="0" err="1"/>
              <a:t>resultats</a:t>
            </a:r>
            <a:r>
              <a:rPr lang="en-US" dirty="0"/>
              <a:t> nous avons </a:t>
            </a:r>
            <a:r>
              <a:rPr lang="en-US" dirty="0" err="1"/>
              <a:t>obtenus</a:t>
            </a:r>
            <a:r>
              <a:rPr lang="en-US" baseline="0" dirty="0"/>
              <a:t> ces </a:t>
            </a:r>
            <a:r>
              <a:rPr lang="en-US" baseline="0" dirty="0" err="1"/>
              <a:t>informations</a:t>
            </a:r>
            <a:r>
              <a:rPr lang="en-US" baseline="0" dirty="0"/>
              <a:t> :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8293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Maintenant</a:t>
            </a:r>
            <a:r>
              <a:rPr lang="en-US" baseline="0" dirty="0"/>
              <a:t> </a:t>
            </a:r>
            <a:r>
              <a:rPr lang="en-US" baseline="0" dirty="0" err="1"/>
              <a:t>consultons</a:t>
            </a:r>
            <a:r>
              <a:rPr lang="en-US" baseline="0" dirty="0"/>
              <a:t> un apercu de notre plateforme web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676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conclusion, nous avons</a:t>
            </a:r>
            <a:r>
              <a:rPr lang="en-US" baseline="0" dirty="0"/>
              <a:t> </a:t>
            </a:r>
            <a:r>
              <a:rPr lang="en-US" baseline="0" dirty="0" err="1"/>
              <a:t>comme</a:t>
            </a:r>
            <a:r>
              <a:rPr lang="en-US" baseline="0" dirty="0"/>
              <a:t> perspectives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7113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</a:t>
            </a:r>
            <a:r>
              <a:rPr lang="en-US" baseline="0" dirty="0"/>
              <a:t> enfin nous pouvons dire que ce projet nous a permis d’apprendre plusieurs technologies plutot recentes afin d’enrichir notre baggage informatique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5635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 qu’aucune oeuvre</a:t>
            </a:r>
            <a:r>
              <a:rPr lang="en-US" baseline="0" dirty="0"/>
              <a:t> humaine n’est parfaite, nous nous soumettons a vos question et suggestions. Merci pour votre aimable attention.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CA6862-783E-40F5-A8C1-C3BEEA76A7BE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71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53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60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674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5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4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18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89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15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20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62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62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7C40D-29C8-4C11-B1AD-7905326C7273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9428C-2BE9-4A44-9077-6754BAF48C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05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webp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CF06BC2-2B2C-46E4-B2BE-D2E0117B4395}"/>
              </a:ext>
            </a:extLst>
          </p:cNvPr>
          <p:cNvSpPr/>
          <p:nvPr/>
        </p:nvSpPr>
        <p:spPr>
          <a:xfrm>
            <a:off x="0" y="0"/>
            <a:ext cx="6447453" cy="685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0743E09A-E439-4C5D-9507-0CFB1B8D802C}"/>
              </a:ext>
            </a:extLst>
          </p:cNvPr>
          <p:cNvSpPr txBox="1"/>
          <p:nvPr/>
        </p:nvSpPr>
        <p:spPr>
          <a:xfrm>
            <a:off x="2904930" y="2450173"/>
            <a:ext cx="6382139" cy="193899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Impact" panose="020B0806030902050204" pitchFamily="34" charset="0"/>
              </a:rPr>
              <a:t>BIENVENUE </a:t>
            </a:r>
            <a:r>
              <a:rPr lang="fr-FR" sz="6000" dirty="0">
                <a:solidFill>
                  <a:srgbClr val="00B050"/>
                </a:solidFill>
                <a:latin typeface="Impact" panose="020B0806030902050204" pitchFamily="34" charset="0"/>
              </a:rPr>
              <a:t>A NOTRE</a:t>
            </a:r>
            <a:r>
              <a:rPr lang="fr-FR" sz="6000" dirty="0">
                <a:solidFill>
                  <a:schemeClr val="accent1"/>
                </a:solidFill>
                <a:latin typeface="Impact" panose="020B0806030902050204" pitchFamily="34" charset="0"/>
              </a:rPr>
              <a:t> </a:t>
            </a:r>
            <a:r>
              <a:rPr lang="fr-FR" sz="6000" dirty="0">
                <a:solidFill>
                  <a:schemeClr val="bg1"/>
                </a:solidFill>
                <a:latin typeface="Impact" panose="020B0806030902050204" pitchFamily="34" charset="0"/>
              </a:rPr>
              <a:t>SOUTEN</a:t>
            </a:r>
            <a:r>
              <a:rPr lang="fr-FR" sz="6000" dirty="0">
                <a:solidFill>
                  <a:srgbClr val="00B050"/>
                </a:solidFill>
                <a:latin typeface="Impact" panose="020B0806030902050204" pitchFamily="34" charset="0"/>
              </a:rPr>
              <a:t>ANCE</a:t>
            </a:r>
          </a:p>
        </p:txBody>
      </p:sp>
    </p:spTree>
    <p:extLst>
      <p:ext uri="{BB962C8B-B14F-4D97-AF65-F5344CB8AC3E}">
        <p14:creationId xmlns:p14="http://schemas.microsoft.com/office/powerpoint/2010/main" val="184435530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35" y="3680408"/>
            <a:ext cx="1757442" cy="1578183"/>
          </a:xfrm>
          <a:prstGeom prst="rect">
            <a:avLst/>
          </a:prstGeom>
        </p:spPr>
      </p:pic>
      <p:sp>
        <p:nvSpPr>
          <p:cNvPr id="9" name="Rectangle à coins arrondis 8"/>
          <p:cNvSpPr/>
          <p:nvPr/>
        </p:nvSpPr>
        <p:spPr>
          <a:xfrm>
            <a:off x="1002890" y="1412101"/>
            <a:ext cx="9507794" cy="137859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fr-FR" sz="2000" b="1" u="sng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fr-FR" sz="20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b="1" dirty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</a:p>
          <a:p>
            <a:pPr algn="ctr">
              <a:lnSpc>
                <a:spcPct val="150000"/>
              </a:lnSpc>
            </a:pPr>
            <a:endParaRPr lang="fr-FR" dirty="0"/>
          </a:p>
          <a:p>
            <a:pPr algn="ctr"/>
            <a:endParaRPr lang="fr-FR" sz="2000" b="1" dirty="0">
              <a:ln w="9525" cmpd="sng">
                <a:noFill/>
                <a:prstDash val="solid"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2094858" y="3420030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Présenté par :</a:t>
            </a:r>
          </a:p>
        </p:txBody>
      </p:sp>
      <p:cxnSp>
        <p:nvCxnSpPr>
          <p:cNvPr id="14" name="Connecteur droit 13"/>
          <p:cNvCxnSpPr/>
          <p:nvPr/>
        </p:nvCxnSpPr>
        <p:spPr>
          <a:xfrm flipH="1">
            <a:off x="5667297" y="5016499"/>
            <a:ext cx="9692" cy="118522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240" y="2861205"/>
            <a:ext cx="4051946" cy="40519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1294" y="5142016"/>
            <a:ext cx="3468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Professionnel de : </a:t>
            </a:r>
          </a:p>
          <a:p>
            <a:r>
              <a:rPr lang="fr-FR" b="1" dirty="0" smtClean="0"/>
              <a:t>Mr. </a:t>
            </a:r>
            <a:r>
              <a:rPr lang="fr-FR" dirty="0" smtClean="0"/>
              <a:t>DJOUMO Raoul</a:t>
            </a:r>
            <a:r>
              <a:rPr lang="fr-FR" dirty="0"/>
              <a:t> </a:t>
            </a:r>
          </a:p>
          <a:p>
            <a:r>
              <a:rPr lang="fr-CM" b="1" dirty="0" smtClean="0"/>
              <a:t>PDG de TECH TEMPLE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506481" y="5245707"/>
            <a:ext cx="37465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Académique de : </a:t>
            </a:r>
          </a:p>
          <a:p>
            <a:r>
              <a:rPr lang="fr-FR" sz="1600" b="1" dirty="0" smtClean="0"/>
              <a:t>Mr. </a:t>
            </a:r>
            <a:r>
              <a:rPr lang="fr-FR" dirty="0" smtClean="0"/>
              <a:t>POUFONG Marcel </a:t>
            </a:r>
            <a:r>
              <a:rPr lang="fr-CA" sz="1600" b="1" dirty="0" smtClean="0"/>
              <a:t>ENSEIGNANT  A L’IAI-Cameroun</a:t>
            </a:r>
            <a:endParaRPr lang="en-US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B5487C-088D-486E-BA5F-4DC586893DBD}"/>
              </a:ext>
            </a:extLst>
          </p:cNvPr>
          <p:cNvSpPr txBox="1"/>
          <p:nvPr/>
        </p:nvSpPr>
        <p:spPr>
          <a:xfrm>
            <a:off x="9396269" y="585815"/>
            <a:ext cx="1345889" cy="1197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M" dirty="0"/>
          </a:p>
        </p:txBody>
      </p:sp>
      <p:sp>
        <p:nvSpPr>
          <p:cNvPr id="17" name="ZoneTexte 16"/>
          <p:cNvSpPr txBox="1"/>
          <p:nvPr/>
        </p:nvSpPr>
        <p:spPr>
          <a:xfrm>
            <a:off x="2094858" y="3919386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ea typeface="Lato Light" panose="020F0502020204030203" pitchFamily="34" charset="0"/>
                <a:cs typeface="Times New Roman" panose="02020603050405020304" pitchFamily="18" charset="0"/>
              </a:rPr>
              <a:t>TCHUIKEUSEU Emmanuel Urie</a:t>
            </a:r>
            <a:endParaRPr lang="fr-FR" b="1" dirty="0"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riangle isocèle 19"/>
          <p:cNvSpPr/>
          <p:nvPr/>
        </p:nvSpPr>
        <p:spPr>
          <a:xfrm rot="5400000">
            <a:off x="1773682" y="3998518"/>
            <a:ext cx="359675" cy="282677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15" y="413401"/>
            <a:ext cx="1084194" cy="812001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3627742" y="4590371"/>
            <a:ext cx="404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Sous l’encadrement</a:t>
            </a:r>
            <a:endParaRPr lang="fr-FR" dirty="0"/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A4E125DC-F954-4828-A6A4-966FB669B6E2}"/>
              </a:ext>
            </a:extLst>
          </p:cNvPr>
          <p:cNvSpPr txBox="1"/>
          <p:nvPr/>
        </p:nvSpPr>
        <p:spPr>
          <a:xfrm>
            <a:off x="4170467" y="6409111"/>
            <a:ext cx="3003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dirty="0">
                <a:ln>
                  <a:noFill/>
                </a:ln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ANNÉE ACADÉMIQUE </a:t>
            </a:r>
            <a:r>
              <a:rPr kumimoji="0" lang="fr-FR" sz="1400" b="1" i="0" u="none" strike="noStrike" kern="1200" cap="none" spc="0" normalizeH="0" baseline="0" dirty="0" smtClean="0">
                <a:ln>
                  <a:noFill/>
                </a:ln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2025/2026</a:t>
            </a:r>
            <a:endParaRPr kumimoji="0" lang="fr-FR" sz="1400" b="1" i="0" u="none" strike="noStrike" kern="1200" cap="none" spc="0" normalizeH="0" baseline="0" dirty="0">
              <a:ln>
                <a:noFill/>
              </a:ln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586557" y="510599"/>
            <a:ext cx="6369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400" b="1" dirty="0">
                <a:solidFill>
                  <a:srgbClr val="FFC000"/>
                </a:solidFill>
              </a:rPr>
              <a:t>VALIDATION DE RAPPORT DE STAGE ACADEMIQUE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238417" y="2812183"/>
            <a:ext cx="7065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dirty="0"/>
              <a:t>Stage effectué du </a:t>
            </a:r>
            <a:r>
              <a:rPr lang="fr-CA" sz="1400" dirty="0" smtClean="0"/>
              <a:t>01 </a:t>
            </a:r>
            <a:r>
              <a:rPr lang="fr-CA" sz="1400" dirty="0"/>
              <a:t>juillet </a:t>
            </a:r>
            <a:r>
              <a:rPr lang="fr-CA" sz="1400" dirty="0" smtClean="0"/>
              <a:t>2026 </a:t>
            </a:r>
            <a:r>
              <a:rPr lang="fr-CA" sz="1400" dirty="0"/>
              <a:t>au 30 septembre </a:t>
            </a:r>
            <a:r>
              <a:rPr lang="fr-CA" sz="1400" dirty="0" smtClean="0"/>
              <a:t>2026 </a:t>
            </a:r>
            <a:r>
              <a:rPr lang="fr-CA" sz="1400" dirty="0"/>
              <a:t>en vue de l’obtention du Diplôme </a:t>
            </a:r>
            <a:r>
              <a:rPr lang="fr-CA" sz="1400" dirty="0" smtClean="0"/>
              <a:t>de Technicien supérieur </a:t>
            </a:r>
            <a:r>
              <a:rPr lang="fr-CA" sz="1400" dirty="0"/>
              <a:t>des travaux </a:t>
            </a:r>
            <a:r>
              <a:rPr lang="fr-CA" sz="1400" dirty="0" smtClean="0"/>
              <a:t>informatiques</a:t>
            </a:r>
            <a:endParaRPr lang="fr-CA" sz="1400" dirty="0"/>
          </a:p>
        </p:txBody>
      </p:sp>
      <p:pic>
        <p:nvPicPr>
          <p:cNvPr id="22" name="Image 21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35720" y="215299"/>
            <a:ext cx="1412875" cy="948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3546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5928183" y="2054641"/>
            <a:ext cx="1914335" cy="2443748"/>
            <a:chOff x="5927256" y="2609263"/>
            <a:chExt cx="1914335" cy="2443748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76D77BB-46F8-4A0E-8125-C7171B9A620F}"/>
                </a:ext>
              </a:extLst>
            </p:cNvPr>
            <p:cNvGrpSpPr/>
            <p:nvPr/>
          </p:nvGrpSpPr>
          <p:grpSpPr>
            <a:xfrm>
              <a:off x="6545315" y="4137207"/>
              <a:ext cx="684402" cy="684401"/>
              <a:chOff x="5757333" y="2943779"/>
              <a:chExt cx="795498" cy="795498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33263B5C-140D-48C8-BFE4-CBB17CA90069}"/>
                  </a:ext>
                </a:extLst>
              </p:cNvPr>
              <p:cNvGrpSpPr/>
              <p:nvPr/>
            </p:nvGrpSpPr>
            <p:grpSpPr>
              <a:xfrm>
                <a:off x="5995780" y="3294766"/>
                <a:ext cx="449164" cy="265293"/>
                <a:chOff x="7175537" y="4438243"/>
                <a:chExt cx="347386" cy="205179"/>
              </a:xfrm>
              <a:solidFill>
                <a:srgbClr val="00B050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338DAF15-C288-4FD5-945E-B1A65D46DD90}"/>
                    </a:ext>
                  </a:extLst>
                </p:cNvPr>
                <p:cNvSpPr/>
                <p:nvPr/>
              </p:nvSpPr>
              <p:spPr>
                <a:xfrm rot="2700000">
                  <a:off x="7120649" y="4493131"/>
                  <a:ext cx="205179" cy="9540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9F592AA7-4FE8-46B5-8D00-76DD5E2BEEB7}"/>
                    </a:ext>
                  </a:extLst>
                </p:cNvPr>
                <p:cNvSpPr/>
                <p:nvPr/>
              </p:nvSpPr>
              <p:spPr>
                <a:xfrm rot="8100000">
                  <a:off x="7183296" y="4445599"/>
                  <a:ext cx="339627" cy="9540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B09008DF-833E-4872-BD2C-6CB93A801CC6}"/>
                  </a:ext>
                </a:extLst>
              </p:cNvPr>
              <p:cNvSpPr/>
              <p:nvPr/>
            </p:nvSpPr>
            <p:spPr>
              <a:xfrm>
                <a:off x="5757333" y="2943779"/>
                <a:ext cx="795498" cy="795498"/>
              </a:xfrm>
              <a:prstGeom prst="ellipse">
                <a:avLst/>
              </a:prstGeom>
              <a:noFill/>
              <a:ln w="889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A8DB0CA2-0AD8-40CF-9EAE-24636F6BE1A6}"/>
                </a:ext>
              </a:extLst>
            </p:cNvPr>
            <p:cNvSpPr/>
            <p:nvPr/>
          </p:nvSpPr>
          <p:spPr>
            <a:xfrm>
              <a:off x="6304779" y="3155652"/>
              <a:ext cx="1303626" cy="287565"/>
            </a:xfrm>
            <a:prstGeom prst="chevr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53B7D2-607F-47BC-9C37-403E42B65FA4}"/>
                </a:ext>
              </a:extLst>
            </p:cNvPr>
            <p:cNvSpPr txBox="1"/>
            <p:nvPr/>
          </p:nvSpPr>
          <p:spPr>
            <a:xfrm>
              <a:off x="5927256" y="2609263"/>
              <a:ext cx="1914335" cy="255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METHODOLOGIE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5AF125C-6B80-417C-B6FD-A5DBF0D04202}"/>
                </a:ext>
              </a:extLst>
            </p:cNvPr>
            <p:cNvCxnSpPr>
              <a:cxnSpLocks/>
              <a:stCxn id="5" idx="2"/>
              <a:endCxn id="32" idx="0"/>
            </p:cNvCxnSpPr>
            <p:nvPr/>
          </p:nvCxnSpPr>
          <p:spPr>
            <a:xfrm>
              <a:off x="6884424" y="3443217"/>
              <a:ext cx="2673" cy="483132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2C64199-8920-4B40-9E97-B69DDABC62D8}"/>
                </a:ext>
              </a:extLst>
            </p:cNvPr>
            <p:cNvSpPr/>
            <p:nvPr/>
          </p:nvSpPr>
          <p:spPr>
            <a:xfrm>
              <a:off x="6329206" y="3947489"/>
              <a:ext cx="1105524" cy="110552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9530788" y="1939620"/>
            <a:ext cx="1909841" cy="2669392"/>
            <a:chOff x="9539538" y="2351093"/>
            <a:chExt cx="1909841" cy="2669392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454C02BF-4E44-4F11-891A-CD23E8F1435B}"/>
                </a:ext>
              </a:extLst>
            </p:cNvPr>
            <p:cNvSpPr/>
            <p:nvPr/>
          </p:nvSpPr>
          <p:spPr>
            <a:xfrm>
              <a:off x="9911509" y="3127579"/>
              <a:ext cx="1300566" cy="286890"/>
            </a:xfrm>
            <a:prstGeom prst="chevron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E16D7A-B5B7-4A58-922B-115040FA32AA}"/>
                </a:ext>
              </a:extLst>
            </p:cNvPr>
            <p:cNvSpPr txBox="1"/>
            <p:nvPr/>
          </p:nvSpPr>
          <p:spPr>
            <a:xfrm>
              <a:off x="9539538" y="2351093"/>
              <a:ext cx="1909841" cy="525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CONCLUSION ET PERSPECTIVES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5C0D21E-5FB2-45B7-9E65-6F790157750A}"/>
                </a:ext>
              </a:extLst>
            </p:cNvPr>
            <p:cNvCxnSpPr>
              <a:cxnSpLocks/>
              <a:stCxn id="7" idx="2"/>
              <a:endCxn id="44" idx="0"/>
            </p:cNvCxnSpPr>
            <p:nvPr/>
          </p:nvCxnSpPr>
          <p:spPr>
            <a:xfrm>
              <a:off x="10494460" y="3414468"/>
              <a:ext cx="9040" cy="481998"/>
            </a:xfrm>
            <a:prstGeom prst="line">
              <a:avLst/>
            </a:prstGeom>
            <a:ln w="3810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8354587-15BE-485C-ABC9-B39EDB3F7897}"/>
                </a:ext>
              </a:extLst>
            </p:cNvPr>
            <p:cNvGrpSpPr/>
            <p:nvPr/>
          </p:nvGrpSpPr>
          <p:grpSpPr>
            <a:xfrm>
              <a:off x="10165988" y="4117537"/>
              <a:ext cx="656942" cy="587212"/>
              <a:chOff x="5418138" y="4568825"/>
              <a:chExt cx="568325" cy="508001"/>
            </a:xfrm>
            <a:solidFill>
              <a:schemeClr val="tx1"/>
            </a:solidFill>
          </p:grpSpPr>
          <p:sp>
            <p:nvSpPr>
              <p:cNvPr id="78" name="Freeform 5">
                <a:extLst>
                  <a:ext uri="{FF2B5EF4-FFF2-40B4-BE49-F238E27FC236}">
                    <a16:creationId xmlns:a16="http://schemas.microsoft.com/office/drawing/2014/main" id="{3186F017-67D4-4D67-953B-FF89B74C6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5963" y="4730750"/>
                <a:ext cx="128588" cy="346075"/>
              </a:xfrm>
              <a:custGeom>
                <a:avLst/>
                <a:gdLst>
                  <a:gd name="T0" fmla="*/ 40 w 40"/>
                  <a:gd name="T1" fmla="*/ 0 h 107"/>
                  <a:gd name="T2" fmla="*/ 40 w 40"/>
                  <a:gd name="T3" fmla="*/ 107 h 107"/>
                  <a:gd name="T4" fmla="*/ 0 w 40"/>
                  <a:gd name="T5" fmla="*/ 107 h 107"/>
                  <a:gd name="T6" fmla="*/ 0 w 40"/>
                  <a:gd name="T7" fmla="*/ 103 h 107"/>
                  <a:gd name="T8" fmla="*/ 0 w 40"/>
                  <a:gd name="T9" fmla="*/ 41 h 107"/>
                  <a:gd name="T10" fmla="*/ 3 w 40"/>
                  <a:gd name="T11" fmla="*/ 35 h 107"/>
                  <a:gd name="T12" fmla="*/ 40 w 40"/>
                  <a:gd name="T13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07">
                    <a:moveTo>
                      <a:pt x="40" y="0"/>
                    </a:moveTo>
                    <a:cubicBezTo>
                      <a:pt x="40" y="107"/>
                      <a:pt x="40" y="107"/>
                      <a:pt x="40" y="107"/>
                    </a:cubicBezTo>
                    <a:cubicBezTo>
                      <a:pt x="40" y="107"/>
                      <a:pt x="14" y="107"/>
                      <a:pt x="0" y="107"/>
                    </a:cubicBezTo>
                    <a:cubicBezTo>
                      <a:pt x="0" y="106"/>
                      <a:pt x="0" y="104"/>
                      <a:pt x="0" y="103"/>
                    </a:cubicBezTo>
                    <a:cubicBezTo>
                      <a:pt x="0" y="82"/>
                      <a:pt x="0" y="62"/>
                      <a:pt x="0" y="41"/>
                    </a:cubicBezTo>
                    <a:cubicBezTo>
                      <a:pt x="0" y="39"/>
                      <a:pt x="1" y="36"/>
                      <a:pt x="3" y="35"/>
                    </a:cubicBezTo>
                    <a:cubicBezTo>
                      <a:pt x="14" y="24"/>
                      <a:pt x="40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Freeform 6">
                <a:extLst>
                  <a:ext uri="{FF2B5EF4-FFF2-40B4-BE49-F238E27FC236}">
                    <a16:creationId xmlns:a16="http://schemas.microsoft.com/office/drawing/2014/main" id="{59207A04-C055-447E-B342-16DC846AD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8138" y="4568825"/>
                <a:ext cx="568325" cy="323850"/>
              </a:xfrm>
              <a:custGeom>
                <a:avLst/>
                <a:gdLst>
                  <a:gd name="T0" fmla="*/ 81 w 176"/>
                  <a:gd name="T1" fmla="*/ 80 h 100"/>
                  <a:gd name="T2" fmla="*/ 143 w 176"/>
                  <a:gd name="T3" fmla="*/ 22 h 100"/>
                  <a:gd name="T4" fmla="*/ 139 w 176"/>
                  <a:gd name="T5" fmla="*/ 17 h 100"/>
                  <a:gd name="T6" fmla="*/ 141 w 176"/>
                  <a:gd name="T7" fmla="*/ 8 h 100"/>
                  <a:gd name="T8" fmla="*/ 168 w 176"/>
                  <a:gd name="T9" fmla="*/ 1 h 100"/>
                  <a:gd name="T10" fmla="*/ 175 w 176"/>
                  <a:gd name="T11" fmla="*/ 9 h 100"/>
                  <a:gd name="T12" fmla="*/ 168 w 176"/>
                  <a:gd name="T13" fmla="*/ 34 h 100"/>
                  <a:gd name="T14" fmla="*/ 158 w 176"/>
                  <a:gd name="T15" fmla="*/ 37 h 100"/>
                  <a:gd name="T16" fmla="*/ 154 w 176"/>
                  <a:gd name="T17" fmla="*/ 31 h 100"/>
                  <a:gd name="T18" fmla="*/ 134 w 176"/>
                  <a:gd name="T19" fmla="*/ 49 h 100"/>
                  <a:gd name="T20" fmla="*/ 84 w 176"/>
                  <a:gd name="T21" fmla="*/ 96 h 100"/>
                  <a:gd name="T22" fmla="*/ 77 w 176"/>
                  <a:gd name="T23" fmla="*/ 96 h 100"/>
                  <a:gd name="T24" fmla="*/ 51 w 176"/>
                  <a:gd name="T25" fmla="*/ 70 h 100"/>
                  <a:gd name="T26" fmla="*/ 44 w 176"/>
                  <a:gd name="T27" fmla="*/ 69 h 100"/>
                  <a:gd name="T28" fmla="*/ 10 w 176"/>
                  <a:gd name="T29" fmla="*/ 100 h 100"/>
                  <a:gd name="T30" fmla="*/ 9 w 176"/>
                  <a:gd name="T31" fmla="*/ 100 h 100"/>
                  <a:gd name="T32" fmla="*/ 10 w 176"/>
                  <a:gd name="T33" fmla="*/ 82 h 100"/>
                  <a:gd name="T34" fmla="*/ 45 w 176"/>
                  <a:gd name="T35" fmla="*/ 50 h 100"/>
                  <a:gd name="T36" fmla="*/ 51 w 176"/>
                  <a:gd name="T37" fmla="*/ 50 h 100"/>
                  <a:gd name="T38" fmla="*/ 79 w 176"/>
                  <a:gd name="T39" fmla="*/ 78 h 100"/>
                  <a:gd name="T40" fmla="*/ 81 w 176"/>
                  <a:gd name="T41" fmla="*/ 8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00">
                    <a:moveTo>
                      <a:pt x="81" y="80"/>
                    </a:moveTo>
                    <a:cubicBezTo>
                      <a:pt x="102" y="60"/>
                      <a:pt x="122" y="41"/>
                      <a:pt x="143" y="22"/>
                    </a:cubicBezTo>
                    <a:cubicBezTo>
                      <a:pt x="141" y="20"/>
                      <a:pt x="140" y="19"/>
                      <a:pt x="139" y="17"/>
                    </a:cubicBezTo>
                    <a:cubicBezTo>
                      <a:pt x="135" y="14"/>
                      <a:pt x="136" y="10"/>
                      <a:pt x="141" y="8"/>
                    </a:cubicBezTo>
                    <a:cubicBezTo>
                      <a:pt x="150" y="6"/>
                      <a:pt x="159" y="3"/>
                      <a:pt x="168" y="1"/>
                    </a:cubicBezTo>
                    <a:cubicBezTo>
                      <a:pt x="173" y="0"/>
                      <a:pt x="176" y="3"/>
                      <a:pt x="175" y="9"/>
                    </a:cubicBezTo>
                    <a:cubicBezTo>
                      <a:pt x="173" y="17"/>
                      <a:pt x="170" y="26"/>
                      <a:pt x="168" y="34"/>
                    </a:cubicBezTo>
                    <a:cubicBezTo>
                      <a:pt x="166" y="40"/>
                      <a:pt x="163" y="41"/>
                      <a:pt x="158" y="37"/>
                    </a:cubicBezTo>
                    <a:cubicBezTo>
                      <a:pt x="157" y="35"/>
                      <a:pt x="155" y="33"/>
                      <a:pt x="154" y="31"/>
                    </a:cubicBezTo>
                    <a:cubicBezTo>
                      <a:pt x="147" y="38"/>
                      <a:pt x="140" y="44"/>
                      <a:pt x="134" y="49"/>
                    </a:cubicBezTo>
                    <a:cubicBezTo>
                      <a:pt x="117" y="65"/>
                      <a:pt x="100" y="80"/>
                      <a:pt x="84" y="96"/>
                    </a:cubicBezTo>
                    <a:cubicBezTo>
                      <a:pt x="81" y="99"/>
                      <a:pt x="79" y="98"/>
                      <a:pt x="77" y="96"/>
                    </a:cubicBezTo>
                    <a:cubicBezTo>
                      <a:pt x="68" y="87"/>
                      <a:pt x="59" y="78"/>
                      <a:pt x="51" y="70"/>
                    </a:cubicBezTo>
                    <a:cubicBezTo>
                      <a:pt x="48" y="67"/>
                      <a:pt x="47" y="67"/>
                      <a:pt x="44" y="69"/>
                    </a:cubicBezTo>
                    <a:cubicBezTo>
                      <a:pt x="33" y="80"/>
                      <a:pt x="21" y="9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0" y="90"/>
                      <a:pt x="0" y="90"/>
                      <a:pt x="10" y="82"/>
                    </a:cubicBezTo>
                    <a:cubicBezTo>
                      <a:pt x="21" y="71"/>
                      <a:pt x="33" y="61"/>
                      <a:pt x="45" y="50"/>
                    </a:cubicBezTo>
                    <a:cubicBezTo>
                      <a:pt x="47" y="48"/>
                      <a:pt x="49" y="48"/>
                      <a:pt x="51" y="50"/>
                    </a:cubicBezTo>
                    <a:cubicBezTo>
                      <a:pt x="60" y="60"/>
                      <a:pt x="70" y="69"/>
                      <a:pt x="79" y="78"/>
                    </a:cubicBezTo>
                    <a:cubicBezTo>
                      <a:pt x="80" y="79"/>
                      <a:pt x="80" y="79"/>
                      <a:pt x="81" y="8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Freeform 7">
                <a:extLst>
                  <a:ext uri="{FF2B5EF4-FFF2-40B4-BE49-F238E27FC236}">
                    <a16:creationId xmlns:a16="http://schemas.microsoft.com/office/drawing/2014/main" id="{FA9614DC-1E2F-47E8-94B1-51D81C78D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9888" y="4856163"/>
                <a:ext cx="130175" cy="220663"/>
              </a:xfrm>
              <a:custGeom>
                <a:avLst/>
                <a:gdLst>
                  <a:gd name="T0" fmla="*/ 37 w 40"/>
                  <a:gd name="T1" fmla="*/ 0 h 68"/>
                  <a:gd name="T2" fmla="*/ 40 w 40"/>
                  <a:gd name="T3" fmla="*/ 2 h 68"/>
                  <a:gd name="T4" fmla="*/ 40 w 40"/>
                  <a:gd name="T5" fmla="*/ 67 h 68"/>
                  <a:gd name="T6" fmla="*/ 40 w 40"/>
                  <a:gd name="T7" fmla="*/ 68 h 68"/>
                  <a:gd name="T8" fmla="*/ 0 w 40"/>
                  <a:gd name="T9" fmla="*/ 68 h 68"/>
                  <a:gd name="T10" fmla="*/ 0 w 40"/>
                  <a:gd name="T11" fmla="*/ 34 h 68"/>
                  <a:gd name="T12" fmla="*/ 1 w 40"/>
                  <a:gd name="T13" fmla="*/ 32 h 68"/>
                  <a:gd name="T14" fmla="*/ 37 w 40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8">
                    <a:moveTo>
                      <a:pt x="37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40" y="24"/>
                      <a:pt x="40" y="46"/>
                      <a:pt x="40" y="67"/>
                    </a:cubicBezTo>
                    <a:cubicBezTo>
                      <a:pt x="40" y="67"/>
                      <a:pt x="40" y="68"/>
                      <a:pt x="40" y="68"/>
                    </a:cubicBezTo>
                    <a:cubicBezTo>
                      <a:pt x="27" y="68"/>
                      <a:pt x="14" y="68"/>
                      <a:pt x="0" y="68"/>
                    </a:cubicBezTo>
                    <a:cubicBezTo>
                      <a:pt x="0" y="57"/>
                      <a:pt x="0" y="45"/>
                      <a:pt x="0" y="34"/>
                    </a:cubicBezTo>
                    <a:cubicBezTo>
                      <a:pt x="0" y="33"/>
                      <a:pt x="1" y="32"/>
                      <a:pt x="1" y="32"/>
                    </a:cubicBezTo>
                    <a:cubicBezTo>
                      <a:pt x="13" y="21"/>
                      <a:pt x="37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Freeform 8">
                <a:extLst>
                  <a:ext uri="{FF2B5EF4-FFF2-40B4-BE49-F238E27FC236}">
                    <a16:creationId xmlns:a16="http://schemas.microsoft.com/office/drawing/2014/main" id="{E12D2DC1-1CA7-4160-A16C-A20A5CED1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1338" y="4895850"/>
                <a:ext cx="128588" cy="180975"/>
              </a:xfrm>
              <a:custGeom>
                <a:avLst/>
                <a:gdLst>
                  <a:gd name="T0" fmla="*/ 40 w 40"/>
                  <a:gd name="T1" fmla="*/ 0 h 56"/>
                  <a:gd name="T2" fmla="*/ 40 w 40"/>
                  <a:gd name="T3" fmla="*/ 56 h 56"/>
                  <a:gd name="T4" fmla="*/ 0 w 40"/>
                  <a:gd name="T5" fmla="*/ 56 h 56"/>
                  <a:gd name="T6" fmla="*/ 0 w 40"/>
                  <a:gd name="T7" fmla="*/ 2 h 56"/>
                  <a:gd name="T8" fmla="*/ 14 w 40"/>
                  <a:gd name="T9" fmla="*/ 17 h 56"/>
                  <a:gd name="T10" fmla="*/ 21 w 40"/>
                  <a:gd name="T11" fmla="*/ 17 h 56"/>
                  <a:gd name="T12" fmla="*/ 40 w 4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56">
                    <a:moveTo>
                      <a:pt x="40" y="0"/>
                    </a:moveTo>
                    <a:cubicBezTo>
                      <a:pt x="40" y="19"/>
                      <a:pt x="40" y="37"/>
                      <a:pt x="40" y="56"/>
                    </a:cubicBezTo>
                    <a:cubicBezTo>
                      <a:pt x="27" y="56"/>
                      <a:pt x="14" y="56"/>
                      <a:pt x="0" y="56"/>
                    </a:cubicBezTo>
                    <a:cubicBezTo>
                      <a:pt x="0" y="39"/>
                      <a:pt x="0" y="2"/>
                      <a:pt x="0" y="2"/>
                    </a:cubicBezTo>
                    <a:cubicBezTo>
                      <a:pt x="0" y="2"/>
                      <a:pt x="10" y="12"/>
                      <a:pt x="14" y="17"/>
                    </a:cubicBezTo>
                    <a:cubicBezTo>
                      <a:pt x="16" y="19"/>
                      <a:pt x="18" y="20"/>
                      <a:pt x="21" y="17"/>
                    </a:cubicBezTo>
                    <a:cubicBezTo>
                      <a:pt x="27" y="11"/>
                      <a:pt x="33" y="6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E77964E-82F3-486D-AC13-28DF1584DCB9}"/>
                </a:ext>
              </a:extLst>
            </p:cNvPr>
            <p:cNvSpPr/>
            <p:nvPr/>
          </p:nvSpPr>
          <p:spPr>
            <a:xfrm>
              <a:off x="9979323" y="3917557"/>
              <a:ext cx="1102929" cy="11029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10000"/>
              </a:schemeClr>
            </a:solidFill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7788576" y="2339175"/>
            <a:ext cx="1874547" cy="2691038"/>
            <a:chOff x="7788576" y="2339175"/>
            <a:chExt cx="1874547" cy="2691038"/>
          </a:xfrm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7E6ADA69-2377-458F-8AA1-32DD93A340BE}"/>
                </a:ext>
              </a:extLst>
            </p:cNvPr>
            <p:cNvSpPr/>
            <p:nvPr/>
          </p:nvSpPr>
          <p:spPr>
            <a:xfrm>
              <a:off x="8094717" y="3132314"/>
              <a:ext cx="1307427" cy="288403"/>
            </a:xfrm>
            <a:prstGeom prst="chevro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A12895-E141-47F9-9D4E-FD2BB7AFAAD7}"/>
                </a:ext>
              </a:extLst>
            </p:cNvPr>
            <p:cNvSpPr txBox="1"/>
            <p:nvPr/>
          </p:nvSpPr>
          <p:spPr>
            <a:xfrm>
              <a:off x="7788576" y="2339175"/>
              <a:ext cx="18745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TESTS </a:t>
              </a:r>
            </a:p>
            <a:p>
              <a:pPr lvl="0" algn="ctr">
                <a:defRPr/>
              </a:pPr>
              <a:r>
                <a:rPr lang="en-US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ET</a:t>
              </a:r>
            </a:p>
            <a:p>
              <a:pPr lvl="0" algn="ctr">
                <a:defRPr/>
              </a:pPr>
              <a:r>
                <a:rPr lang="en-US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RESULTATS</a:t>
              </a:r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9464EDA-95F9-4BE9-8724-ED55660785EB}"/>
                </a:ext>
              </a:extLst>
            </p:cNvPr>
            <p:cNvCxnSpPr>
              <a:cxnSpLocks/>
              <a:stCxn id="6" idx="2"/>
              <a:endCxn id="39" idx="0"/>
            </p:cNvCxnSpPr>
            <p:nvPr/>
          </p:nvCxnSpPr>
          <p:spPr>
            <a:xfrm>
              <a:off x="8676092" y="3420717"/>
              <a:ext cx="9089" cy="484541"/>
            </a:xfrm>
            <a:prstGeom prst="line">
              <a:avLst/>
            </a:prstGeom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84DC9F7-878D-459F-9009-FF1B2A351836}"/>
                </a:ext>
              </a:extLst>
            </p:cNvPr>
            <p:cNvGrpSpPr/>
            <p:nvPr/>
          </p:nvGrpSpPr>
          <p:grpSpPr>
            <a:xfrm>
              <a:off x="8280658" y="4036184"/>
              <a:ext cx="790868" cy="832762"/>
              <a:chOff x="5995988" y="2712903"/>
              <a:chExt cx="2457450" cy="2587625"/>
            </a:xfrm>
            <a:solidFill>
              <a:schemeClr val="tx1"/>
            </a:solidFill>
          </p:grpSpPr>
          <p:sp>
            <p:nvSpPr>
              <p:cNvPr id="74" name="Freeform 6">
                <a:extLst>
                  <a:ext uri="{FF2B5EF4-FFF2-40B4-BE49-F238E27FC236}">
                    <a16:creationId xmlns:a16="http://schemas.microsoft.com/office/drawing/2014/main" id="{A78552DB-01E0-4278-B190-5548346459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5988" y="2712903"/>
                <a:ext cx="2457450" cy="2587625"/>
              </a:xfrm>
              <a:custGeom>
                <a:avLst/>
                <a:gdLst>
                  <a:gd name="T0" fmla="*/ 707 w 771"/>
                  <a:gd name="T1" fmla="*/ 219 h 812"/>
                  <a:gd name="T2" fmla="*/ 760 w 771"/>
                  <a:gd name="T3" fmla="*/ 369 h 812"/>
                  <a:gd name="T4" fmla="*/ 685 w 771"/>
                  <a:gd name="T5" fmla="*/ 634 h 812"/>
                  <a:gd name="T6" fmla="*/ 197 w 771"/>
                  <a:gd name="T7" fmla="*/ 707 h 812"/>
                  <a:gd name="T8" fmla="*/ 97 w 771"/>
                  <a:gd name="T9" fmla="*/ 220 h 812"/>
                  <a:gd name="T10" fmla="*/ 594 w 771"/>
                  <a:gd name="T11" fmla="*/ 106 h 812"/>
                  <a:gd name="T12" fmla="*/ 552 w 771"/>
                  <a:gd name="T13" fmla="*/ 147 h 812"/>
                  <a:gd name="T14" fmla="*/ 509 w 771"/>
                  <a:gd name="T15" fmla="*/ 128 h 812"/>
                  <a:gd name="T16" fmla="*/ 454 w 771"/>
                  <a:gd name="T17" fmla="*/ 113 h 812"/>
                  <a:gd name="T18" fmla="*/ 372 w 771"/>
                  <a:gd name="T19" fmla="*/ 110 h 812"/>
                  <a:gd name="T20" fmla="*/ 241 w 771"/>
                  <a:gd name="T21" fmla="*/ 155 h 812"/>
                  <a:gd name="T22" fmla="*/ 147 w 771"/>
                  <a:gd name="T23" fmla="*/ 249 h 812"/>
                  <a:gd name="T24" fmla="*/ 115 w 771"/>
                  <a:gd name="T25" fmla="*/ 317 h 812"/>
                  <a:gd name="T26" fmla="*/ 103 w 771"/>
                  <a:gd name="T27" fmla="*/ 366 h 812"/>
                  <a:gd name="T28" fmla="*/ 102 w 771"/>
                  <a:gd name="T29" fmla="*/ 450 h 812"/>
                  <a:gd name="T30" fmla="*/ 124 w 771"/>
                  <a:gd name="T31" fmla="*/ 528 h 812"/>
                  <a:gd name="T32" fmla="*/ 209 w 771"/>
                  <a:gd name="T33" fmla="*/ 643 h 812"/>
                  <a:gd name="T34" fmla="*/ 295 w 771"/>
                  <a:gd name="T35" fmla="*/ 694 h 812"/>
                  <a:gd name="T36" fmla="*/ 357 w 771"/>
                  <a:gd name="T37" fmla="*/ 710 h 812"/>
                  <a:gd name="T38" fmla="*/ 439 w 771"/>
                  <a:gd name="T39" fmla="*/ 711 h 812"/>
                  <a:gd name="T40" fmla="*/ 512 w 771"/>
                  <a:gd name="T41" fmla="*/ 693 h 812"/>
                  <a:gd name="T42" fmla="*/ 585 w 771"/>
                  <a:gd name="T43" fmla="*/ 652 h 812"/>
                  <a:gd name="T44" fmla="*/ 644 w 771"/>
                  <a:gd name="T45" fmla="*/ 592 h 812"/>
                  <a:gd name="T46" fmla="*/ 677 w 771"/>
                  <a:gd name="T47" fmla="*/ 536 h 812"/>
                  <a:gd name="T48" fmla="*/ 696 w 771"/>
                  <a:gd name="T49" fmla="*/ 482 h 812"/>
                  <a:gd name="T50" fmla="*/ 704 w 771"/>
                  <a:gd name="T51" fmla="*/ 432 h 812"/>
                  <a:gd name="T52" fmla="*/ 702 w 771"/>
                  <a:gd name="T53" fmla="*/ 374 h 812"/>
                  <a:gd name="T54" fmla="*/ 695 w 771"/>
                  <a:gd name="T55" fmla="*/ 334 h 812"/>
                  <a:gd name="T56" fmla="*/ 666 w 771"/>
                  <a:gd name="T57" fmla="*/ 264 h 812"/>
                  <a:gd name="T58" fmla="*/ 667 w 771"/>
                  <a:gd name="T59" fmla="*/ 258 h 812"/>
                  <a:gd name="T60" fmla="*/ 703 w 771"/>
                  <a:gd name="T61" fmla="*/ 222 h 812"/>
                  <a:gd name="T62" fmla="*/ 707 w 771"/>
                  <a:gd name="T63" fmla="*/ 219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71" h="812">
                    <a:moveTo>
                      <a:pt x="707" y="219"/>
                    </a:moveTo>
                    <a:cubicBezTo>
                      <a:pt x="736" y="265"/>
                      <a:pt x="754" y="315"/>
                      <a:pt x="760" y="369"/>
                    </a:cubicBezTo>
                    <a:cubicBezTo>
                      <a:pt x="771" y="467"/>
                      <a:pt x="746" y="557"/>
                      <a:pt x="685" y="634"/>
                    </a:cubicBezTo>
                    <a:cubicBezTo>
                      <a:pt x="561" y="789"/>
                      <a:pt x="347" y="812"/>
                      <a:pt x="197" y="707"/>
                    </a:cubicBezTo>
                    <a:cubicBezTo>
                      <a:pt x="31" y="591"/>
                      <a:pt x="0" y="374"/>
                      <a:pt x="97" y="220"/>
                    </a:cubicBezTo>
                    <a:cubicBezTo>
                      <a:pt x="203" y="52"/>
                      <a:pt x="424" y="0"/>
                      <a:pt x="594" y="106"/>
                    </a:cubicBezTo>
                    <a:cubicBezTo>
                      <a:pt x="580" y="120"/>
                      <a:pt x="566" y="134"/>
                      <a:pt x="552" y="147"/>
                    </a:cubicBezTo>
                    <a:cubicBezTo>
                      <a:pt x="538" y="141"/>
                      <a:pt x="523" y="134"/>
                      <a:pt x="509" y="128"/>
                    </a:cubicBezTo>
                    <a:cubicBezTo>
                      <a:pt x="491" y="121"/>
                      <a:pt x="473" y="116"/>
                      <a:pt x="454" y="113"/>
                    </a:cubicBezTo>
                    <a:cubicBezTo>
                      <a:pt x="427" y="108"/>
                      <a:pt x="399" y="107"/>
                      <a:pt x="372" y="110"/>
                    </a:cubicBezTo>
                    <a:cubicBezTo>
                      <a:pt x="325" y="115"/>
                      <a:pt x="281" y="130"/>
                      <a:pt x="241" y="155"/>
                    </a:cubicBezTo>
                    <a:cubicBezTo>
                      <a:pt x="203" y="179"/>
                      <a:pt x="171" y="211"/>
                      <a:pt x="147" y="249"/>
                    </a:cubicBezTo>
                    <a:cubicBezTo>
                      <a:pt x="134" y="270"/>
                      <a:pt x="123" y="293"/>
                      <a:pt x="115" y="317"/>
                    </a:cubicBezTo>
                    <a:cubicBezTo>
                      <a:pt x="110" y="333"/>
                      <a:pt x="106" y="350"/>
                      <a:pt x="103" y="366"/>
                    </a:cubicBezTo>
                    <a:cubicBezTo>
                      <a:pt x="99" y="394"/>
                      <a:pt x="99" y="422"/>
                      <a:pt x="102" y="450"/>
                    </a:cubicBezTo>
                    <a:cubicBezTo>
                      <a:pt x="105" y="477"/>
                      <a:pt x="113" y="503"/>
                      <a:pt x="124" y="528"/>
                    </a:cubicBezTo>
                    <a:cubicBezTo>
                      <a:pt x="143" y="574"/>
                      <a:pt x="171" y="612"/>
                      <a:pt x="209" y="643"/>
                    </a:cubicBezTo>
                    <a:cubicBezTo>
                      <a:pt x="235" y="665"/>
                      <a:pt x="263" y="682"/>
                      <a:pt x="295" y="694"/>
                    </a:cubicBezTo>
                    <a:cubicBezTo>
                      <a:pt x="315" y="701"/>
                      <a:pt x="336" y="707"/>
                      <a:pt x="357" y="710"/>
                    </a:cubicBezTo>
                    <a:cubicBezTo>
                      <a:pt x="384" y="714"/>
                      <a:pt x="412" y="715"/>
                      <a:pt x="439" y="711"/>
                    </a:cubicBezTo>
                    <a:cubicBezTo>
                      <a:pt x="464" y="708"/>
                      <a:pt x="488" y="702"/>
                      <a:pt x="512" y="693"/>
                    </a:cubicBezTo>
                    <a:cubicBezTo>
                      <a:pt x="538" y="683"/>
                      <a:pt x="563" y="669"/>
                      <a:pt x="585" y="652"/>
                    </a:cubicBezTo>
                    <a:cubicBezTo>
                      <a:pt x="607" y="635"/>
                      <a:pt x="627" y="615"/>
                      <a:pt x="644" y="592"/>
                    </a:cubicBezTo>
                    <a:cubicBezTo>
                      <a:pt x="657" y="575"/>
                      <a:pt x="668" y="556"/>
                      <a:pt x="677" y="536"/>
                    </a:cubicBezTo>
                    <a:cubicBezTo>
                      <a:pt x="686" y="519"/>
                      <a:pt x="692" y="501"/>
                      <a:pt x="696" y="482"/>
                    </a:cubicBezTo>
                    <a:cubicBezTo>
                      <a:pt x="700" y="465"/>
                      <a:pt x="703" y="449"/>
                      <a:pt x="704" y="432"/>
                    </a:cubicBezTo>
                    <a:cubicBezTo>
                      <a:pt x="704" y="413"/>
                      <a:pt x="704" y="393"/>
                      <a:pt x="702" y="374"/>
                    </a:cubicBezTo>
                    <a:cubicBezTo>
                      <a:pt x="701" y="361"/>
                      <a:pt x="698" y="347"/>
                      <a:pt x="695" y="334"/>
                    </a:cubicBezTo>
                    <a:cubicBezTo>
                      <a:pt x="689" y="310"/>
                      <a:pt x="679" y="286"/>
                      <a:pt x="666" y="264"/>
                    </a:cubicBezTo>
                    <a:cubicBezTo>
                      <a:pt x="665" y="262"/>
                      <a:pt x="665" y="260"/>
                      <a:pt x="667" y="258"/>
                    </a:cubicBezTo>
                    <a:cubicBezTo>
                      <a:pt x="680" y="246"/>
                      <a:pt x="691" y="234"/>
                      <a:pt x="703" y="222"/>
                    </a:cubicBezTo>
                    <a:cubicBezTo>
                      <a:pt x="704" y="221"/>
                      <a:pt x="705" y="220"/>
                      <a:pt x="707" y="2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Freeform 7">
                <a:extLst>
                  <a:ext uri="{FF2B5EF4-FFF2-40B4-BE49-F238E27FC236}">
                    <a16:creationId xmlns:a16="http://schemas.microsoft.com/office/drawing/2014/main" id="{0577D370-8EE0-4357-8A45-39AA6F30C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5101" y="3270116"/>
                <a:ext cx="1450975" cy="1435100"/>
              </a:xfrm>
              <a:custGeom>
                <a:avLst/>
                <a:gdLst>
                  <a:gd name="T0" fmla="*/ 350 w 455"/>
                  <a:gd name="T1" fmla="*/ 54 h 450"/>
                  <a:gd name="T2" fmla="*/ 311 w 455"/>
                  <a:gd name="T3" fmla="*/ 93 h 450"/>
                  <a:gd name="T4" fmla="*/ 305 w 455"/>
                  <a:gd name="T5" fmla="*/ 94 h 450"/>
                  <a:gd name="T6" fmla="*/ 262 w 455"/>
                  <a:gd name="T7" fmla="*/ 81 h 450"/>
                  <a:gd name="T8" fmla="*/ 210 w 455"/>
                  <a:gd name="T9" fmla="*/ 82 h 450"/>
                  <a:gd name="T10" fmla="*/ 148 w 455"/>
                  <a:gd name="T11" fmla="*/ 109 h 450"/>
                  <a:gd name="T12" fmla="*/ 103 w 455"/>
                  <a:gd name="T13" fmla="*/ 160 h 450"/>
                  <a:gd name="T14" fmla="*/ 84 w 455"/>
                  <a:gd name="T15" fmla="*/ 216 h 450"/>
                  <a:gd name="T16" fmla="*/ 90 w 455"/>
                  <a:gd name="T17" fmla="*/ 283 h 450"/>
                  <a:gd name="T18" fmla="*/ 154 w 455"/>
                  <a:gd name="T19" fmla="*/ 367 h 450"/>
                  <a:gd name="T20" fmla="*/ 225 w 455"/>
                  <a:gd name="T21" fmla="*/ 392 h 450"/>
                  <a:gd name="T22" fmla="*/ 302 w 455"/>
                  <a:gd name="T23" fmla="*/ 379 h 450"/>
                  <a:gd name="T24" fmla="*/ 364 w 455"/>
                  <a:gd name="T25" fmla="*/ 330 h 450"/>
                  <a:gd name="T26" fmla="*/ 391 w 455"/>
                  <a:gd name="T27" fmla="*/ 273 h 450"/>
                  <a:gd name="T28" fmla="*/ 395 w 455"/>
                  <a:gd name="T29" fmla="*/ 223 h 450"/>
                  <a:gd name="T30" fmla="*/ 380 w 455"/>
                  <a:gd name="T31" fmla="*/ 167 h 450"/>
                  <a:gd name="T32" fmla="*/ 422 w 455"/>
                  <a:gd name="T33" fmla="*/ 125 h 450"/>
                  <a:gd name="T34" fmla="*/ 453 w 455"/>
                  <a:gd name="T35" fmla="*/ 242 h 450"/>
                  <a:gd name="T36" fmla="*/ 418 w 455"/>
                  <a:gd name="T37" fmla="*/ 354 h 450"/>
                  <a:gd name="T38" fmla="*/ 235 w 455"/>
                  <a:gd name="T39" fmla="*/ 450 h 450"/>
                  <a:gd name="T40" fmla="*/ 85 w 455"/>
                  <a:gd name="T41" fmla="*/ 385 h 450"/>
                  <a:gd name="T42" fmla="*/ 95 w 455"/>
                  <a:gd name="T43" fmla="*/ 78 h 450"/>
                  <a:gd name="T44" fmla="*/ 350 w 455"/>
                  <a:gd name="T45" fmla="*/ 54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55" h="450">
                    <a:moveTo>
                      <a:pt x="350" y="54"/>
                    </a:moveTo>
                    <a:cubicBezTo>
                      <a:pt x="337" y="67"/>
                      <a:pt x="324" y="80"/>
                      <a:pt x="311" y="93"/>
                    </a:cubicBezTo>
                    <a:cubicBezTo>
                      <a:pt x="310" y="94"/>
                      <a:pt x="307" y="95"/>
                      <a:pt x="305" y="94"/>
                    </a:cubicBezTo>
                    <a:cubicBezTo>
                      <a:pt x="292" y="87"/>
                      <a:pt x="277" y="83"/>
                      <a:pt x="262" y="81"/>
                    </a:cubicBezTo>
                    <a:cubicBezTo>
                      <a:pt x="244" y="79"/>
                      <a:pt x="227" y="79"/>
                      <a:pt x="210" y="82"/>
                    </a:cubicBezTo>
                    <a:cubicBezTo>
                      <a:pt x="187" y="87"/>
                      <a:pt x="166" y="96"/>
                      <a:pt x="148" y="109"/>
                    </a:cubicBezTo>
                    <a:cubicBezTo>
                      <a:pt x="129" y="123"/>
                      <a:pt x="114" y="140"/>
                      <a:pt x="103" y="160"/>
                    </a:cubicBezTo>
                    <a:cubicBezTo>
                      <a:pt x="93" y="178"/>
                      <a:pt x="87" y="196"/>
                      <a:pt x="84" y="216"/>
                    </a:cubicBezTo>
                    <a:cubicBezTo>
                      <a:pt x="81" y="239"/>
                      <a:pt x="83" y="261"/>
                      <a:pt x="90" y="283"/>
                    </a:cubicBezTo>
                    <a:cubicBezTo>
                      <a:pt x="101" y="319"/>
                      <a:pt x="123" y="347"/>
                      <a:pt x="154" y="367"/>
                    </a:cubicBezTo>
                    <a:cubicBezTo>
                      <a:pt x="176" y="381"/>
                      <a:pt x="199" y="389"/>
                      <a:pt x="225" y="392"/>
                    </a:cubicBezTo>
                    <a:cubicBezTo>
                      <a:pt x="252" y="394"/>
                      <a:pt x="277" y="390"/>
                      <a:pt x="302" y="379"/>
                    </a:cubicBezTo>
                    <a:cubicBezTo>
                      <a:pt x="327" y="368"/>
                      <a:pt x="348" y="352"/>
                      <a:pt x="364" y="330"/>
                    </a:cubicBezTo>
                    <a:cubicBezTo>
                      <a:pt x="377" y="313"/>
                      <a:pt x="386" y="294"/>
                      <a:pt x="391" y="273"/>
                    </a:cubicBezTo>
                    <a:cubicBezTo>
                      <a:pt x="395" y="256"/>
                      <a:pt x="397" y="240"/>
                      <a:pt x="395" y="223"/>
                    </a:cubicBezTo>
                    <a:cubicBezTo>
                      <a:pt x="394" y="204"/>
                      <a:pt x="389" y="185"/>
                      <a:pt x="380" y="167"/>
                    </a:cubicBezTo>
                    <a:cubicBezTo>
                      <a:pt x="394" y="153"/>
                      <a:pt x="408" y="139"/>
                      <a:pt x="422" y="125"/>
                    </a:cubicBezTo>
                    <a:cubicBezTo>
                      <a:pt x="444" y="161"/>
                      <a:pt x="455" y="200"/>
                      <a:pt x="453" y="242"/>
                    </a:cubicBezTo>
                    <a:cubicBezTo>
                      <a:pt x="452" y="283"/>
                      <a:pt x="441" y="320"/>
                      <a:pt x="418" y="354"/>
                    </a:cubicBezTo>
                    <a:cubicBezTo>
                      <a:pt x="374" y="418"/>
                      <a:pt x="312" y="450"/>
                      <a:pt x="235" y="450"/>
                    </a:cubicBezTo>
                    <a:cubicBezTo>
                      <a:pt x="176" y="450"/>
                      <a:pt x="125" y="427"/>
                      <a:pt x="85" y="385"/>
                    </a:cubicBezTo>
                    <a:cubicBezTo>
                      <a:pt x="0" y="295"/>
                      <a:pt x="6" y="160"/>
                      <a:pt x="95" y="78"/>
                    </a:cubicBezTo>
                    <a:cubicBezTo>
                      <a:pt x="179" y="0"/>
                      <a:pt x="293" y="14"/>
                      <a:pt x="350" y="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 8">
                <a:extLst>
                  <a:ext uri="{FF2B5EF4-FFF2-40B4-BE49-F238E27FC236}">
                    <a16:creationId xmlns:a16="http://schemas.microsoft.com/office/drawing/2014/main" id="{A0518375-BB45-4633-A8F9-A1A7DE3B7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0563" y="2874828"/>
                <a:ext cx="1381125" cy="1384300"/>
              </a:xfrm>
              <a:custGeom>
                <a:avLst/>
                <a:gdLst>
                  <a:gd name="T0" fmla="*/ 363 w 433"/>
                  <a:gd name="T1" fmla="*/ 0 h 434"/>
                  <a:gd name="T2" fmla="*/ 363 w 433"/>
                  <a:gd name="T3" fmla="*/ 71 h 434"/>
                  <a:gd name="T4" fmla="*/ 432 w 433"/>
                  <a:gd name="T5" fmla="*/ 71 h 434"/>
                  <a:gd name="T6" fmla="*/ 433 w 433"/>
                  <a:gd name="T7" fmla="*/ 73 h 434"/>
                  <a:gd name="T8" fmla="*/ 408 w 433"/>
                  <a:gd name="T9" fmla="*/ 98 h 434"/>
                  <a:gd name="T10" fmla="*/ 303 w 433"/>
                  <a:gd name="T11" fmla="*/ 203 h 434"/>
                  <a:gd name="T12" fmla="*/ 292 w 433"/>
                  <a:gd name="T13" fmla="*/ 207 h 434"/>
                  <a:gd name="T14" fmla="*/ 262 w 433"/>
                  <a:gd name="T15" fmla="*/ 208 h 434"/>
                  <a:gd name="T16" fmla="*/ 255 w 433"/>
                  <a:gd name="T17" fmla="*/ 210 h 434"/>
                  <a:gd name="T18" fmla="*/ 176 w 433"/>
                  <a:gd name="T19" fmla="*/ 289 h 434"/>
                  <a:gd name="T20" fmla="*/ 141 w 433"/>
                  <a:gd name="T21" fmla="*/ 325 h 434"/>
                  <a:gd name="T22" fmla="*/ 140 w 433"/>
                  <a:gd name="T23" fmla="*/ 330 h 434"/>
                  <a:gd name="T24" fmla="*/ 146 w 433"/>
                  <a:gd name="T25" fmla="*/ 354 h 434"/>
                  <a:gd name="T26" fmla="*/ 121 w 433"/>
                  <a:gd name="T27" fmla="*/ 415 h 434"/>
                  <a:gd name="T28" fmla="*/ 67 w 433"/>
                  <a:gd name="T29" fmla="*/ 432 h 434"/>
                  <a:gd name="T30" fmla="*/ 12 w 433"/>
                  <a:gd name="T31" fmla="*/ 397 h 434"/>
                  <a:gd name="T32" fmla="*/ 4 w 433"/>
                  <a:gd name="T33" fmla="*/ 342 h 434"/>
                  <a:gd name="T34" fmla="*/ 46 w 433"/>
                  <a:gd name="T35" fmla="*/ 294 h 434"/>
                  <a:gd name="T36" fmla="*/ 105 w 433"/>
                  <a:gd name="T37" fmla="*/ 295 h 434"/>
                  <a:gd name="T38" fmla="*/ 110 w 433"/>
                  <a:gd name="T39" fmla="*/ 293 h 434"/>
                  <a:gd name="T40" fmla="*/ 191 w 433"/>
                  <a:gd name="T41" fmla="*/ 213 h 434"/>
                  <a:gd name="T42" fmla="*/ 223 w 433"/>
                  <a:gd name="T43" fmla="*/ 181 h 434"/>
                  <a:gd name="T44" fmla="*/ 227 w 433"/>
                  <a:gd name="T45" fmla="*/ 171 h 434"/>
                  <a:gd name="T46" fmla="*/ 227 w 433"/>
                  <a:gd name="T47" fmla="*/ 143 h 434"/>
                  <a:gd name="T48" fmla="*/ 231 w 433"/>
                  <a:gd name="T49" fmla="*/ 131 h 434"/>
                  <a:gd name="T50" fmla="*/ 360 w 433"/>
                  <a:gd name="T51" fmla="*/ 3 h 434"/>
                  <a:gd name="T52" fmla="*/ 363 w 433"/>
                  <a:gd name="T53" fmla="*/ 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3" h="434">
                    <a:moveTo>
                      <a:pt x="363" y="0"/>
                    </a:moveTo>
                    <a:cubicBezTo>
                      <a:pt x="363" y="24"/>
                      <a:pt x="363" y="47"/>
                      <a:pt x="363" y="71"/>
                    </a:cubicBezTo>
                    <a:cubicBezTo>
                      <a:pt x="386" y="71"/>
                      <a:pt x="409" y="71"/>
                      <a:pt x="432" y="71"/>
                    </a:cubicBezTo>
                    <a:cubicBezTo>
                      <a:pt x="432" y="72"/>
                      <a:pt x="432" y="73"/>
                      <a:pt x="433" y="73"/>
                    </a:cubicBezTo>
                    <a:cubicBezTo>
                      <a:pt x="424" y="81"/>
                      <a:pt x="416" y="90"/>
                      <a:pt x="408" y="98"/>
                    </a:cubicBezTo>
                    <a:cubicBezTo>
                      <a:pt x="373" y="133"/>
                      <a:pt x="338" y="168"/>
                      <a:pt x="303" y="203"/>
                    </a:cubicBezTo>
                    <a:cubicBezTo>
                      <a:pt x="300" y="206"/>
                      <a:pt x="297" y="208"/>
                      <a:pt x="292" y="207"/>
                    </a:cubicBezTo>
                    <a:cubicBezTo>
                      <a:pt x="282" y="207"/>
                      <a:pt x="272" y="207"/>
                      <a:pt x="262" y="208"/>
                    </a:cubicBezTo>
                    <a:cubicBezTo>
                      <a:pt x="260" y="208"/>
                      <a:pt x="256" y="209"/>
                      <a:pt x="255" y="210"/>
                    </a:cubicBezTo>
                    <a:cubicBezTo>
                      <a:pt x="228" y="237"/>
                      <a:pt x="202" y="263"/>
                      <a:pt x="176" y="289"/>
                    </a:cubicBezTo>
                    <a:cubicBezTo>
                      <a:pt x="164" y="301"/>
                      <a:pt x="152" y="313"/>
                      <a:pt x="141" y="325"/>
                    </a:cubicBezTo>
                    <a:cubicBezTo>
                      <a:pt x="140" y="326"/>
                      <a:pt x="139" y="328"/>
                      <a:pt x="140" y="330"/>
                    </a:cubicBezTo>
                    <a:cubicBezTo>
                      <a:pt x="143" y="338"/>
                      <a:pt x="145" y="346"/>
                      <a:pt x="146" y="354"/>
                    </a:cubicBezTo>
                    <a:cubicBezTo>
                      <a:pt x="148" y="379"/>
                      <a:pt x="139" y="399"/>
                      <a:pt x="121" y="415"/>
                    </a:cubicBezTo>
                    <a:cubicBezTo>
                      <a:pt x="105" y="428"/>
                      <a:pt x="87" y="434"/>
                      <a:pt x="67" y="432"/>
                    </a:cubicBezTo>
                    <a:cubicBezTo>
                      <a:pt x="43" y="429"/>
                      <a:pt x="25" y="417"/>
                      <a:pt x="12" y="397"/>
                    </a:cubicBezTo>
                    <a:cubicBezTo>
                      <a:pt x="2" y="380"/>
                      <a:pt x="0" y="361"/>
                      <a:pt x="4" y="342"/>
                    </a:cubicBezTo>
                    <a:cubicBezTo>
                      <a:pt x="10" y="320"/>
                      <a:pt x="24" y="303"/>
                      <a:pt x="46" y="294"/>
                    </a:cubicBezTo>
                    <a:cubicBezTo>
                      <a:pt x="66" y="285"/>
                      <a:pt x="86" y="286"/>
                      <a:pt x="105" y="295"/>
                    </a:cubicBezTo>
                    <a:cubicBezTo>
                      <a:pt x="107" y="295"/>
                      <a:pt x="109" y="294"/>
                      <a:pt x="110" y="293"/>
                    </a:cubicBezTo>
                    <a:cubicBezTo>
                      <a:pt x="137" y="267"/>
                      <a:pt x="164" y="240"/>
                      <a:pt x="191" y="213"/>
                    </a:cubicBezTo>
                    <a:cubicBezTo>
                      <a:pt x="202" y="202"/>
                      <a:pt x="212" y="191"/>
                      <a:pt x="223" y="181"/>
                    </a:cubicBezTo>
                    <a:cubicBezTo>
                      <a:pt x="226" y="178"/>
                      <a:pt x="227" y="175"/>
                      <a:pt x="227" y="171"/>
                    </a:cubicBezTo>
                    <a:cubicBezTo>
                      <a:pt x="227" y="162"/>
                      <a:pt x="227" y="152"/>
                      <a:pt x="227" y="143"/>
                    </a:cubicBezTo>
                    <a:cubicBezTo>
                      <a:pt x="226" y="138"/>
                      <a:pt x="228" y="135"/>
                      <a:pt x="231" y="131"/>
                    </a:cubicBezTo>
                    <a:cubicBezTo>
                      <a:pt x="274" y="88"/>
                      <a:pt x="317" y="45"/>
                      <a:pt x="360" y="3"/>
                    </a:cubicBezTo>
                    <a:cubicBezTo>
                      <a:pt x="361" y="2"/>
                      <a:pt x="362" y="1"/>
                      <a:pt x="3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8B9C6D0-3688-4A30-BF0A-B21713DA7795}"/>
                </a:ext>
              </a:extLst>
            </p:cNvPr>
            <p:cNvSpPr/>
            <p:nvPr/>
          </p:nvSpPr>
          <p:spPr>
            <a:xfrm>
              <a:off x="8152014" y="3921468"/>
              <a:ext cx="1108747" cy="110874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10000"/>
              </a:schemeClr>
            </a:solidFill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" name="TextBox 47">
            <a:extLst>
              <a:ext uri="{FF2B5EF4-FFF2-40B4-BE49-F238E27FC236}">
                <a16:creationId xmlns:a16="http://schemas.microsoft.com/office/drawing/2014/main" id="{46B5973F-E89D-4EDC-89A8-FCA29C6A31FE}"/>
              </a:ext>
            </a:extLst>
          </p:cNvPr>
          <p:cNvSpPr txBox="1"/>
          <p:nvPr/>
        </p:nvSpPr>
        <p:spPr>
          <a:xfrm>
            <a:off x="980090" y="949717"/>
            <a:ext cx="5112477" cy="77930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dlanta" pitchFamily="50" charset="0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PLAN </a:t>
            </a:r>
            <a:r>
              <a:rPr lang="en-US" sz="3600" dirty="0">
                <a:solidFill>
                  <a:srgbClr val="00B050"/>
                </a:solidFill>
                <a:latin typeface="Tw Cen MT" panose="020B0602020104020603" pitchFamily="34" charset="0"/>
              </a:rPr>
              <a:t>DE </a:t>
            </a:r>
            <a:r>
              <a:rPr lang="fr-FR" sz="3600" dirty="0">
                <a:solidFill>
                  <a:srgbClr val="00B050"/>
                </a:solidFill>
                <a:latin typeface="Tw Cen MT" panose="020B0602020104020603" pitchFamily="34" charset="0"/>
              </a:rPr>
              <a:t>PRESEN</a:t>
            </a:r>
            <a:r>
              <a:rPr lang="fr-F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TATION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 </a:t>
            </a:r>
            <a:endParaRPr lang="en-GB" sz="3600" dirty="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463177" y="2635824"/>
            <a:ext cx="1635051" cy="2334582"/>
            <a:chOff x="463177" y="2635824"/>
            <a:chExt cx="1635051" cy="2334582"/>
          </a:xfrm>
        </p:grpSpPr>
        <p:sp>
          <p:nvSpPr>
            <p:cNvPr id="2" name="Arrow: Chevron 1">
              <a:extLst>
                <a:ext uri="{FF2B5EF4-FFF2-40B4-BE49-F238E27FC236}">
                  <a16:creationId xmlns:a16="http://schemas.microsoft.com/office/drawing/2014/main" id="{1E03A10B-40C2-429B-A1A2-7E760590AD8F}"/>
                </a:ext>
              </a:extLst>
            </p:cNvPr>
            <p:cNvSpPr/>
            <p:nvPr/>
          </p:nvSpPr>
          <p:spPr>
            <a:xfrm>
              <a:off x="727897" y="3157103"/>
              <a:ext cx="1252493" cy="276285"/>
            </a:xfrm>
            <a:prstGeom prst="chevron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71C13F8-8C78-4F88-AB23-F329C1824EF1}"/>
                </a:ext>
              </a:extLst>
            </p:cNvPr>
            <p:cNvCxnSpPr>
              <a:cxnSpLocks/>
            </p:cNvCxnSpPr>
            <p:nvPr/>
          </p:nvCxnSpPr>
          <p:spPr>
            <a:xfrm>
              <a:off x="1291887" y="3433388"/>
              <a:ext cx="0" cy="464182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2450525-F18B-445F-875C-0B03102F8B0B}"/>
                </a:ext>
              </a:extLst>
            </p:cNvPr>
            <p:cNvGrpSpPr/>
            <p:nvPr/>
          </p:nvGrpSpPr>
          <p:grpSpPr>
            <a:xfrm>
              <a:off x="1008231" y="4082332"/>
              <a:ext cx="567851" cy="692634"/>
              <a:chOff x="7931851" y="2464731"/>
              <a:chExt cx="1002842" cy="1223210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39995895-1847-4C0E-9F81-993F681B55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20806" y="2650831"/>
                <a:ext cx="623981" cy="1037110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A1F4D50F-482B-420C-A2C1-E498EB237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93151" y="2944496"/>
                <a:ext cx="44264" cy="75201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7">
                <a:extLst>
                  <a:ext uri="{FF2B5EF4-FFF2-40B4-BE49-F238E27FC236}">
                    <a16:creationId xmlns:a16="http://schemas.microsoft.com/office/drawing/2014/main" id="{ACBC37C6-6E77-488B-9DFE-72B2AC54B8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15045" y="3044923"/>
                <a:ext cx="160397" cy="25749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8">
                <a:extLst>
                  <a:ext uri="{FF2B5EF4-FFF2-40B4-BE49-F238E27FC236}">
                    <a16:creationId xmlns:a16="http://schemas.microsoft.com/office/drawing/2014/main" id="{D3A6035D-76D2-4F03-9254-E66D302FF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5816" y="3030644"/>
                <a:ext cx="71870" cy="8900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Freeform 9">
                <a:extLst>
                  <a:ext uri="{FF2B5EF4-FFF2-40B4-BE49-F238E27FC236}">
                    <a16:creationId xmlns:a16="http://schemas.microsoft.com/office/drawing/2014/main" id="{A87D33A6-238B-418D-AAD9-A172DF9F52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724603"/>
                <a:ext cx="259397" cy="28271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8B10EBDF-4104-4461-8020-FAE692BEF7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464731"/>
                <a:ext cx="39980" cy="152306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Freeform 11">
                <a:extLst>
                  <a:ext uri="{FF2B5EF4-FFF2-40B4-BE49-F238E27FC236}">
                    <a16:creationId xmlns:a16="http://schemas.microsoft.com/office/drawing/2014/main" id="{B5FF8AC1-F832-436D-ABAA-666A6EC07B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69830" y="2526606"/>
                <a:ext cx="101379" cy="14088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Freeform 12">
                <a:extLst>
                  <a:ext uri="{FF2B5EF4-FFF2-40B4-BE49-F238E27FC236}">
                    <a16:creationId xmlns:a16="http://schemas.microsoft.com/office/drawing/2014/main" id="{1500C415-B335-4062-9E92-C8DC4A09E1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3132975"/>
                <a:ext cx="142311" cy="99951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2EBFA7F6-F8C4-4673-9A7E-8BABF1EDD1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2704613"/>
                <a:ext cx="142311" cy="98999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14">
                <a:extLst>
                  <a:ext uri="{FF2B5EF4-FFF2-40B4-BE49-F238E27FC236}">
                    <a16:creationId xmlns:a16="http://schemas.microsoft.com/office/drawing/2014/main" id="{AA4B621A-F767-4F38-B62C-BD46A32DA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82387" y="2949255"/>
                <a:ext cx="152306" cy="40457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15">
                <a:extLst>
                  <a:ext uri="{FF2B5EF4-FFF2-40B4-BE49-F238E27FC236}">
                    <a16:creationId xmlns:a16="http://schemas.microsoft.com/office/drawing/2014/main" id="{87671456-4A3B-4E30-AC99-193D321FCF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31851" y="2949255"/>
                <a:ext cx="151355" cy="40457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B3D79B3F-2E86-43C5-A9CD-6926591281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2704613"/>
                <a:ext cx="142311" cy="98999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17">
                <a:extLst>
                  <a:ext uri="{FF2B5EF4-FFF2-40B4-BE49-F238E27FC236}">
                    <a16:creationId xmlns:a16="http://schemas.microsoft.com/office/drawing/2014/main" id="{6B0837FD-BCC3-449B-AF32-FC517E964F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3132975"/>
                <a:ext cx="142311" cy="99951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 18">
                <a:extLst>
                  <a:ext uri="{FF2B5EF4-FFF2-40B4-BE49-F238E27FC236}">
                    <a16:creationId xmlns:a16="http://schemas.microsoft.com/office/drawing/2014/main" id="{6677223A-2AE1-4A8F-8204-15AB7F85AE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95336" y="2526606"/>
                <a:ext cx="101379" cy="14088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F7B8CD3-367D-407A-B6EF-6847832763FB}"/>
                </a:ext>
              </a:extLst>
            </p:cNvPr>
            <p:cNvSpPr/>
            <p:nvPr/>
          </p:nvSpPr>
          <p:spPr>
            <a:xfrm>
              <a:off x="769927" y="3908247"/>
              <a:ext cx="1062160" cy="1062159"/>
            </a:xfrm>
            <a:prstGeom prst="ellipse">
              <a:avLst/>
            </a:prstGeom>
            <a:solidFill>
              <a:schemeClr val="tx2">
                <a:lumMod val="75000"/>
                <a:alpha val="1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TextBox 50">
              <a:extLst>
                <a:ext uri="{FF2B5EF4-FFF2-40B4-BE49-F238E27FC236}">
                  <a16:creationId xmlns:a16="http://schemas.microsoft.com/office/drawing/2014/main" id="{885053D2-99C1-40B0-9318-07A27F2C9B85}"/>
                </a:ext>
              </a:extLst>
            </p:cNvPr>
            <p:cNvSpPr txBox="1"/>
            <p:nvPr/>
          </p:nvSpPr>
          <p:spPr>
            <a:xfrm>
              <a:off x="463177" y="2635824"/>
              <a:ext cx="163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INTRODUCTION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3877322" y="2438333"/>
            <a:ext cx="1819164" cy="2669392"/>
            <a:chOff x="3877322" y="2438333"/>
            <a:chExt cx="1819164" cy="2669392"/>
          </a:xfrm>
        </p:grpSpPr>
        <p:sp>
          <p:nvSpPr>
            <p:cNvPr id="89" name="Arrow: Chevron 2">
              <a:extLst>
                <a:ext uri="{FF2B5EF4-FFF2-40B4-BE49-F238E27FC236}">
                  <a16:creationId xmlns:a16="http://schemas.microsoft.com/office/drawing/2014/main" id="{7F2E402E-66F1-4FCA-9452-07D806ACA563}"/>
                </a:ext>
              </a:extLst>
            </p:cNvPr>
            <p:cNvSpPr/>
            <p:nvPr/>
          </p:nvSpPr>
          <p:spPr>
            <a:xfrm>
              <a:off x="4209655" y="3194852"/>
              <a:ext cx="1297618" cy="288968"/>
            </a:xfrm>
            <a:prstGeom prst="chevr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TextBox 11">
              <a:extLst>
                <a:ext uri="{FF2B5EF4-FFF2-40B4-BE49-F238E27FC236}">
                  <a16:creationId xmlns:a16="http://schemas.microsoft.com/office/drawing/2014/main" id="{20295B2C-770E-492F-A954-71B35404786A}"/>
                </a:ext>
              </a:extLst>
            </p:cNvPr>
            <p:cNvSpPr txBox="1"/>
            <p:nvPr/>
          </p:nvSpPr>
          <p:spPr>
            <a:xfrm>
              <a:off x="3877322" y="2438333"/>
              <a:ext cx="1819164" cy="531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CONTEXTE ET PROBLEMATIQUE</a:t>
              </a:r>
            </a:p>
          </p:txBody>
        </p:sp>
        <p:cxnSp>
          <p:nvCxnSpPr>
            <p:cNvPr id="91" name="Straight Connector 22">
              <a:extLst>
                <a:ext uri="{FF2B5EF4-FFF2-40B4-BE49-F238E27FC236}">
                  <a16:creationId xmlns:a16="http://schemas.microsoft.com/office/drawing/2014/main" id="{75281380-0B8F-4478-AA4B-78F14E648688}"/>
                </a:ext>
              </a:extLst>
            </p:cNvPr>
            <p:cNvCxnSpPr>
              <a:cxnSpLocks/>
              <a:stCxn id="89" idx="2"/>
              <a:endCxn id="93" idx="0"/>
            </p:cNvCxnSpPr>
            <p:nvPr/>
          </p:nvCxnSpPr>
          <p:spPr>
            <a:xfrm>
              <a:off x="4786904" y="3483820"/>
              <a:ext cx="11133" cy="48549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66">
              <a:extLst>
                <a:ext uri="{FF2B5EF4-FFF2-40B4-BE49-F238E27FC236}">
                  <a16:creationId xmlns:a16="http://schemas.microsoft.com/office/drawing/2014/main" id="{A6B5AA69-4FFB-45B3-8DC6-0C1B70F009A1}"/>
                </a:ext>
              </a:extLst>
            </p:cNvPr>
            <p:cNvGrpSpPr/>
            <p:nvPr/>
          </p:nvGrpSpPr>
          <p:grpSpPr>
            <a:xfrm>
              <a:off x="4468313" y="4191983"/>
              <a:ext cx="659447" cy="665574"/>
              <a:chOff x="2700338" y="8651875"/>
              <a:chExt cx="6545262" cy="654367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4" name="Freeform 18">
                <a:extLst>
                  <a:ext uri="{FF2B5EF4-FFF2-40B4-BE49-F238E27FC236}">
                    <a16:creationId xmlns:a16="http://schemas.microsoft.com/office/drawing/2014/main" id="{30FFEE61-CA56-4811-B5E2-5BFBB65D77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00338" y="10820400"/>
                <a:ext cx="4376737" cy="4375150"/>
              </a:xfrm>
              <a:custGeom>
                <a:avLst/>
                <a:gdLst>
                  <a:gd name="T0" fmla="*/ 477 w 1376"/>
                  <a:gd name="T1" fmla="*/ 1360 h 1376"/>
                  <a:gd name="T2" fmla="*/ 312 w 1376"/>
                  <a:gd name="T3" fmla="*/ 1212 h 1376"/>
                  <a:gd name="T4" fmla="*/ 237 w 1376"/>
                  <a:gd name="T5" fmla="*/ 1044 h 1376"/>
                  <a:gd name="T6" fmla="*/ 64 w 1376"/>
                  <a:gd name="T7" fmla="*/ 1013 h 1376"/>
                  <a:gd name="T8" fmla="*/ 51 w 1376"/>
                  <a:gd name="T9" fmla="*/ 793 h 1376"/>
                  <a:gd name="T10" fmla="*/ 117 w 1376"/>
                  <a:gd name="T11" fmla="*/ 621 h 1376"/>
                  <a:gd name="T12" fmla="*/ 16 w 1376"/>
                  <a:gd name="T13" fmla="*/ 476 h 1376"/>
                  <a:gd name="T14" fmla="*/ 164 w 1376"/>
                  <a:gd name="T15" fmla="*/ 312 h 1376"/>
                  <a:gd name="T16" fmla="*/ 332 w 1376"/>
                  <a:gd name="T17" fmla="*/ 237 h 1376"/>
                  <a:gd name="T18" fmla="*/ 363 w 1376"/>
                  <a:gd name="T19" fmla="*/ 63 h 1376"/>
                  <a:gd name="T20" fmla="*/ 583 w 1376"/>
                  <a:gd name="T21" fmla="*/ 51 h 1376"/>
                  <a:gd name="T22" fmla="*/ 755 w 1376"/>
                  <a:gd name="T23" fmla="*/ 116 h 1376"/>
                  <a:gd name="T24" fmla="*/ 900 w 1376"/>
                  <a:gd name="T25" fmla="*/ 16 h 1376"/>
                  <a:gd name="T26" fmla="*/ 1064 w 1376"/>
                  <a:gd name="T27" fmla="*/ 163 h 1376"/>
                  <a:gd name="T28" fmla="*/ 1139 w 1376"/>
                  <a:gd name="T29" fmla="*/ 331 h 1376"/>
                  <a:gd name="T30" fmla="*/ 1313 w 1376"/>
                  <a:gd name="T31" fmla="*/ 362 h 1376"/>
                  <a:gd name="T32" fmla="*/ 1360 w 1376"/>
                  <a:gd name="T33" fmla="*/ 476 h 1376"/>
                  <a:gd name="T34" fmla="*/ 1260 w 1376"/>
                  <a:gd name="T35" fmla="*/ 621 h 1376"/>
                  <a:gd name="T36" fmla="*/ 1325 w 1376"/>
                  <a:gd name="T37" fmla="*/ 793 h 1376"/>
                  <a:gd name="T38" fmla="*/ 1313 w 1376"/>
                  <a:gd name="T39" fmla="*/ 1013 h 1376"/>
                  <a:gd name="T40" fmla="*/ 1139 w 1376"/>
                  <a:gd name="T41" fmla="*/ 1044 h 1376"/>
                  <a:gd name="T42" fmla="*/ 1064 w 1376"/>
                  <a:gd name="T43" fmla="*/ 1212 h 1376"/>
                  <a:gd name="T44" fmla="*/ 900 w 1376"/>
                  <a:gd name="T45" fmla="*/ 1360 h 1376"/>
                  <a:gd name="T46" fmla="*/ 755 w 1376"/>
                  <a:gd name="T47" fmla="*/ 1259 h 1376"/>
                  <a:gd name="T48" fmla="*/ 583 w 1376"/>
                  <a:gd name="T49" fmla="*/ 1325 h 1376"/>
                  <a:gd name="T50" fmla="*/ 403 w 1376"/>
                  <a:gd name="T51" fmla="*/ 1230 h 1376"/>
                  <a:gd name="T52" fmla="*/ 544 w 1376"/>
                  <a:gd name="T53" fmla="*/ 1210 h 1376"/>
                  <a:gd name="T54" fmla="*/ 748 w 1376"/>
                  <a:gd name="T55" fmla="*/ 1167 h 1376"/>
                  <a:gd name="T56" fmla="*/ 870 w 1376"/>
                  <a:gd name="T57" fmla="*/ 1273 h 1376"/>
                  <a:gd name="T58" fmla="*/ 956 w 1376"/>
                  <a:gd name="T59" fmla="*/ 1159 h 1376"/>
                  <a:gd name="T60" fmla="*/ 1070 w 1376"/>
                  <a:gd name="T61" fmla="*/ 985 h 1376"/>
                  <a:gd name="T62" fmla="*/ 1230 w 1376"/>
                  <a:gd name="T63" fmla="*/ 973 h 1376"/>
                  <a:gd name="T64" fmla="*/ 1211 w 1376"/>
                  <a:gd name="T65" fmla="*/ 832 h 1376"/>
                  <a:gd name="T66" fmla="*/ 1168 w 1376"/>
                  <a:gd name="T67" fmla="*/ 628 h 1376"/>
                  <a:gd name="T68" fmla="*/ 1274 w 1376"/>
                  <a:gd name="T69" fmla="*/ 506 h 1376"/>
                  <a:gd name="T70" fmla="*/ 1160 w 1376"/>
                  <a:gd name="T71" fmla="*/ 420 h 1376"/>
                  <a:gd name="T72" fmla="*/ 986 w 1376"/>
                  <a:gd name="T73" fmla="*/ 306 h 1376"/>
                  <a:gd name="T74" fmla="*/ 974 w 1376"/>
                  <a:gd name="T75" fmla="*/ 146 h 1376"/>
                  <a:gd name="T76" fmla="*/ 833 w 1376"/>
                  <a:gd name="T77" fmla="*/ 165 h 1376"/>
                  <a:gd name="T78" fmla="*/ 629 w 1376"/>
                  <a:gd name="T79" fmla="*/ 208 h 1376"/>
                  <a:gd name="T80" fmla="*/ 507 w 1376"/>
                  <a:gd name="T81" fmla="*/ 102 h 1376"/>
                  <a:gd name="T82" fmla="*/ 421 w 1376"/>
                  <a:gd name="T83" fmla="*/ 216 h 1376"/>
                  <a:gd name="T84" fmla="*/ 307 w 1376"/>
                  <a:gd name="T85" fmla="*/ 390 h 1376"/>
                  <a:gd name="T86" fmla="*/ 146 w 1376"/>
                  <a:gd name="T87" fmla="*/ 402 h 1376"/>
                  <a:gd name="T88" fmla="*/ 166 w 1376"/>
                  <a:gd name="T89" fmla="*/ 543 h 1376"/>
                  <a:gd name="T90" fmla="*/ 209 w 1376"/>
                  <a:gd name="T91" fmla="*/ 747 h 1376"/>
                  <a:gd name="T92" fmla="*/ 103 w 1376"/>
                  <a:gd name="T93" fmla="*/ 869 h 1376"/>
                  <a:gd name="T94" fmla="*/ 217 w 1376"/>
                  <a:gd name="T95" fmla="*/ 955 h 1376"/>
                  <a:gd name="T96" fmla="*/ 391 w 1376"/>
                  <a:gd name="T97" fmla="*/ 1069 h 1376"/>
                  <a:gd name="T98" fmla="*/ 403 w 1376"/>
                  <a:gd name="T99" fmla="*/ 1230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376" h="1376">
                    <a:moveTo>
                      <a:pt x="509" y="1366"/>
                    </a:moveTo>
                    <a:cubicBezTo>
                      <a:pt x="498" y="1366"/>
                      <a:pt x="487" y="1364"/>
                      <a:pt x="477" y="1360"/>
                    </a:cubicBezTo>
                    <a:cubicBezTo>
                      <a:pt x="363" y="1312"/>
                      <a:pt x="363" y="1312"/>
                      <a:pt x="363" y="1312"/>
                    </a:cubicBezTo>
                    <a:cubicBezTo>
                      <a:pt x="324" y="1296"/>
                      <a:pt x="302" y="1253"/>
                      <a:pt x="312" y="1212"/>
                    </a:cubicBezTo>
                    <a:cubicBezTo>
                      <a:pt x="319" y="1188"/>
                      <a:pt x="325" y="1163"/>
                      <a:pt x="332" y="1139"/>
                    </a:cubicBezTo>
                    <a:cubicBezTo>
                      <a:pt x="297" y="1111"/>
                      <a:pt x="265" y="1079"/>
                      <a:pt x="237" y="1044"/>
                    </a:cubicBezTo>
                    <a:cubicBezTo>
                      <a:pt x="213" y="1051"/>
                      <a:pt x="188" y="1057"/>
                      <a:pt x="164" y="1064"/>
                    </a:cubicBezTo>
                    <a:cubicBezTo>
                      <a:pt x="123" y="1074"/>
                      <a:pt x="80" y="1052"/>
                      <a:pt x="64" y="1013"/>
                    </a:cubicBezTo>
                    <a:cubicBezTo>
                      <a:pt x="16" y="899"/>
                      <a:pt x="16" y="899"/>
                      <a:pt x="16" y="899"/>
                    </a:cubicBezTo>
                    <a:cubicBezTo>
                      <a:pt x="0" y="860"/>
                      <a:pt x="15" y="815"/>
                      <a:pt x="51" y="793"/>
                    </a:cubicBezTo>
                    <a:cubicBezTo>
                      <a:pt x="73" y="780"/>
                      <a:pt x="95" y="767"/>
                      <a:pt x="117" y="754"/>
                    </a:cubicBezTo>
                    <a:cubicBezTo>
                      <a:pt x="112" y="710"/>
                      <a:pt x="112" y="665"/>
                      <a:pt x="117" y="621"/>
                    </a:cubicBezTo>
                    <a:cubicBezTo>
                      <a:pt x="95" y="608"/>
                      <a:pt x="73" y="595"/>
                      <a:pt x="51" y="582"/>
                    </a:cubicBezTo>
                    <a:cubicBezTo>
                      <a:pt x="15" y="561"/>
                      <a:pt x="0" y="515"/>
                      <a:pt x="16" y="476"/>
                    </a:cubicBezTo>
                    <a:cubicBezTo>
                      <a:pt x="64" y="362"/>
                      <a:pt x="64" y="362"/>
                      <a:pt x="64" y="362"/>
                    </a:cubicBezTo>
                    <a:cubicBezTo>
                      <a:pt x="80" y="323"/>
                      <a:pt x="123" y="301"/>
                      <a:pt x="164" y="312"/>
                    </a:cubicBezTo>
                    <a:cubicBezTo>
                      <a:pt x="188" y="318"/>
                      <a:pt x="213" y="324"/>
                      <a:pt x="237" y="331"/>
                    </a:cubicBezTo>
                    <a:cubicBezTo>
                      <a:pt x="265" y="296"/>
                      <a:pt x="297" y="264"/>
                      <a:pt x="332" y="237"/>
                    </a:cubicBezTo>
                    <a:cubicBezTo>
                      <a:pt x="325" y="212"/>
                      <a:pt x="319" y="187"/>
                      <a:pt x="312" y="163"/>
                    </a:cubicBezTo>
                    <a:cubicBezTo>
                      <a:pt x="302" y="122"/>
                      <a:pt x="324" y="79"/>
                      <a:pt x="363" y="63"/>
                    </a:cubicBezTo>
                    <a:cubicBezTo>
                      <a:pt x="477" y="16"/>
                      <a:pt x="477" y="16"/>
                      <a:pt x="477" y="16"/>
                    </a:cubicBezTo>
                    <a:cubicBezTo>
                      <a:pt x="516" y="0"/>
                      <a:pt x="561" y="15"/>
                      <a:pt x="583" y="51"/>
                    </a:cubicBezTo>
                    <a:cubicBezTo>
                      <a:pt x="596" y="72"/>
                      <a:pt x="609" y="94"/>
                      <a:pt x="622" y="116"/>
                    </a:cubicBezTo>
                    <a:cubicBezTo>
                      <a:pt x="666" y="111"/>
                      <a:pt x="711" y="111"/>
                      <a:pt x="755" y="116"/>
                    </a:cubicBezTo>
                    <a:cubicBezTo>
                      <a:pt x="768" y="94"/>
                      <a:pt x="781" y="72"/>
                      <a:pt x="794" y="51"/>
                    </a:cubicBezTo>
                    <a:cubicBezTo>
                      <a:pt x="815" y="15"/>
                      <a:pt x="861" y="0"/>
                      <a:pt x="900" y="16"/>
                    </a:cubicBezTo>
                    <a:cubicBezTo>
                      <a:pt x="1014" y="63"/>
                      <a:pt x="1014" y="63"/>
                      <a:pt x="1014" y="63"/>
                    </a:cubicBezTo>
                    <a:cubicBezTo>
                      <a:pt x="1053" y="79"/>
                      <a:pt x="1075" y="122"/>
                      <a:pt x="1064" y="163"/>
                    </a:cubicBezTo>
                    <a:cubicBezTo>
                      <a:pt x="1058" y="187"/>
                      <a:pt x="1052" y="212"/>
                      <a:pt x="1045" y="237"/>
                    </a:cubicBezTo>
                    <a:cubicBezTo>
                      <a:pt x="1080" y="264"/>
                      <a:pt x="1112" y="296"/>
                      <a:pt x="1139" y="331"/>
                    </a:cubicBezTo>
                    <a:cubicBezTo>
                      <a:pt x="1164" y="324"/>
                      <a:pt x="1189" y="318"/>
                      <a:pt x="1213" y="312"/>
                    </a:cubicBezTo>
                    <a:cubicBezTo>
                      <a:pt x="1254" y="301"/>
                      <a:pt x="1297" y="323"/>
                      <a:pt x="1313" y="362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76" y="515"/>
                      <a:pt x="1361" y="561"/>
                      <a:pt x="1325" y="582"/>
                    </a:cubicBezTo>
                    <a:cubicBezTo>
                      <a:pt x="1304" y="595"/>
                      <a:pt x="1282" y="608"/>
                      <a:pt x="1260" y="621"/>
                    </a:cubicBezTo>
                    <a:cubicBezTo>
                      <a:pt x="1265" y="665"/>
                      <a:pt x="1265" y="710"/>
                      <a:pt x="1260" y="754"/>
                    </a:cubicBezTo>
                    <a:cubicBezTo>
                      <a:pt x="1282" y="767"/>
                      <a:pt x="1304" y="780"/>
                      <a:pt x="1325" y="793"/>
                    </a:cubicBezTo>
                    <a:cubicBezTo>
                      <a:pt x="1361" y="815"/>
                      <a:pt x="1376" y="860"/>
                      <a:pt x="1360" y="899"/>
                    </a:cubicBezTo>
                    <a:cubicBezTo>
                      <a:pt x="1313" y="1013"/>
                      <a:pt x="1313" y="1013"/>
                      <a:pt x="1313" y="1013"/>
                    </a:cubicBezTo>
                    <a:cubicBezTo>
                      <a:pt x="1297" y="1052"/>
                      <a:pt x="1254" y="1074"/>
                      <a:pt x="1213" y="1064"/>
                    </a:cubicBezTo>
                    <a:cubicBezTo>
                      <a:pt x="1189" y="1057"/>
                      <a:pt x="1164" y="1051"/>
                      <a:pt x="1139" y="1044"/>
                    </a:cubicBezTo>
                    <a:cubicBezTo>
                      <a:pt x="1112" y="1079"/>
                      <a:pt x="1080" y="1111"/>
                      <a:pt x="1045" y="1139"/>
                    </a:cubicBezTo>
                    <a:cubicBezTo>
                      <a:pt x="1052" y="1164"/>
                      <a:pt x="1058" y="1188"/>
                      <a:pt x="1064" y="1212"/>
                    </a:cubicBezTo>
                    <a:cubicBezTo>
                      <a:pt x="1075" y="1253"/>
                      <a:pt x="1053" y="1296"/>
                      <a:pt x="1014" y="1312"/>
                    </a:cubicBezTo>
                    <a:cubicBezTo>
                      <a:pt x="900" y="1360"/>
                      <a:pt x="900" y="1360"/>
                      <a:pt x="900" y="1360"/>
                    </a:cubicBezTo>
                    <a:cubicBezTo>
                      <a:pt x="861" y="1376"/>
                      <a:pt x="815" y="1361"/>
                      <a:pt x="794" y="1325"/>
                    </a:cubicBezTo>
                    <a:cubicBezTo>
                      <a:pt x="781" y="1303"/>
                      <a:pt x="768" y="1281"/>
                      <a:pt x="755" y="1259"/>
                    </a:cubicBezTo>
                    <a:cubicBezTo>
                      <a:pt x="711" y="1264"/>
                      <a:pt x="666" y="1264"/>
                      <a:pt x="622" y="1259"/>
                    </a:cubicBezTo>
                    <a:cubicBezTo>
                      <a:pt x="609" y="1281"/>
                      <a:pt x="596" y="1303"/>
                      <a:pt x="583" y="1325"/>
                    </a:cubicBezTo>
                    <a:cubicBezTo>
                      <a:pt x="567" y="1351"/>
                      <a:pt x="539" y="1366"/>
                      <a:pt x="509" y="1366"/>
                    </a:cubicBezTo>
                    <a:close/>
                    <a:moveTo>
                      <a:pt x="403" y="1230"/>
                    </a:moveTo>
                    <a:cubicBezTo>
                      <a:pt x="507" y="1273"/>
                      <a:pt x="507" y="1273"/>
                      <a:pt x="507" y="1273"/>
                    </a:cubicBezTo>
                    <a:cubicBezTo>
                      <a:pt x="519" y="1252"/>
                      <a:pt x="532" y="1231"/>
                      <a:pt x="544" y="1210"/>
                    </a:cubicBezTo>
                    <a:cubicBezTo>
                      <a:pt x="562" y="1180"/>
                      <a:pt x="595" y="1163"/>
                      <a:pt x="629" y="1167"/>
                    </a:cubicBezTo>
                    <a:cubicBezTo>
                      <a:pt x="669" y="1172"/>
                      <a:pt x="708" y="1172"/>
                      <a:pt x="748" y="1167"/>
                    </a:cubicBezTo>
                    <a:cubicBezTo>
                      <a:pt x="782" y="1163"/>
                      <a:pt x="815" y="1180"/>
                      <a:pt x="833" y="1210"/>
                    </a:cubicBezTo>
                    <a:cubicBezTo>
                      <a:pt x="845" y="1231"/>
                      <a:pt x="857" y="1252"/>
                      <a:pt x="870" y="1273"/>
                    </a:cubicBezTo>
                    <a:cubicBezTo>
                      <a:pt x="974" y="1230"/>
                      <a:pt x="974" y="1230"/>
                      <a:pt x="974" y="1230"/>
                    </a:cubicBezTo>
                    <a:cubicBezTo>
                      <a:pt x="968" y="1206"/>
                      <a:pt x="962" y="1183"/>
                      <a:pt x="956" y="1159"/>
                    </a:cubicBezTo>
                    <a:cubicBezTo>
                      <a:pt x="947" y="1125"/>
                      <a:pt x="958" y="1090"/>
                      <a:pt x="986" y="1069"/>
                    </a:cubicBezTo>
                    <a:cubicBezTo>
                      <a:pt x="1017" y="1044"/>
                      <a:pt x="1045" y="1016"/>
                      <a:pt x="1070" y="985"/>
                    </a:cubicBezTo>
                    <a:cubicBezTo>
                      <a:pt x="1091" y="958"/>
                      <a:pt x="1126" y="946"/>
                      <a:pt x="1160" y="955"/>
                    </a:cubicBezTo>
                    <a:cubicBezTo>
                      <a:pt x="1183" y="961"/>
                      <a:pt x="1207" y="967"/>
                      <a:pt x="1230" y="973"/>
                    </a:cubicBezTo>
                    <a:cubicBezTo>
                      <a:pt x="1274" y="869"/>
                      <a:pt x="1274" y="869"/>
                      <a:pt x="1274" y="869"/>
                    </a:cubicBezTo>
                    <a:cubicBezTo>
                      <a:pt x="1253" y="856"/>
                      <a:pt x="1232" y="844"/>
                      <a:pt x="1211" y="832"/>
                    </a:cubicBezTo>
                    <a:cubicBezTo>
                      <a:pt x="1181" y="814"/>
                      <a:pt x="1164" y="781"/>
                      <a:pt x="1168" y="747"/>
                    </a:cubicBezTo>
                    <a:cubicBezTo>
                      <a:pt x="1173" y="707"/>
                      <a:pt x="1173" y="668"/>
                      <a:pt x="1168" y="628"/>
                    </a:cubicBezTo>
                    <a:cubicBezTo>
                      <a:pt x="1164" y="594"/>
                      <a:pt x="1181" y="561"/>
                      <a:pt x="1211" y="543"/>
                    </a:cubicBezTo>
                    <a:cubicBezTo>
                      <a:pt x="1232" y="531"/>
                      <a:pt x="1253" y="519"/>
                      <a:pt x="1274" y="506"/>
                    </a:cubicBezTo>
                    <a:cubicBezTo>
                      <a:pt x="1230" y="402"/>
                      <a:pt x="1230" y="402"/>
                      <a:pt x="1230" y="402"/>
                    </a:cubicBezTo>
                    <a:cubicBezTo>
                      <a:pt x="1207" y="408"/>
                      <a:pt x="1183" y="414"/>
                      <a:pt x="1160" y="420"/>
                    </a:cubicBezTo>
                    <a:cubicBezTo>
                      <a:pt x="1126" y="429"/>
                      <a:pt x="1091" y="418"/>
                      <a:pt x="1070" y="390"/>
                    </a:cubicBezTo>
                    <a:cubicBezTo>
                      <a:pt x="1045" y="359"/>
                      <a:pt x="1017" y="331"/>
                      <a:pt x="986" y="306"/>
                    </a:cubicBezTo>
                    <a:cubicBezTo>
                      <a:pt x="958" y="285"/>
                      <a:pt x="947" y="250"/>
                      <a:pt x="956" y="216"/>
                    </a:cubicBezTo>
                    <a:cubicBezTo>
                      <a:pt x="962" y="193"/>
                      <a:pt x="968" y="169"/>
                      <a:pt x="974" y="146"/>
                    </a:cubicBezTo>
                    <a:cubicBezTo>
                      <a:pt x="870" y="102"/>
                      <a:pt x="870" y="102"/>
                      <a:pt x="870" y="102"/>
                    </a:cubicBezTo>
                    <a:cubicBezTo>
                      <a:pt x="857" y="123"/>
                      <a:pt x="845" y="144"/>
                      <a:pt x="833" y="165"/>
                    </a:cubicBezTo>
                    <a:cubicBezTo>
                      <a:pt x="815" y="195"/>
                      <a:pt x="782" y="212"/>
                      <a:pt x="748" y="208"/>
                    </a:cubicBezTo>
                    <a:cubicBezTo>
                      <a:pt x="708" y="203"/>
                      <a:pt x="668" y="203"/>
                      <a:pt x="629" y="208"/>
                    </a:cubicBezTo>
                    <a:cubicBezTo>
                      <a:pt x="595" y="212"/>
                      <a:pt x="561" y="195"/>
                      <a:pt x="544" y="165"/>
                    </a:cubicBezTo>
                    <a:cubicBezTo>
                      <a:pt x="532" y="144"/>
                      <a:pt x="519" y="123"/>
                      <a:pt x="507" y="102"/>
                    </a:cubicBezTo>
                    <a:cubicBezTo>
                      <a:pt x="403" y="146"/>
                      <a:pt x="403" y="146"/>
                      <a:pt x="403" y="146"/>
                    </a:cubicBezTo>
                    <a:cubicBezTo>
                      <a:pt x="409" y="169"/>
                      <a:pt x="415" y="193"/>
                      <a:pt x="421" y="216"/>
                    </a:cubicBezTo>
                    <a:cubicBezTo>
                      <a:pt x="430" y="250"/>
                      <a:pt x="418" y="285"/>
                      <a:pt x="391" y="306"/>
                    </a:cubicBezTo>
                    <a:cubicBezTo>
                      <a:pt x="360" y="331"/>
                      <a:pt x="332" y="359"/>
                      <a:pt x="307" y="390"/>
                    </a:cubicBezTo>
                    <a:cubicBezTo>
                      <a:pt x="286" y="418"/>
                      <a:pt x="251" y="429"/>
                      <a:pt x="217" y="420"/>
                    </a:cubicBezTo>
                    <a:cubicBezTo>
                      <a:pt x="193" y="414"/>
                      <a:pt x="170" y="408"/>
                      <a:pt x="146" y="402"/>
                    </a:cubicBezTo>
                    <a:cubicBezTo>
                      <a:pt x="103" y="506"/>
                      <a:pt x="103" y="506"/>
                      <a:pt x="103" y="506"/>
                    </a:cubicBezTo>
                    <a:cubicBezTo>
                      <a:pt x="124" y="519"/>
                      <a:pt x="145" y="531"/>
                      <a:pt x="166" y="543"/>
                    </a:cubicBezTo>
                    <a:cubicBezTo>
                      <a:pt x="196" y="561"/>
                      <a:pt x="213" y="594"/>
                      <a:pt x="209" y="628"/>
                    </a:cubicBezTo>
                    <a:cubicBezTo>
                      <a:pt x="204" y="668"/>
                      <a:pt x="204" y="708"/>
                      <a:pt x="209" y="747"/>
                    </a:cubicBezTo>
                    <a:cubicBezTo>
                      <a:pt x="213" y="781"/>
                      <a:pt x="196" y="815"/>
                      <a:pt x="166" y="832"/>
                    </a:cubicBezTo>
                    <a:cubicBezTo>
                      <a:pt x="145" y="844"/>
                      <a:pt x="124" y="856"/>
                      <a:pt x="103" y="869"/>
                    </a:cubicBezTo>
                    <a:cubicBezTo>
                      <a:pt x="146" y="973"/>
                      <a:pt x="146" y="973"/>
                      <a:pt x="146" y="973"/>
                    </a:cubicBezTo>
                    <a:cubicBezTo>
                      <a:pt x="170" y="968"/>
                      <a:pt x="193" y="961"/>
                      <a:pt x="217" y="955"/>
                    </a:cubicBezTo>
                    <a:cubicBezTo>
                      <a:pt x="251" y="946"/>
                      <a:pt x="286" y="958"/>
                      <a:pt x="307" y="985"/>
                    </a:cubicBezTo>
                    <a:cubicBezTo>
                      <a:pt x="332" y="1016"/>
                      <a:pt x="360" y="1044"/>
                      <a:pt x="391" y="1069"/>
                    </a:cubicBezTo>
                    <a:cubicBezTo>
                      <a:pt x="418" y="1090"/>
                      <a:pt x="430" y="1125"/>
                      <a:pt x="421" y="1159"/>
                    </a:cubicBezTo>
                    <a:cubicBezTo>
                      <a:pt x="415" y="1183"/>
                      <a:pt x="409" y="1206"/>
                      <a:pt x="403" y="123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 19">
                <a:extLst>
                  <a:ext uri="{FF2B5EF4-FFF2-40B4-BE49-F238E27FC236}">
                    <a16:creationId xmlns:a16="http://schemas.microsoft.com/office/drawing/2014/main" id="{8B05F57D-4766-4906-8968-7916F9030C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2375" y="11879263"/>
                <a:ext cx="2255837" cy="2120900"/>
              </a:xfrm>
              <a:custGeom>
                <a:avLst/>
                <a:gdLst>
                  <a:gd name="T0" fmla="*/ 354 w 709"/>
                  <a:gd name="T1" fmla="*/ 667 h 667"/>
                  <a:gd name="T2" fmla="*/ 235 w 709"/>
                  <a:gd name="T3" fmla="*/ 643 h 667"/>
                  <a:gd name="T4" fmla="*/ 66 w 709"/>
                  <a:gd name="T5" fmla="*/ 474 h 667"/>
                  <a:gd name="T6" fmla="*/ 235 w 709"/>
                  <a:gd name="T7" fmla="*/ 66 h 667"/>
                  <a:gd name="T8" fmla="*/ 643 w 709"/>
                  <a:gd name="T9" fmla="*/ 235 h 667"/>
                  <a:gd name="T10" fmla="*/ 643 w 709"/>
                  <a:gd name="T11" fmla="*/ 235 h 667"/>
                  <a:gd name="T12" fmla="*/ 474 w 709"/>
                  <a:gd name="T13" fmla="*/ 643 h 667"/>
                  <a:gd name="T14" fmla="*/ 354 w 709"/>
                  <a:gd name="T15" fmla="*/ 667 h 667"/>
                  <a:gd name="T16" fmla="*/ 354 w 709"/>
                  <a:gd name="T17" fmla="*/ 134 h 667"/>
                  <a:gd name="T18" fmla="*/ 270 w 709"/>
                  <a:gd name="T19" fmla="*/ 151 h 667"/>
                  <a:gd name="T20" fmla="*/ 150 w 709"/>
                  <a:gd name="T21" fmla="*/ 439 h 667"/>
                  <a:gd name="T22" fmla="*/ 270 w 709"/>
                  <a:gd name="T23" fmla="*/ 559 h 667"/>
                  <a:gd name="T24" fmla="*/ 439 w 709"/>
                  <a:gd name="T25" fmla="*/ 559 h 667"/>
                  <a:gd name="T26" fmla="*/ 558 w 709"/>
                  <a:gd name="T27" fmla="*/ 270 h 667"/>
                  <a:gd name="T28" fmla="*/ 354 w 709"/>
                  <a:gd name="T29" fmla="*/ 134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9" h="667">
                    <a:moveTo>
                      <a:pt x="354" y="667"/>
                    </a:moveTo>
                    <a:cubicBezTo>
                      <a:pt x="314" y="667"/>
                      <a:pt x="273" y="659"/>
                      <a:pt x="235" y="643"/>
                    </a:cubicBezTo>
                    <a:cubicBezTo>
                      <a:pt x="158" y="611"/>
                      <a:pt x="98" y="551"/>
                      <a:pt x="66" y="474"/>
                    </a:cubicBezTo>
                    <a:cubicBezTo>
                      <a:pt x="0" y="315"/>
                      <a:pt x="76" y="132"/>
                      <a:pt x="235" y="66"/>
                    </a:cubicBezTo>
                    <a:cubicBezTo>
                      <a:pt x="394" y="0"/>
                      <a:pt x="577" y="76"/>
                      <a:pt x="643" y="235"/>
                    </a:cubicBezTo>
                    <a:cubicBezTo>
                      <a:pt x="643" y="235"/>
                      <a:pt x="643" y="235"/>
                      <a:pt x="643" y="235"/>
                    </a:cubicBezTo>
                    <a:cubicBezTo>
                      <a:pt x="709" y="394"/>
                      <a:pt x="633" y="577"/>
                      <a:pt x="474" y="643"/>
                    </a:cubicBezTo>
                    <a:cubicBezTo>
                      <a:pt x="435" y="659"/>
                      <a:pt x="395" y="667"/>
                      <a:pt x="354" y="667"/>
                    </a:cubicBezTo>
                    <a:close/>
                    <a:moveTo>
                      <a:pt x="354" y="134"/>
                    </a:moveTo>
                    <a:cubicBezTo>
                      <a:pt x="326" y="134"/>
                      <a:pt x="297" y="139"/>
                      <a:pt x="270" y="151"/>
                    </a:cubicBezTo>
                    <a:cubicBezTo>
                      <a:pt x="157" y="197"/>
                      <a:pt x="104" y="327"/>
                      <a:pt x="150" y="439"/>
                    </a:cubicBezTo>
                    <a:cubicBezTo>
                      <a:pt x="173" y="494"/>
                      <a:pt x="215" y="536"/>
                      <a:pt x="270" y="559"/>
                    </a:cubicBezTo>
                    <a:cubicBezTo>
                      <a:pt x="324" y="581"/>
                      <a:pt x="384" y="581"/>
                      <a:pt x="439" y="559"/>
                    </a:cubicBezTo>
                    <a:cubicBezTo>
                      <a:pt x="551" y="512"/>
                      <a:pt x="605" y="383"/>
                      <a:pt x="558" y="270"/>
                    </a:cubicBezTo>
                    <a:cubicBezTo>
                      <a:pt x="523" y="185"/>
                      <a:pt x="441" y="134"/>
                      <a:pt x="354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20">
                <a:extLst>
                  <a:ext uri="{FF2B5EF4-FFF2-40B4-BE49-F238E27FC236}">
                    <a16:creationId xmlns:a16="http://schemas.microsoft.com/office/drawing/2014/main" id="{1BD0B2AB-7AC0-4541-8172-74A6717660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34075" y="8651875"/>
                <a:ext cx="3311525" cy="3309938"/>
              </a:xfrm>
              <a:custGeom>
                <a:avLst/>
                <a:gdLst>
                  <a:gd name="T0" fmla="*/ 476 w 1041"/>
                  <a:gd name="T1" fmla="*/ 1041 h 1041"/>
                  <a:gd name="T2" fmla="*/ 397 w 1041"/>
                  <a:gd name="T3" fmla="*/ 930 h 1041"/>
                  <a:gd name="T4" fmla="*/ 279 w 1041"/>
                  <a:gd name="T5" fmla="*/ 927 h 1041"/>
                  <a:gd name="T6" fmla="*/ 121 w 1041"/>
                  <a:gd name="T7" fmla="*/ 857 h 1041"/>
                  <a:gd name="T8" fmla="*/ 143 w 1041"/>
                  <a:gd name="T9" fmla="*/ 723 h 1041"/>
                  <a:gd name="T10" fmla="*/ 62 w 1041"/>
                  <a:gd name="T11" fmla="*/ 637 h 1041"/>
                  <a:gd name="T12" fmla="*/ 0 w 1041"/>
                  <a:gd name="T13" fmla="*/ 476 h 1041"/>
                  <a:gd name="T14" fmla="*/ 111 w 1041"/>
                  <a:gd name="T15" fmla="*/ 397 h 1041"/>
                  <a:gd name="T16" fmla="*/ 114 w 1041"/>
                  <a:gd name="T17" fmla="*/ 279 h 1041"/>
                  <a:gd name="T18" fmla="*/ 184 w 1041"/>
                  <a:gd name="T19" fmla="*/ 121 h 1041"/>
                  <a:gd name="T20" fmla="*/ 318 w 1041"/>
                  <a:gd name="T21" fmla="*/ 143 h 1041"/>
                  <a:gd name="T22" fmla="*/ 404 w 1041"/>
                  <a:gd name="T23" fmla="*/ 62 h 1041"/>
                  <a:gd name="T24" fmla="*/ 565 w 1041"/>
                  <a:gd name="T25" fmla="*/ 0 h 1041"/>
                  <a:gd name="T26" fmla="*/ 644 w 1041"/>
                  <a:gd name="T27" fmla="*/ 110 h 1041"/>
                  <a:gd name="T28" fmla="*/ 762 w 1041"/>
                  <a:gd name="T29" fmla="*/ 114 h 1041"/>
                  <a:gd name="T30" fmla="*/ 920 w 1041"/>
                  <a:gd name="T31" fmla="*/ 184 h 1041"/>
                  <a:gd name="T32" fmla="*/ 898 w 1041"/>
                  <a:gd name="T33" fmla="*/ 318 h 1041"/>
                  <a:gd name="T34" fmla="*/ 979 w 1041"/>
                  <a:gd name="T35" fmla="*/ 404 h 1041"/>
                  <a:gd name="T36" fmla="*/ 1041 w 1041"/>
                  <a:gd name="T37" fmla="*/ 565 h 1041"/>
                  <a:gd name="T38" fmla="*/ 931 w 1041"/>
                  <a:gd name="T39" fmla="*/ 644 h 1041"/>
                  <a:gd name="T40" fmla="*/ 927 w 1041"/>
                  <a:gd name="T41" fmla="*/ 762 h 1041"/>
                  <a:gd name="T42" fmla="*/ 857 w 1041"/>
                  <a:gd name="T43" fmla="*/ 920 h 1041"/>
                  <a:gd name="T44" fmla="*/ 723 w 1041"/>
                  <a:gd name="T45" fmla="*/ 898 h 1041"/>
                  <a:gd name="T46" fmla="*/ 637 w 1041"/>
                  <a:gd name="T47" fmla="*/ 979 h 1041"/>
                  <a:gd name="T48" fmla="*/ 488 w 1041"/>
                  <a:gd name="T49" fmla="*/ 954 h 1041"/>
                  <a:gd name="T50" fmla="*/ 559 w 1041"/>
                  <a:gd name="T51" fmla="*/ 910 h 1041"/>
                  <a:gd name="T52" fmla="*/ 689 w 1041"/>
                  <a:gd name="T53" fmla="*/ 817 h 1041"/>
                  <a:gd name="T54" fmla="*/ 804 w 1041"/>
                  <a:gd name="T55" fmla="*/ 849 h 1041"/>
                  <a:gd name="T56" fmla="*/ 823 w 1041"/>
                  <a:gd name="T57" fmla="*/ 769 h 1041"/>
                  <a:gd name="T58" fmla="*/ 850 w 1041"/>
                  <a:gd name="T59" fmla="*/ 611 h 1041"/>
                  <a:gd name="T60" fmla="*/ 954 w 1041"/>
                  <a:gd name="T61" fmla="*/ 553 h 1041"/>
                  <a:gd name="T62" fmla="*/ 910 w 1041"/>
                  <a:gd name="T63" fmla="*/ 482 h 1041"/>
                  <a:gd name="T64" fmla="*/ 817 w 1041"/>
                  <a:gd name="T65" fmla="*/ 352 h 1041"/>
                  <a:gd name="T66" fmla="*/ 850 w 1041"/>
                  <a:gd name="T67" fmla="*/ 237 h 1041"/>
                  <a:gd name="T68" fmla="*/ 769 w 1041"/>
                  <a:gd name="T69" fmla="*/ 218 h 1041"/>
                  <a:gd name="T70" fmla="*/ 612 w 1041"/>
                  <a:gd name="T71" fmla="*/ 191 h 1041"/>
                  <a:gd name="T72" fmla="*/ 553 w 1041"/>
                  <a:gd name="T73" fmla="*/ 87 h 1041"/>
                  <a:gd name="T74" fmla="*/ 482 w 1041"/>
                  <a:gd name="T75" fmla="*/ 131 h 1041"/>
                  <a:gd name="T76" fmla="*/ 353 w 1041"/>
                  <a:gd name="T77" fmla="*/ 224 h 1041"/>
                  <a:gd name="T78" fmla="*/ 237 w 1041"/>
                  <a:gd name="T79" fmla="*/ 191 h 1041"/>
                  <a:gd name="T80" fmla="*/ 218 w 1041"/>
                  <a:gd name="T81" fmla="*/ 272 h 1041"/>
                  <a:gd name="T82" fmla="*/ 192 w 1041"/>
                  <a:gd name="T83" fmla="*/ 429 h 1041"/>
                  <a:gd name="T84" fmla="*/ 87 w 1041"/>
                  <a:gd name="T85" fmla="*/ 488 h 1041"/>
                  <a:gd name="T86" fmla="*/ 131 w 1041"/>
                  <a:gd name="T87" fmla="*/ 559 h 1041"/>
                  <a:gd name="T88" fmla="*/ 224 w 1041"/>
                  <a:gd name="T89" fmla="*/ 688 h 1041"/>
                  <a:gd name="T90" fmla="*/ 192 w 1041"/>
                  <a:gd name="T91" fmla="*/ 804 h 1041"/>
                  <a:gd name="T92" fmla="*/ 272 w 1041"/>
                  <a:gd name="T93" fmla="*/ 823 h 1041"/>
                  <a:gd name="T94" fmla="*/ 430 w 1041"/>
                  <a:gd name="T95" fmla="*/ 849 h 1041"/>
                  <a:gd name="T96" fmla="*/ 488 w 1041"/>
                  <a:gd name="T97" fmla="*/ 954 h 10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41" h="1041">
                    <a:moveTo>
                      <a:pt x="565" y="1041"/>
                    </a:moveTo>
                    <a:cubicBezTo>
                      <a:pt x="476" y="1041"/>
                      <a:pt x="476" y="1041"/>
                      <a:pt x="476" y="1041"/>
                    </a:cubicBezTo>
                    <a:cubicBezTo>
                      <a:pt x="440" y="1041"/>
                      <a:pt x="409" y="1014"/>
                      <a:pt x="404" y="979"/>
                    </a:cubicBezTo>
                    <a:cubicBezTo>
                      <a:pt x="402" y="963"/>
                      <a:pt x="399" y="947"/>
                      <a:pt x="397" y="930"/>
                    </a:cubicBezTo>
                    <a:cubicBezTo>
                      <a:pt x="370" y="922"/>
                      <a:pt x="343" y="911"/>
                      <a:pt x="318" y="898"/>
                    </a:cubicBezTo>
                    <a:cubicBezTo>
                      <a:pt x="305" y="907"/>
                      <a:pt x="292" y="917"/>
                      <a:pt x="279" y="927"/>
                    </a:cubicBezTo>
                    <a:cubicBezTo>
                      <a:pt x="250" y="948"/>
                      <a:pt x="210" y="945"/>
                      <a:pt x="184" y="920"/>
                    </a:cubicBezTo>
                    <a:cubicBezTo>
                      <a:pt x="121" y="857"/>
                      <a:pt x="121" y="857"/>
                      <a:pt x="121" y="857"/>
                    </a:cubicBezTo>
                    <a:cubicBezTo>
                      <a:pt x="96" y="831"/>
                      <a:pt x="93" y="791"/>
                      <a:pt x="114" y="762"/>
                    </a:cubicBezTo>
                    <a:cubicBezTo>
                      <a:pt x="124" y="749"/>
                      <a:pt x="133" y="736"/>
                      <a:pt x="143" y="723"/>
                    </a:cubicBezTo>
                    <a:cubicBezTo>
                      <a:pt x="130" y="698"/>
                      <a:pt x="119" y="671"/>
                      <a:pt x="111" y="644"/>
                    </a:cubicBezTo>
                    <a:cubicBezTo>
                      <a:pt x="94" y="642"/>
                      <a:pt x="78" y="639"/>
                      <a:pt x="62" y="637"/>
                    </a:cubicBezTo>
                    <a:cubicBezTo>
                      <a:pt x="27" y="632"/>
                      <a:pt x="0" y="601"/>
                      <a:pt x="0" y="565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0" y="440"/>
                      <a:pt x="27" y="409"/>
                      <a:pt x="62" y="404"/>
                    </a:cubicBezTo>
                    <a:cubicBezTo>
                      <a:pt x="78" y="401"/>
                      <a:pt x="94" y="399"/>
                      <a:pt x="111" y="397"/>
                    </a:cubicBezTo>
                    <a:cubicBezTo>
                      <a:pt x="119" y="369"/>
                      <a:pt x="130" y="343"/>
                      <a:pt x="143" y="318"/>
                    </a:cubicBezTo>
                    <a:cubicBezTo>
                      <a:pt x="133" y="305"/>
                      <a:pt x="124" y="291"/>
                      <a:pt x="114" y="279"/>
                    </a:cubicBezTo>
                    <a:cubicBezTo>
                      <a:pt x="93" y="250"/>
                      <a:pt x="96" y="209"/>
                      <a:pt x="121" y="184"/>
                    </a:cubicBezTo>
                    <a:cubicBezTo>
                      <a:pt x="184" y="121"/>
                      <a:pt x="184" y="121"/>
                      <a:pt x="184" y="121"/>
                    </a:cubicBezTo>
                    <a:cubicBezTo>
                      <a:pt x="210" y="96"/>
                      <a:pt x="250" y="92"/>
                      <a:pt x="279" y="114"/>
                    </a:cubicBezTo>
                    <a:cubicBezTo>
                      <a:pt x="292" y="123"/>
                      <a:pt x="305" y="133"/>
                      <a:pt x="318" y="143"/>
                    </a:cubicBezTo>
                    <a:cubicBezTo>
                      <a:pt x="343" y="129"/>
                      <a:pt x="370" y="118"/>
                      <a:pt x="397" y="110"/>
                    </a:cubicBezTo>
                    <a:cubicBezTo>
                      <a:pt x="399" y="94"/>
                      <a:pt x="402" y="78"/>
                      <a:pt x="404" y="62"/>
                    </a:cubicBezTo>
                    <a:cubicBezTo>
                      <a:pt x="409" y="27"/>
                      <a:pt x="440" y="0"/>
                      <a:pt x="476" y="0"/>
                    </a:cubicBezTo>
                    <a:cubicBezTo>
                      <a:pt x="565" y="0"/>
                      <a:pt x="565" y="0"/>
                      <a:pt x="565" y="0"/>
                    </a:cubicBezTo>
                    <a:cubicBezTo>
                      <a:pt x="601" y="0"/>
                      <a:pt x="632" y="27"/>
                      <a:pt x="637" y="62"/>
                    </a:cubicBezTo>
                    <a:cubicBezTo>
                      <a:pt x="640" y="78"/>
                      <a:pt x="642" y="94"/>
                      <a:pt x="644" y="110"/>
                    </a:cubicBezTo>
                    <a:cubicBezTo>
                      <a:pt x="672" y="118"/>
                      <a:pt x="698" y="129"/>
                      <a:pt x="723" y="143"/>
                    </a:cubicBezTo>
                    <a:cubicBezTo>
                      <a:pt x="736" y="133"/>
                      <a:pt x="750" y="123"/>
                      <a:pt x="762" y="114"/>
                    </a:cubicBezTo>
                    <a:cubicBezTo>
                      <a:pt x="791" y="92"/>
                      <a:pt x="832" y="96"/>
                      <a:pt x="857" y="121"/>
                    </a:cubicBezTo>
                    <a:cubicBezTo>
                      <a:pt x="920" y="184"/>
                      <a:pt x="920" y="184"/>
                      <a:pt x="920" y="184"/>
                    </a:cubicBezTo>
                    <a:cubicBezTo>
                      <a:pt x="945" y="209"/>
                      <a:pt x="949" y="250"/>
                      <a:pt x="927" y="278"/>
                    </a:cubicBezTo>
                    <a:cubicBezTo>
                      <a:pt x="918" y="291"/>
                      <a:pt x="908" y="305"/>
                      <a:pt x="898" y="318"/>
                    </a:cubicBezTo>
                    <a:cubicBezTo>
                      <a:pt x="912" y="343"/>
                      <a:pt x="923" y="369"/>
                      <a:pt x="931" y="397"/>
                    </a:cubicBezTo>
                    <a:cubicBezTo>
                      <a:pt x="947" y="399"/>
                      <a:pt x="963" y="401"/>
                      <a:pt x="979" y="404"/>
                    </a:cubicBezTo>
                    <a:cubicBezTo>
                      <a:pt x="1014" y="409"/>
                      <a:pt x="1041" y="440"/>
                      <a:pt x="1041" y="476"/>
                    </a:cubicBezTo>
                    <a:cubicBezTo>
                      <a:pt x="1041" y="565"/>
                      <a:pt x="1041" y="565"/>
                      <a:pt x="1041" y="565"/>
                    </a:cubicBezTo>
                    <a:cubicBezTo>
                      <a:pt x="1041" y="601"/>
                      <a:pt x="1014" y="632"/>
                      <a:pt x="979" y="637"/>
                    </a:cubicBezTo>
                    <a:cubicBezTo>
                      <a:pt x="963" y="639"/>
                      <a:pt x="947" y="642"/>
                      <a:pt x="931" y="644"/>
                    </a:cubicBezTo>
                    <a:cubicBezTo>
                      <a:pt x="923" y="671"/>
                      <a:pt x="911" y="698"/>
                      <a:pt x="898" y="723"/>
                    </a:cubicBezTo>
                    <a:cubicBezTo>
                      <a:pt x="908" y="736"/>
                      <a:pt x="918" y="749"/>
                      <a:pt x="927" y="762"/>
                    </a:cubicBezTo>
                    <a:cubicBezTo>
                      <a:pt x="949" y="791"/>
                      <a:pt x="945" y="831"/>
                      <a:pt x="920" y="857"/>
                    </a:cubicBezTo>
                    <a:cubicBezTo>
                      <a:pt x="857" y="920"/>
                      <a:pt x="857" y="920"/>
                      <a:pt x="857" y="920"/>
                    </a:cubicBezTo>
                    <a:cubicBezTo>
                      <a:pt x="832" y="945"/>
                      <a:pt x="791" y="948"/>
                      <a:pt x="762" y="927"/>
                    </a:cubicBezTo>
                    <a:cubicBezTo>
                      <a:pt x="750" y="917"/>
                      <a:pt x="736" y="907"/>
                      <a:pt x="723" y="898"/>
                    </a:cubicBezTo>
                    <a:cubicBezTo>
                      <a:pt x="698" y="911"/>
                      <a:pt x="672" y="922"/>
                      <a:pt x="644" y="930"/>
                    </a:cubicBezTo>
                    <a:cubicBezTo>
                      <a:pt x="642" y="947"/>
                      <a:pt x="640" y="963"/>
                      <a:pt x="637" y="979"/>
                    </a:cubicBezTo>
                    <a:cubicBezTo>
                      <a:pt x="632" y="1014"/>
                      <a:pt x="601" y="1041"/>
                      <a:pt x="565" y="1041"/>
                    </a:cubicBezTo>
                    <a:close/>
                    <a:moveTo>
                      <a:pt x="488" y="954"/>
                    </a:moveTo>
                    <a:cubicBezTo>
                      <a:pt x="553" y="954"/>
                      <a:pt x="553" y="954"/>
                      <a:pt x="553" y="954"/>
                    </a:cubicBezTo>
                    <a:cubicBezTo>
                      <a:pt x="555" y="939"/>
                      <a:pt x="557" y="924"/>
                      <a:pt x="559" y="910"/>
                    </a:cubicBezTo>
                    <a:cubicBezTo>
                      <a:pt x="563" y="881"/>
                      <a:pt x="583" y="857"/>
                      <a:pt x="612" y="849"/>
                    </a:cubicBezTo>
                    <a:cubicBezTo>
                      <a:pt x="639" y="842"/>
                      <a:pt x="665" y="831"/>
                      <a:pt x="689" y="817"/>
                    </a:cubicBezTo>
                    <a:cubicBezTo>
                      <a:pt x="714" y="803"/>
                      <a:pt x="746" y="805"/>
                      <a:pt x="769" y="823"/>
                    </a:cubicBezTo>
                    <a:cubicBezTo>
                      <a:pt x="781" y="832"/>
                      <a:pt x="793" y="841"/>
                      <a:pt x="804" y="849"/>
                    </a:cubicBezTo>
                    <a:cubicBezTo>
                      <a:pt x="850" y="804"/>
                      <a:pt x="850" y="804"/>
                      <a:pt x="850" y="804"/>
                    </a:cubicBezTo>
                    <a:cubicBezTo>
                      <a:pt x="841" y="792"/>
                      <a:pt x="832" y="780"/>
                      <a:pt x="823" y="769"/>
                    </a:cubicBezTo>
                    <a:cubicBezTo>
                      <a:pt x="805" y="745"/>
                      <a:pt x="803" y="714"/>
                      <a:pt x="817" y="688"/>
                    </a:cubicBezTo>
                    <a:cubicBezTo>
                      <a:pt x="831" y="664"/>
                      <a:pt x="842" y="638"/>
                      <a:pt x="850" y="611"/>
                    </a:cubicBezTo>
                    <a:cubicBezTo>
                      <a:pt x="857" y="583"/>
                      <a:pt x="881" y="562"/>
                      <a:pt x="910" y="559"/>
                    </a:cubicBezTo>
                    <a:cubicBezTo>
                      <a:pt x="925" y="557"/>
                      <a:pt x="940" y="555"/>
                      <a:pt x="954" y="553"/>
                    </a:cubicBezTo>
                    <a:cubicBezTo>
                      <a:pt x="954" y="488"/>
                      <a:pt x="954" y="488"/>
                      <a:pt x="954" y="488"/>
                    </a:cubicBezTo>
                    <a:cubicBezTo>
                      <a:pt x="940" y="486"/>
                      <a:pt x="925" y="484"/>
                      <a:pt x="910" y="482"/>
                    </a:cubicBezTo>
                    <a:cubicBezTo>
                      <a:pt x="881" y="478"/>
                      <a:pt x="857" y="458"/>
                      <a:pt x="850" y="429"/>
                    </a:cubicBezTo>
                    <a:cubicBezTo>
                      <a:pt x="842" y="402"/>
                      <a:pt x="831" y="376"/>
                      <a:pt x="817" y="352"/>
                    </a:cubicBezTo>
                    <a:cubicBezTo>
                      <a:pt x="803" y="327"/>
                      <a:pt x="805" y="295"/>
                      <a:pt x="823" y="272"/>
                    </a:cubicBezTo>
                    <a:cubicBezTo>
                      <a:pt x="832" y="260"/>
                      <a:pt x="841" y="248"/>
                      <a:pt x="850" y="237"/>
                    </a:cubicBezTo>
                    <a:cubicBezTo>
                      <a:pt x="804" y="191"/>
                      <a:pt x="804" y="191"/>
                      <a:pt x="804" y="191"/>
                    </a:cubicBezTo>
                    <a:cubicBezTo>
                      <a:pt x="793" y="200"/>
                      <a:pt x="781" y="209"/>
                      <a:pt x="769" y="218"/>
                    </a:cubicBezTo>
                    <a:cubicBezTo>
                      <a:pt x="746" y="236"/>
                      <a:pt x="714" y="238"/>
                      <a:pt x="689" y="224"/>
                    </a:cubicBezTo>
                    <a:cubicBezTo>
                      <a:pt x="665" y="210"/>
                      <a:pt x="639" y="199"/>
                      <a:pt x="612" y="191"/>
                    </a:cubicBezTo>
                    <a:cubicBezTo>
                      <a:pt x="583" y="184"/>
                      <a:pt x="563" y="160"/>
                      <a:pt x="559" y="131"/>
                    </a:cubicBezTo>
                    <a:cubicBezTo>
                      <a:pt x="557" y="116"/>
                      <a:pt x="555" y="101"/>
                      <a:pt x="553" y="87"/>
                    </a:cubicBezTo>
                    <a:cubicBezTo>
                      <a:pt x="488" y="87"/>
                      <a:pt x="488" y="87"/>
                      <a:pt x="488" y="87"/>
                    </a:cubicBezTo>
                    <a:cubicBezTo>
                      <a:pt x="486" y="101"/>
                      <a:pt x="484" y="116"/>
                      <a:pt x="482" y="131"/>
                    </a:cubicBezTo>
                    <a:cubicBezTo>
                      <a:pt x="479" y="160"/>
                      <a:pt x="458" y="184"/>
                      <a:pt x="430" y="191"/>
                    </a:cubicBezTo>
                    <a:cubicBezTo>
                      <a:pt x="403" y="199"/>
                      <a:pt x="377" y="210"/>
                      <a:pt x="353" y="224"/>
                    </a:cubicBezTo>
                    <a:cubicBezTo>
                      <a:pt x="327" y="238"/>
                      <a:pt x="296" y="236"/>
                      <a:pt x="272" y="218"/>
                    </a:cubicBezTo>
                    <a:cubicBezTo>
                      <a:pt x="261" y="209"/>
                      <a:pt x="249" y="200"/>
                      <a:pt x="237" y="191"/>
                    </a:cubicBezTo>
                    <a:cubicBezTo>
                      <a:pt x="192" y="237"/>
                      <a:pt x="192" y="237"/>
                      <a:pt x="192" y="237"/>
                    </a:cubicBezTo>
                    <a:cubicBezTo>
                      <a:pt x="200" y="248"/>
                      <a:pt x="209" y="260"/>
                      <a:pt x="218" y="272"/>
                    </a:cubicBezTo>
                    <a:cubicBezTo>
                      <a:pt x="236" y="295"/>
                      <a:pt x="238" y="327"/>
                      <a:pt x="224" y="352"/>
                    </a:cubicBezTo>
                    <a:cubicBezTo>
                      <a:pt x="210" y="376"/>
                      <a:pt x="199" y="402"/>
                      <a:pt x="192" y="429"/>
                    </a:cubicBezTo>
                    <a:cubicBezTo>
                      <a:pt x="184" y="458"/>
                      <a:pt x="160" y="478"/>
                      <a:pt x="131" y="482"/>
                    </a:cubicBezTo>
                    <a:cubicBezTo>
                      <a:pt x="117" y="484"/>
                      <a:pt x="102" y="486"/>
                      <a:pt x="87" y="488"/>
                    </a:cubicBezTo>
                    <a:cubicBezTo>
                      <a:pt x="87" y="553"/>
                      <a:pt x="87" y="553"/>
                      <a:pt x="87" y="553"/>
                    </a:cubicBezTo>
                    <a:cubicBezTo>
                      <a:pt x="102" y="555"/>
                      <a:pt x="117" y="557"/>
                      <a:pt x="131" y="559"/>
                    </a:cubicBezTo>
                    <a:cubicBezTo>
                      <a:pt x="160" y="562"/>
                      <a:pt x="184" y="583"/>
                      <a:pt x="192" y="611"/>
                    </a:cubicBezTo>
                    <a:cubicBezTo>
                      <a:pt x="199" y="638"/>
                      <a:pt x="210" y="664"/>
                      <a:pt x="224" y="688"/>
                    </a:cubicBezTo>
                    <a:cubicBezTo>
                      <a:pt x="238" y="714"/>
                      <a:pt x="236" y="745"/>
                      <a:pt x="218" y="769"/>
                    </a:cubicBezTo>
                    <a:cubicBezTo>
                      <a:pt x="209" y="780"/>
                      <a:pt x="200" y="792"/>
                      <a:pt x="192" y="804"/>
                    </a:cubicBezTo>
                    <a:cubicBezTo>
                      <a:pt x="237" y="849"/>
                      <a:pt x="237" y="849"/>
                      <a:pt x="237" y="849"/>
                    </a:cubicBezTo>
                    <a:cubicBezTo>
                      <a:pt x="249" y="841"/>
                      <a:pt x="261" y="832"/>
                      <a:pt x="272" y="823"/>
                    </a:cubicBezTo>
                    <a:cubicBezTo>
                      <a:pt x="296" y="805"/>
                      <a:pt x="327" y="803"/>
                      <a:pt x="353" y="817"/>
                    </a:cubicBezTo>
                    <a:cubicBezTo>
                      <a:pt x="377" y="831"/>
                      <a:pt x="403" y="842"/>
                      <a:pt x="430" y="849"/>
                    </a:cubicBezTo>
                    <a:cubicBezTo>
                      <a:pt x="458" y="857"/>
                      <a:pt x="479" y="881"/>
                      <a:pt x="482" y="910"/>
                    </a:cubicBezTo>
                    <a:cubicBezTo>
                      <a:pt x="484" y="924"/>
                      <a:pt x="486" y="939"/>
                      <a:pt x="488" y="9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7D6E5A42-7827-46BC-8E06-B1C6ADC144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00875" y="9717088"/>
                <a:ext cx="1179512" cy="1179513"/>
              </a:xfrm>
              <a:custGeom>
                <a:avLst/>
                <a:gdLst>
                  <a:gd name="T0" fmla="*/ 186 w 371"/>
                  <a:gd name="T1" fmla="*/ 371 h 371"/>
                  <a:gd name="T2" fmla="*/ 0 w 371"/>
                  <a:gd name="T3" fmla="*/ 185 h 371"/>
                  <a:gd name="T4" fmla="*/ 186 w 371"/>
                  <a:gd name="T5" fmla="*/ 0 h 371"/>
                  <a:gd name="T6" fmla="*/ 371 w 371"/>
                  <a:gd name="T7" fmla="*/ 185 h 371"/>
                  <a:gd name="T8" fmla="*/ 186 w 371"/>
                  <a:gd name="T9" fmla="*/ 371 h 371"/>
                  <a:gd name="T10" fmla="*/ 186 w 371"/>
                  <a:gd name="T11" fmla="*/ 82 h 371"/>
                  <a:gd name="T12" fmla="*/ 83 w 371"/>
                  <a:gd name="T13" fmla="*/ 185 h 371"/>
                  <a:gd name="T14" fmla="*/ 186 w 371"/>
                  <a:gd name="T15" fmla="*/ 288 h 371"/>
                  <a:gd name="T16" fmla="*/ 289 w 371"/>
                  <a:gd name="T17" fmla="*/ 185 h 371"/>
                  <a:gd name="T18" fmla="*/ 186 w 371"/>
                  <a:gd name="T19" fmla="*/ 82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1" h="371">
                    <a:moveTo>
                      <a:pt x="186" y="371"/>
                    </a:moveTo>
                    <a:cubicBezTo>
                      <a:pt x="83" y="371"/>
                      <a:pt x="0" y="288"/>
                      <a:pt x="0" y="185"/>
                    </a:cubicBezTo>
                    <a:cubicBezTo>
                      <a:pt x="0" y="83"/>
                      <a:pt x="83" y="0"/>
                      <a:pt x="186" y="0"/>
                    </a:cubicBezTo>
                    <a:cubicBezTo>
                      <a:pt x="288" y="0"/>
                      <a:pt x="371" y="83"/>
                      <a:pt x="371" y="185"/>
                    </a:cubicBezTo>
                    <a:cubicBezTo>
                      <a:pt x="371" y="288"/>
                      <a:pt x="288" y="371"/>
                      <a:pt x="186" y="371"/>
                    </a:cubicBezTo>
                    <a:close/>
                    <a:moveTo>
                      <a:pt x="186" y="82"/>
                    </a:moveTo>
                    <a:cubicBezTo>
                      <a:pt x="129" y="82"/>
                      <a:pt x="83" y="128"/>
                      <a:pt x="83" y="185"/>
                    </a:cubicBezTo>
                    <a:cubicBezTo>
                      <a:pt x="83" y="242"/>
                      <a:pt x="129" y="288"/>
                      <a:pt x="186" y="288"/>
                    </a:cubicBezTo>
                    <a:cubicBezTo>
                      <a:pt x="243" y="288"/>
                      <a:pt x="289" y="242"/>
                      <a:pt x="289" y="185"/>
                    </a:cubicBezTo>
                    <a:cubicBezTo>
                      <a:pt x="289" y="128"/>
                      <a:pt x="243" y="82"/>
                      <a:pt x="186" y="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3" name="Oval 23">
              <a:extLst>
                <a:ext uri="{FF2B5EF4-FFF2-40B4-BE49-F238E27FC236}">
                  <a16:creationId xmlns:a16="http://schemas.microsoft.com/office/drawing/2014/main" id="{D06A14E4-708D-4699-8C46-DC1A8D7B5CD2}"/>
                </a:ext>
              </a:extLst>
            </p:cNvPr>
            <p:cNvSpPr/>
            <p:nvPr/>
          </p:nvSpPr>
          <p:spPr>
            <a:xfrm>
              <a:off x="4268392" y="3996807"/>
              <a:ext cx="1100428" cy="1110918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2040816" y="1935309"/>
            <a:ext cx="1819164" cy="2678130"/>
            <a:chOff x="2030026" y="2380277"/>
            <a:chExt cx="1819164" cy="2678130"/>
          </a:xfrm>
        </p:grpSpPr>
        <p:sp>
          <p:nvSpPr>
            <p:cNvPr id="3" name="Arrow: Chevron 2">
              <a:extLst>
                <a:ext uri="{FF2B5EF4-FFF2-40B4-BE49-F238E27FC236}">
                  <a16:creationId xmlns:a16="http://schemas.microsoft.com/office/drawing/2014/main" id="{7F2E402E-66F1-4FCA-9452-07D806ACA563}"/>
                </a:ext>
              </a:extLst>
            </p:cNvPr>
            <p:cNvSpPr/>
            <p:nvPr/>
          </p:nvSpPr>
          <p:spPr>
            <a:xfrm>
              <a:off x="2362359" y="3136796"/>
              <a:ext cx="1297618" cy="288968"/>
            </a:xfrm>
            <a:prstGeom prst="chevr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295B2C-770E-492F-A954-71B35404786A}"/>
                </a:ext>
              </a:extLst>
            </p:cNvPr>
            <p:cNvSpPr txBox="1"/>
            <p:nvPr/>
          </p:nvSpPr>
          <p:spPr>
            <a:xfrm>
              <a:off x="2030026" y="2380277"/>
              <a:ext cx="18191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PRESENTATION DE ENTREPRISE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281380-0B8F-4478-AA4B-78F14E648688}"/>
                </a:ext>
              </a:extLst>
            </p:cNvPr>
            <p:cNvCxnSpPr>
              <a:cxnSpLocks/>
              <a:stCxn id="3" idx="2"/>
              <a:endCxn id="24" idx="0"/>
            </p:cNvCxnSpPr>
            <p:nvPr/>
          </p:nvCxnSpPr>
          <p:spPr>
            <a:xfrm>
              <a:off x="2938926" y="3425764"/>
              <a:ext cx="682" cy="521725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5155" y="4053316"/>
              <a:ext cx="845047" cy="845047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06A14E4-708D-4699-8C46-DC1A8D7B5CD2}"/>
                </a:ext>
              </a:extLst>
            </p:cNvPr>
            <p:cNvSpPr/>
            <p:nvPr/>
          </p:nvSpPr>
          <p:spPr>
            <a:xfrm>
              <a:off x="2389394" y="3947489"/>
              <a:ext cx="1100428" cy="1110918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0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34689" y="902339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71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99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188578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901F867-EA3A-4053-BC23-44561238D953}"/>
              </a:ext>
            </a:extLst>
          </p:cNvPr>
          <p:cNvSpPr txBox="1"/>
          <p:nvPr/>
        </p:nvSpPr>
        <p:spPr>
          <a:xfrm>
            <a:off x="4354686" y="5075569"/>
            <a:ext cx="7657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INTROD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86588C-F5E3-4817-8552-6D3332A56E63}"/>
              </a:ext>
            </a:extLst>
          </p:cNvPr>
          <p:cNvCxnSpPr>
            <a:cxnSpLocks/>
          </p:cNvCxnSpPr>
          <p:nvPr/>
        </p:nvCxnSpPr>
        <p:spPr>
          <a:xfrm>
            <a:off x="4491416" y="0"/>
            <a:ext cx="0" cy="2274387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066A9F-64AE-4E5E-ACEE-7BFBCAE6518C}"/>
              </a:ext>
            </a:extLst>
          </p:cNvPr>
          <p:cNvGrpSpPr/>
          <p:nvPr/>
        </p:nvGrpSpPr>
        <p:grpSpPr>
          <a:xfrm>
            <a:off x="1451739" y="348533"/>
            <a:ext cx="1077358" cy="2984211"/>
            <a:chOff x="984760" y="274320"/>
            <a:chExt cx="1077358" cy="2984211"/>
          </a:xfrm>
          <a:solidFill>
            <a:schemeClr val="tx1"/>
          </a:solidFill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4A8B7D09-CCCB-41E2-8742-A3BB533C4FBB}"/>
                </a:ext>
              </a:extLst>
            </p:cNvPr>
            <p:cNvGrpSpPr/>
            <p:nvPr/>
          </p:nvGrpSpPr>
          <p:grpSpPr>
            <a:xfrm>
              <a:off x="984760" y="1467868"/>
              <a:ext cx="1077358" cy="1790663"/>
              <a:chOff x="10268256" y="991107"/>
              <a:chExt cx="1077358" cy="1790663"/>
            </a:xfrm>
            <a:grpFill/>
          </p:grpSpPr>
          <p:sp>
            <p:nvSpPr>
              <p:cNvPr id="114" name="Freeform 5">
                <a:extLst>
                  <a:ext uri="{FF2B5EF4-FFF2-40B4-BE49-F238E27FC236}">
                    <a16:creationId xmlns:a16="http://schemas.microsoft.com/office/drawing/2014/main" id="{1E5C5691-723F-4A70-B2E5-F3CC76ED8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Freeform 6">
                <a:extLst>
                  <a:ext uri="{FF2B5EF4-FFF2-40B4-BE49-F238E27FC236}">
                    <a16:creationId xmlns:a16="http://schemas.microsoft.com/office/drawing/2014/main" id="{A31F1ABC-F007-43DC-BA06-1AEB599D747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Freeform 7">
                <a:extLst>
                  <a:ext uri="{FF2B5EF4-FFF2-40B4-BE49-F238E27FC236}">
                    <a16:creationId xmlns:a16="http://schemas.microsoft.com/office/drawing/2014/main" id="{C7CB8647-0116-47CE-8E7B-0490618718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Freeform 8">
                <a:extLst>
                  <a:ext uri="{FF2B5EF4-FFF2-40B4-BE49-F238E27FC236}">
                    <a16:creationId xmlns:a16="http://schemas.microsoft.com/office/drawing/2014/main" id="{EF2B3790-56B5-47D0-A690-53E8E27DDC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9">
                <a:extLst>
                  <a:ext uri="{FF2B5EF4-FFF2-40B4-BE49-F238E27FC236}">
                    <a16:creationId xmlns:a16="http://schemas.microsoft.com/office/drawing/2014/main" id="{92AB0F54-9032-48EB-97C3-9E93BCE235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5145EDD-D606-4347-8E4D-5BB67CFFAA99}"/>
                </a:ext>
              </a:extLst>
            </p:cNvPr>
            <p:cNvCxnSpPr>
              <a:cxnSpLocks/>
            </p:cNvCxnSpPr>
            <p:nvPr/>
          </p:nvCxnSpPr>
          <p:spPr>
            <a:xfrm>
              <a:off x="1515412" y="274320"/>
              <a:ext cx="0" cy="1193548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1FDD82B-5983-4FED-B454-26F3BE7A0B36}"/>
              </a:ext>
            </a:extLst>
          </p:cNvPr>
          <p:cNvGrpSpPr/>
          <p:nvPr/>
        </p:nvGrpSpPr>
        <p:grpSpPr>
          <a:xfrm>
            <a:off x="8137652" y="447757"/>
            <a:ext cx="1077358" cy="3328855"/>
            <a:chOff x="7571708" y="-41132"/>
            <a:chExt cx="1077358" cy="3328855"/>
          </a:xfrm>
          <a:solidFill>
            <a:schemeClr val="tx1"/>
          </a:soli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F5E0922-C813-4C76-8DA2-AD2C928F8E53}"/>
                </a:ext>
              </a:extLst>
            </p:cNvPr>
            <p:cNvGrpSpPr/>
            <p:nvPr/>
          </p:nvGrpSpPr>
          <p:grpSpPr>
            <a:xfrm>
              <a:off x="7571708" y="1497060"/>
              <a:ext cx="1077358" cy="1790663"/>
              <a:chOff x="10268256" y="991107"/>
              <a:chExt cx="1077358" cy="1790663"/>
            </a:xfrm>
            <a:grpFill/>
          </p:grpSpPr>
          <p:sp>
            <p:nvSpPr>
              <p:cNvPr id="99" name="Freeform 5">
                <a:extLst>
                  <a:ext uri="{FF2B5EF4-FFF2-40B4-BE49-F238E27FC236}">
                    <a16:creationId xmlns:a16="http://schemas.microsoft.com/office/drawing/2014/main" id="{2E86A7DD-7289-4817-BDDE-039F929FEF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6">
                <a:extLst>
                  <a:ext uri="{FF2B5EF4-FFF2-40B4-BE49-F238E27FC236}">
                    <a16:creationId xmlns:a16="http://schemas.microsoft.com/office/drawing/2014/main" id="{349D537E-50D5-4520-8795-A71D46C6E0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7">
                <a:extLst>
                  <a:ext uri="{FF2B5EF4-FFF2-40B4-BE49-F238E27FC236}">
                    <a16:creationId xmlns:a16="http://schemas.microsoft.com/office/drawing/2014/main" id="{08C6FD5D-58DE-4759-B4D7-ACE12960A5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8">
                <a:extLst>
                  <a:ext uri="{FF2B5EF4-FFF2-40B4-BE49-F238E27FC236}">
                    <a16:creationId xmlns:a16="http://schemas.microsoft.com/office/drawing/2014/main" id="{8188F576-D871-48B8-A1F1-707803F628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9">
                <a:extLst>
                  <a:ext uri="{FF2B5EF4-FFF2-40B4-BE49-F238E27FC236}">
                    <a16:creationId xmlns:a16="http://schemas.microsoft.com/office/drawing/2014/main" id="{10FE7544-4349-4586-92CD-371C2982C8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451453B-71E5-4CEB-A5D5-B5214832F59E}"/>
                </a:ext>
              </a:extLst>
            </p:cNvPr>
            <p:cNvCxnSpPr>
              <a:cxnSpLocks/>
            </p:cNvCxnSpPr>
            <p:nvPr/>
          </p:nvCxnSpPr>
          <p:spPr>
            <a:xfrm>
              <a:off x="8106712" y="-41132"/>
              <a:ext cx="0" cy="1589572"/>
            </a:xfrm>
            <a:prstGeom prst="line">
              <a:avLst/>
            </a:prstGeom>
            <a:grpFill/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B2AA441-76A7-41A3-8263-C8708232AED2}"/>
              </a:ext>
            </a:extLst>
          </p:cNvPr>
          <p:cNvGrpSpPr/>
          <p:nvPr/>
        </p:nvGrpSpPr>
        <p:grpSpPr>
          <a:xfrm>
            <a:off x="5917840" y="332581"/>
            <a:ext cx="902225" cy="2691974"/>
            <a:chOff x="5844264" y="-41132"/>
            <a:chExt cx="902225" cy="2691974"/>
          </a:xfrm>
          <a:solidFill>
            <a:schemeClr val="tx1"/>
          </a:solidFill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E5B4FC20-C444-4C03-B912-6914AC2B8AB2}"/>
                </a:ext>
              </a:extLst>
            </p:cNvPr>
            <p:cNvGrpSpPr/>
            <p:nvPr/>
          </p:nvGrpSpPr>
          <p:grpSpPr>
            <a:xfrm>
              <a:off x="5844264" y="1151265"/>
              <a:ext cx="902225" cy="1499577"/>
              <a:chOff x="10268256" y="991107"/>
              <a:chExt cx="1077358" cy="1790663"/>
            </a:xfrm>
            <a:grpFill/>
          </p:grpSpPr>
          <p:sp>
            <p:nvSpPr>
              <p:cNvPr id="120" name="Freeform 5">
                <a:extLst>
                  <a:ext uri="{FF2B5EF4-FFF2-40B4-BE49-F238E27FC236}">
                    <a16:creationId xmlns:a16="http://schemas.microsoft.com/office/drawing/2014/main" id="{F52FC4DE-F5C4-47DA-8A31-AAFB66D641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6">
                <a:extLst>
                  <a:ext uri="{FF2B5EF4-FFF2-40B4-BE49-F238E27FC236}">
                    <a16:creationId xmlns:a16="http://schemas.microsoft.com/office/drawing/2014/main" id="{4FCC544E-32E5-43BE-906D-D401BEF50A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7">
                <a:extLst>
                  <a:ext uri="{FF2B5EF4-FFF2-40B4-BE49-F238E27FC236}">
                    <a16:creationId xmlns:a16="http://schemas.microsoft.com/office/drawing/2014/main" id="{BD352A43-C163-466F-9E85-35AA89D821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 8">
                <a:extLst>
                  <a:ext uri="{FF2B5EF4-FFF2-40B4-BE49-F238E27FC236}">
                    <a16:creationId xmlns:a16="http://schemas.microsoft.com/office/drawing/2014/main" id="{A49BC1DA-7F34-4FC0-97B8-59AB848A73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9">
                <a:extLst>
                  <a:ext uri="{FF2B5EF4-FFF2-40B4-BE49-F238E27FC236}">
                    <a16:creationId xmlns:a16="http://schemas.microsoft.com/office/drawing/2014/main" id="{7527A342-5DA5-4D68-9162-4C01DEFB61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0066D04-42E9-4291-8FF4-1A3DE7ECBA0E}"/>
                </a:ext>
              </a:extLst>
            </p:cNvPr>
            <p:cNvCxnSpPr>
              <a:cxnSpLocks/>
            </p:cNvCxnSpPr>
            <p:nvPr/>
          </p:nvCxnSpPr>
          <p:spPr>
            <a:xfrm>
              <a:off x="6290612" y="-41132"/>
              <a:ext cx="0" cy="1214545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990497-3BA4-4070-805D-0A5F39CB742F}"/>
              </a:ext>
            </a:extLst>
          </p:cNvPr>
          <p:cNvGrpSpPr/>
          <p:nvPr/>
        </p:nvGrpSpPr>
        <p:grpSpPr>
          <a:xfrm>
            <a:off x="10122517" y="280537"/>
            <a:ext cx="851340" cy="2433046"/>
            <a:chOff x="9427175" y="-41132"/>
            <a:chExt cx="851340" cy="2433046"/>
          </a:xfrm>
          <a:solidFill>
            <a:schemeClr val="tx1"/>
          </a:solidFill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3A98F39F-9265-4C78-8D29-CCDF0B559433}"/>
                </a:ext>
              </a:extLst>
            </p:cNvPr>
            <p:cNvGrpSpPr/>
            <p:nvPr/>
          </p:nvGrpSpPr>
          <p:grpSpPr>
            <a:xfrm>
              <a:off x="9427175" y="976913"/>
              <a:ext cx="851340" cy="1415001"/>
              <a:chOff x="10268256" y="991107"/>
              <a:chExt cx="1077358" cy="1790663"/>
            </a:xfrm>
            <a:grpFill/>
          </p:grpSpPr>
          <p:sp>
            <p:nvSpPr>
              <p:cNvPr id="126" name="Freeform 5">
                <a:extLst>
                  <a:ext uri="{FF2B5EF4-FFF2-40B4-BE49-F238E27FC236}">
                    <a16:creationId xmlns:a16="http://schemas.microsoft.com/office/drawing/2014/main" id="{83FFC820-DDED-4057-AEB4-2941333A68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6">
                <a:extLst>
                  <a:ext uri="{FF2B5EF4-FFF2-40B4-BE49-F238E27FC236}">
                    <a16:creationId xmlns:a16="http://schemas.microsoft.com/office/drawing/2014/main" id="{EAFD2AFD-CE31-47D4-BA52-C3F3B7F4D8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7">
                <a:extLst>
                  <a:ext uri="{FF2B5EF4-FFF2-40B4-BE49-F238E27FC236}">
                    <a16:creationId xmlns:a16="http://schemas.microsoft.com/office/drawing/2014/main" id="{545F5AC7-A5D5-4F5A-9BD2-84B617D0DC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8">
                <a:extLst>
                  <a:ext uri="{FF2B5EF4-FFF2-40B4-BE49-F238E27FC236}">
                    <a16:creationId xmlns:a16="http://schemas.microsoft.com/office/drawing/2014/main" id="{B2F09D9F-F636-419C-8706-79B99826DB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9">
                <a:extLst>
                  <a:ext uri="{FF2B5EF4-FFF2-40B4-BE49-F238E27FC236}">
                    <a16:creationId xmlns:a16="http://schemas.microsoft.com/office/drawing/2014/main" id="{80C99F69-63D3-492A-AAE5-3DC3D4E572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00C9044-81C4-4B87-A0B2-5DE7897CBD28}"/>
                </a:ext>
              </a:extLst>
            </p:cNvPr>
            <p:cNvCxnSpPr>
              <a:cxnSpLocks/>
            </p:cNvCxnSpPr>
            <p:nvPr/>
          </p:nvCxnSpPr>
          <p:spPr>
            <a:xfrm>
              <a:off x="9865662" y="-41132"/>
              <a:ext cx="0" cy="105898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Freeform 5">
            <a:extLst>
              <a:ext uri="{FF2B5EF4-FFF2-40B4-BE49-F238E27FC236}">
                <a16:creationId xmlns:a16="http://schemas.microsoft.com/office/drawing/2014/main" id="{C3018793-9F15-4AA0-8D88-CFE8F59413F5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806423" y="2224726"/>
            <a:ext cx="1371034" cy="2278778"/>
          </a:xfrm>
          <a:custGeom>
            <a:avLst/>
            <a:gdLst>
              <a:gd name="T0" fmla="*/ 674 w 750"/>
              <a:gd name="T1" fmla="*/ 602 h 1237"/>
              <a:gd name="T2" fmla="*/ 750 w 750"/>
              <a:gd name="T3" fmla="*/ 376 h 1237"/>
              <a:gd name="T4" fmla="*/ 638 w 750"/>
              <a:gd name="T5" fmla="*/ 110 h 1237"/>
              <a:gd name="T6" fmla="*/ 370 w 750"/>
              <a:gd name="T7" fmla="*/ 2 h 1237"/>
              <a:gd name="T8" fmla="*/ 110 w 750"/>
              <a:gd name="T9" fmla="*/ 112 h 1237"/>
              <a:gd name="T10" fmla="*/ 1 w 750"/>
              <a:gd name="T11" fmla="*/ 373 h 1237"/>
              <a:gd name="T12" fmla="*/ 77 w 750"/>
              <a:gd name="T13" fmla="*/ 603 h 1237"/>
              <a:gd name="T14" fmla="*/ 205 w 750"/>
              <a:gd name="T15" fmla="*/ 976 h 1237"/>
              <a:gd name="T16" fmla="*/ 205 w 750"/>
              <a:gd name="T17" fmla="*/ 1120 h 1237"/>
              <a:gd name="T18" fmla="*/ 321 w 750"/>
              <a:gd name="T19" fmla="*/ 1237 h 1237"/>
              <a:gd name="T20" fmla="*/ 430 w 750"/>
              <a:gd name="T21" fmla="*/ 1237 h 1237"/>
              <a:gd name="T22" fmla="*/ 546 w 750"/>
              <a:gd name="T23" fmla="*/ 1120 h 1237"/>
              <a:gd name="T24" fmla="*/ 546 w 750"/>
              <a:gd name="T25" fmla="*/ 976 h 1237"/>
              <a:gd name="T26" fmla="*/ 674 w 750"/>
              <a:gd name="T27" fmla="*/ 602 h 1237"/>
              <a:gd name="T28" fmla="*/ 116 w 750"/>
              <a:gd name="T29" fmla="*/ 574 h 1237"/>
              <a:gd name="T30" fmla="*/ 49 w 750"/>
              <a:gd name="T31" fmla="*/ 373 h 1237"/>
              <a:gd name="T32" fmla="*/ 371 w 750"/>
              <a:gd name="T33" fmla="*/ 50 h 1237"/>
              <a:gd name="T34" fmla="*/ 605 w 750"/>
              <a:gd name="T35" fmla="*/ 144 h 1237"/>
              <a:gd name="T36" fmla="*/ 702 w 750"/>
              <a:gd name="T37" fmla="*/ 376 h 1237"/>
              <a:gd name="T38" fmla="*/ 636 w 750"/>
              <a:gd name="T39" fmla="*/ 573 h 1237"/>
              <a:gd name="T40" fmla="*/ 498 w 750"/>
              <a:gd name="T41" fmla="*/ 967 h 1237"/>
              <a:gd name="T42" fmla="*/ 253 w 750"/>
              <a:gd name="T43" fmla="*/ 967 h 1237"/>
              <a:gd name="T44" fmla="*/ 116 w 750"/>
              <a:gd name="T45" fmla="*/ 574 h 1237"/>
              <a:gd name="T46" fmla="*/ 253 w 750"/>
              <a:gd name="T47" fmla="*/ 1104 h 1237"/>
              <a:gd name="T48" fmla="*/ 253 w 750"/>
              <a:gd name="T49" fmla="*/ 1085 h 1237"/>
              <a:gd name="T50" fmla="*/ 498 w 750"/>
              <a:gd name="T51" fmla="*/ 1113 h 1237"/>
              <a:gd name="T52" fmla="*/ 498 w 750"/>
              <a:gd name="T53" fmla="*/ 1120 h 1237"/>
              <a:gd name="T54" fmla="*/ 497 w 750"/>
              <a:gd name="T55" fmla="*/ 1132 h 1237"/>
              <a:gd name="T56" fmla="*/ 253 w 750"/>
              <a:gd name="T57" fmla="*/ 1104 h 1237"/>
              <a:gd name="T58" fmla="*/ 253 w 750"/>
              <a:gd name="T59" fmla="*/ 1036 h 1237"/>
              <a:gd name="T60" fmla="*/ 253 w 750"/>
              <a:gd name="T61" fmla="*/ 1015 h 1237"/>
              <a:gd name="T62" fmla="*/ 498 w 750"/>
              <a:gd name="T63" fmla="*/ 1015 h 1237"/>
              <a:gd name="T64" fmla="*/ 498 w 750"/>
              <a:gd name="T65" fmla="*/ 1064 h 1237"/>
              <a:gd name="T66" fmla="*/ 253 w 750"/>
              <a:gd name="T67" fmla="*/ 1036 h 1237"/>
              <a:gd name="T68" fmla="*/ 321 w 750"/>
              <a:gd name="T69" fmla="*/ 1189 h 1237"/>
              <a:gd name="T70" fmla="*/ 262 w 750"/>
              <a:gd name="T71" fmla="*/ 1153 h 1237"/>
              <a:gd name="T72" fmla="*/ 468 w 750"/>
              <a:gd name="T73" fmla="*/ 1177 h 1237"/>
              <a:gd name="T74" fmla="*/ 430 w 750"/>
              <a:gd name="T75" fmla="*/ 1189 h 1237"/>
              <a:gd name="T76" fmla="*/ 321 w 750"/>
              <a:gd name="T77" fmla="*/ 1189 h 1237"/>
              <a:gd name="T78" fmla="*/ 321 w 750"/>
              <a:gd name="T79" fmla="*/ 1189 h 1237"/>
              <a:gd name="T80" fmla="*/ 321 w 750"/>
              <a:gd name="T81" fmla="*/ 1189 h 1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50" h="1237">
                <a:moveTo>
                  <a:pt x="674" y="602"/>
                </a:moveTo>
                <a:cubicBezTo>
                  <a:pt x="724" y="537"/>
                  <a:pt x="750" y="459"/>
                  <a:pt x="750" y="376"/>
                </a:cubicBezTo>
                <a:cubicBezTo>
                  <a:pt x="750" y="275"/>
                  <a:pt x="710" y="180"/>
                  <a:pt x="638" y="110"/>
                </a:cubicBezTo>
                <a:cubicBezTo>
                  <a:pt x="566" y="39"/>
                  <a:pt x="471" y="0"/>
                  <a:pt x="370" y="2"/>
                </a:cubicBezTo>
                <a:cubicBezTo>
                  <a:pt x="272" y="3"/>
                  <a:pt x="180" y="42"/>
                  <a:pt x="110" y="112"/>
                </a:cubicBezTo>
                <a:cubicBezTo>
                  <a:pt x="41" y="182"/>
                  <a:pt x="2" y="275"/>
                  <a:pt x="1" y="373"/>
                </a:cubicBezTo>
                <a:cubicBezTo>
                  <a:pt x="0" y="457"/>
                  <a:pt x="27" y="536"/>
                  <a:pt x="77" y="603"/>
                </a:cubicBezTo>
                <a:cubicBezTo>
                  <a:pt x="160" y="711"/>
                  <a:pt x="205" y="843"/>
                  <a:pt x="205" y="976"/>
                </a:cubicBezTo>
                <a:cubicBezTo>
                  <a:pt x="205" y="1120"/>
                  <a:pt x="205" y="1120"/>
                  <a:pt x="205" y="1120"/>
                </a:cubicBezTo>
                <a:cubicBezTo>
                  <a:pt x="205" y="1185"/>
                  <a:pt x="257" y="1237"/>
                  <a:pt x="321" y="1237"/>
                </a:cubicBezTo>
                <a:cubicBezTo>
                  <a:pt x="430" y="1237"/>
                  <a:pt x="430" y="1237"/>
                  <a:pt x="430" y="1237"/>
                </a:cubicBezTo>
                <a:cubicBezTo>
                  <a:pt x="494" y="1237"/>
                  <a:pt x="546" y="1185"/>
                  <a:pt x="546" y="1120"/>
                </a:cubicBezTo>
                <a:cubicBezTo>
                  <a:pt x="546" y="976"/>
                  <a:pt x="546" y="976"/>
                  <a:pt x="546" y="976"/>
                </a:cubicBezTo>
                <a:cubicBezTo>
                  <a:pt x="546" y="842"/>
                  <a:pt x="590" y="713"/>
                  <a:pt x="674" y="602"/>
                </a:cubicBezTo>
                <a:close/>
                <a:moveTo>
                  <a:pt x="116" y="574"/>
                </a:moveTo>
                <a:cubicBezTo>
                  <a:pt x="71" y="516"/>
                  <a:pt x="48" y="446"/>
                  <a:pt x="49" y="373"/>
                </a:cubicBezTo>
                <a:cubicBezTo>
                  <a:pt x="51" y="197"/>
                  <a:pt x="195" y="52"/>
                  <a:pt x="371" y="50"/>
                </a:cubicBezTo>
                <a:cubicBezTo>
                  <a:pt x="459" y="49"/>
                  <a:pt x="542" y="82"/>
                  <a:pt x="605" y="144"/>
                </a:cubicBezTo>
                <a:cubicBezTo>
                  <a:pt x="667" y="206"/>
                  <a:pt x="702" y="288"/>
                  <a:pt x="702" y="376"/>
                </a:cubicBezTo>
                <a:cubicBezTo>
                  <a:pt x="702" y="448"/>
                  <a:pt x="679" y="516"/>
                  <a:pt x="636" y="573"/>
                </a:cubicBezTo>
                <a:cubicBezTo>
                  <a:pt x="547" y="690"/>
                  <a:pt x="500" y="825"/>
                  <a:pt x="498" y="967"/>
                </a:cubicBezTo>
                <a:cubicBezTo>
                  <a:pt x="253" y="967"/>
                  <a:pt x="253" y="967"/>
                  <a:pt x="253" y="967"/>
                </a:cubicBezTo>
                <a:cubicBezTo>
                  <a:pt x="251" y="827"/>
                  <a:pt x="202" y="688"/>
                  <a:pt x="116" y="574"/>
                </a:cubicBezTo>
                <a:close/>
                <a:moveTo>
                  <a:pt x="253" y="1104"/>
                </a:moveTo>
                <a:cubicBezTo>
                  <a:pt x="253" y="1085"/>
                  <a:pt x="253" y="1085"/>
                  <a:pt x="253" y="1085"/>
                </a:cubicBezTo>
                <a:cubicBezTo>
                  <a:pt x="498" y="1113"/>
                  <a:pt x="498" y="1113"/>
                  <a:pt x="498" y="1113"/>
                </a:cubicBezTo>
                <a:cubicBezTo>
                  <a:pt x="498" y="1120"/>
                  <a:pt x="498" y="1120"/>
                  <a:pt x="498" y="1120"/>
                </a:cubicBezTo>
                <a:cubicBezTo>
                  <a:pt x="498" y="1124"/>
                  <a:pt x="498" y="1128"/>
                  <a:pt x="497" y="1132"/>
                </a:cubicBezTo>
                <a:lnTo>
                  <a:pt x="253" y="1104"/>
                </a:lnTo>
                <a:close/>
                <a:moveTo>
                  <a:pt x="253" y="1036"/>
                </a:moveTo>
                <a:cubicBezTo>
                  <a:pt x="253" y="1015"/>
                  <a:pt x="253" y="1015"/>
                  <a:pt x="253" y="1015"/>
                </a:cubicBezTo>
                <a:cubicBezTo>
                  <a:pt x="498" y="1015"/>
                  <a:pt x="498" y="1015"/>
                  <a:pt x="498" y="1015"/>
                </a:cubicBezTo>
                <a:cubicBezTo>
                  <a:pt x="498" y="1064"/>
                  <a:pt x="498" y="1064"/>
                  <a:pt x="498" y="1064"/>
                </a:cubicBezTo>
                <a:lnTo>
                  <a:pt x="253" y="1036"/>
                </a:lnTo>
                <a:close/>
                <a:moveTo>
                  <a:pt x="321" y="1189"/>
                </a:moveTo>
                <a:cubicBezTo>
                  <a:pt x="296" y="1189"/>
                  <a:pt x="273" y="1174"/>
                  <a:pt x="262" y="1153"/>
                </a:cubicBezTo>
                <a:cubicBezTo>
                  <a:pt x="468" y="1177"/>
                  <a:pt x="468" y="1177"/>
                  <a:pt x="468" y="1177"/>
                </a:cubicBezTo>
                <a:cubicBezTo>
                  <a:pt x="457" y="1184"/>
                  <a:pt x="444" y="1189"/>
                  <a:pt x="430" y="1189"/>
                </a:cubicBezTo>
                <a:lnTo>
                  <a:pt x="321" y="1189"/>
                </a:lnTo>
                <a:close/>
                <a:moveTo>
                  <a:pt x="321" y="1189"/>
                </a:moveTo>
                <a:cubicBezTo>
                  <a:pt x="321" y="1189"/>
                  <a:pt x="321" y="1189"/>
                  <a:pt x="321" y="1189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7A7D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Freeform 6">
            <a:extLst>
              <a:ext uri="{FF2B5EF4-FFF2-40B4-BE49-F238E27FC236}">
                <a16:creationId xmlns:a16="http://schemas.microsoft.com/office/drawing/2014/main" id="{DE8BB8EF-7DA6-41F1-BC71-B8028DC8E8BB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4921239" y="3693016"/>
            <a:ext cx="97258" cy="165236"/>
          </a:xfrm>
          <a:custGeom>
            <a:avLst/>
            <a:gdLst>
              <a:gd name="T0" fmla="*/ 51 w 53"/>
              <a:gd name="T1" fmla="*/ 62 h 90"/>
              <a:gd name="T2" fmla="*/ 48 w 53"/>
              <a:gd name="T3" fmla="*/ 24 h 90"/>
              <a:gd name="T4" fmla="*/ 25 w 53"/>
              <a:gd name="T5" fmla="*/ 0 h 90"/>
              <a:gd name="T6" fmla="*/ 0 w 53"/>
              <a:gd name="T7" fmla="*/ 23 h 90"/>
              <a:gd name="T8" fmla="*/ 4 w 53"/>
              <a:gd name="T9" fmla="*/ 69 h 90"/>
              <a:gd name="T10" fmla="*/ 27 w 53"/>
              <a:gd name="T11" fmla="*/ 90 h 90"/>
              <a:gd name="T12" fmla="*/ 31 w 53"/>
              <a:gd name="T13" fmla="*/ 90 h 90"/>
              <a:gd name="T14" fmla="*/ 51 w 53"/>
              <a:gd name="T15" fmla="*/ 62 h 90"/>
              <a:gd name="T16" fmla="*/ 51 w 53"/>
              <a:gd name="T17" fmla="*/ 62 h 90"/>
              <a:gd name="T18" fmla="*/ 51 w 53"/>
              <a:gd name="T19" fmla="*/ 62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3" h="90">
                <a:moveTo>
                  <a:pt x="51" y="62"/>
                </a:moveTo>
                <a:cubicBezTo>
                  <a:pt x="49" y="50"/>
                  <a:pt x="48" y="37"/>
                  <a:pt x="48" y="24"/>
                </a:cubicBezTo>
                <a:cubicBezTo>
                  <a:pt x="49" y="11"/>
                  <a:pt x="38" y="0"/>
                  <a:pt x="25" y="0"/>
                </a:cubicBezTo>
                <a:cubicBezTo>
                  <a:pt x="11" y="0"/>
                  <a:pt x="1" y="10"/>
                  <a:pt x="0" y="23"/>
                </a:cubicBezTo>
                <a:cubicBezTo>
                  <a:pt x="0" y="39"/>
                  <a:pt x="1" y="54"/>
                  <a:pt x="4" y="69"/>
                </a:cubicBezTo>
                <a:cubicBezTo>
                  <a:pt x="5" y="81"/>
                  <a:pt x="16" y="90"/>
                  <a:pt x="27" y="90"/>
                </a:cubicBezTo>
                <a:cubicBezTo>
                  <a:pt x="28" y="90"/>
                  <a:pt x="30" y="90"/>
                  <a:pt x="31" y="90"/>
                </a:cubicBezTo>
                <a:cubicBezTo>
                  <a:pt x="44" y="88"/>
                  <a:pt x="53" y="75"/>
                  <a:pt x="51" y="62"/>
                </a:cubicBezTo>
                <a:close/>
                <a:moveTo>
                  <a:pt x="51" y="62"/>
                </a:moveTo>
                <a:cubicBezTo>
                  <a:pt x="51" y="62"/>
                  <a:pt x="51" y="62"/>
                  <a:pt x="51" y="62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Freeform 7">
            <a:extLst>
              <a:ext uri="{FF2B5EF4-FFF2-40B4-BE49-F238E27FC236}">
                <a16:creationId xmlns:a16="http://schemas.microsoft.com/office/drawing/2014/main" id="{4EB21C51-58A8-4A53-801B-988B2406C17F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4617959" y="3071816"/>
            <a:ext cx="352431" cy="565773"/>
          </a:xfrm>
          <a:custGeom>
            <a:avLst/>
            <a:gdLst>
              <a:gd name="T0" fmla="*/ 166 w 193"/>
              <a:gd name="T1" fmla="*/ 307 h 307"/>
              <a:gd name="T2" fmla="*/ 174 w 193"/>
              <a:gd name="T3" fmla="*/ 306 h 307"/>
              <a:gd name="T4" fmla="*/ 189 w 193"/>
              <a:gd name="T5" fmla="*/ 275 h 307"/>
              <a:gd name="T6" fmla="*/ 71 w 193"/>
              <a:gd name="T7" fmla="*/ 51 h 307"/>
              <a:gd name="T8" fmla="*/ 49 w 193"/>
              <a:gd name="T9" fmla="*/ 16 h 307"/>
              <a:gd name="T10" fmla="*/ 16 w 193"/>
              <a:gd name="T11" fmla="*/ 6 h 307"/>
              <a:gd name="T12" fmla="*/ 6 w 193"/>
              <a:gd name="T13" fmla="*/ 38 h 307"/>
              <a:gd name="T14" fmla="*/ 33 w 193"/>
              <a:gd name="T15" fmla="*/ 80 h 307"/>
              <a:gd name="T16" fmla="*/ 143 w 193"/>
              <a:gd name="T17" fmla="*/ 290 h 307"/>
              <a:gd name="T18" fmla="*/ 166 w 193"/>
              <a:gd name="T19" fmla="*/ 307 h 307"/>
              <a:gd name="T20" fmla="*/ 166 w 193"/>
              <a:gd name="T21" fmla="*/ 307 h 307"/>
              <a:gd name="T22" fmla="*/ 166 w 193"/>
              <a:gd name="T23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93" h="307">
                <a:moveTo>
                  <a:pt x="166" y="307"/>
                </a:moveTo>
                <a:cubicBezTo>
                  <a:pt x="169" y="307"/>
                  <a:pt x="171" y="306"/>
                  <a:pt x="174" y="306"/>
                </a:cubicBezTo>
                <a:cubicBezTo>
                  <a:pt x="186" y="301"/>
                  <a:pt x="193" y="288"/>
                  <a:pt x="189" y="275"/>
                </a:cubicBezTo>
                <a:cubicBezTo>
                  <a:pt x="162" y="194"/>
                  <a:pt x="123" y="119"/>
                  <a:pt x="71" y="51"/>
                </a:cubicBezTo>
                <a:cubicBezTo>
                  <a:pt x="63" y="40"/>
                  <a:pt x="55" y="28"/>
                  <a:pt x="49" y="16"/>
                </a:cubicBezTo>
                <a:cubicBezTo>
                  <a:pt x="43" y="4"/>
                  <a:pt x="28" y="0"/>
                  <a:pt x="16" y="6"/>
                </a:cubicBezTo>
                <a:cubicBezTo>
                  <a:pt x="5" y="12"/>
                  <a:pt x="0" y="26"/>
                  <a:pt x="6" y="38"/>
                </a:cubicBezTo>
                <a:cubicBezTo>
                  <a:pt x="14" y="53"/>
                  <a:pt x="23" y="67"/>
                  <a:pt x="33" y="80"/>
                </a:cubicBezTo>
                <a:cubicBezTo>
                  <a:pt x="81" y="144"/>
                  <a:pt x="119" y="215"/>
                  <a:pt x="143" y="290"/>
                </a:cubicBezTo>
                <a:cubicBezTo>
                  <a:pt x="147" y="300"/>
                  <a:pt x="156" y="307"/>
                  <a:pt x="166" y="307"/>
                </a:cubicBezTo>
                <a:close/>
                <a:moveTo>
                  <a:pt x="166" y="307"/>
                </a:moveTo>
                <a:cubicBezTo>
                  <a:pt x="166" y="307"/>
                  <a:pt x="166" y="307"/>
                  <a:pt x="166" y="307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Freeform 8">
            <a:extLst>
              <a:ext uri="{FF2B5EF4-FFF2-40B4-BE49-F238E27FC236}">
                <a16:creationId xmlns:a16="http://schemas.microsoft.com/office/drawing/2014/main" id="{D37A70B3-F043-4A49-A074-CAE0F71F8FCD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997802" y="3473401"/>
            <a:ext cx="157916" cy="195564"/>
          </a:xfrm>
          <a:custGeom>
            <a:avLst/>
            <a:gdLst>
              <a:gd name="T0" fmla="*/ 69 w 86"/>
              <a:gd name="T1" fmla="*/ 5 h 106"/>
              <a:gd name="T2" fmla="*/ 37 w 86"/>
              <a:gd name="T3" fmla="*/ 18 h 106"/>
              <a:gd name="T4" fmla="*/ 8 w 86"/>
              <a:gd name="T5" fmla="*/ 68 h 106"/>
              <a:gd name="T6" fmla="*/ 12 w 86"/>
              <a:gd name="T7" fmla="*/ 102 h 106"/>
              <a:gd name="T8" fmla="*/ 27 w 86"/>
              <a:gd name="T9" fmla="*/ 106 h 106"/>
              <a:gd name="T10" fmla="*/ 46 w 86"/>
              <a:gd name="T11" fmla="*/ 97 h 106"/>
              <a:gd name="T12" fmla="*/ 81 w 86"/>
              <a:gd name="T13" fmla="*/ 37 h 106"/>
              <a:gd name="T14" fmla="*/ 69 w 86"/>
              <a:gd name="T15" fmla="*/ 5 h 106"/>
              <a:gd name="T16" fmla="*/ 69 w 86"/>
              <a:gd name="T17" fmla="*/ 5 h 106"/>
              <a:gd name="T18" fmla="*/ 69 w 86"/>
              <a:gd name="T19" fmla="*/ 5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6" h="106">
                <a:moveTo>
                  <a:pt x="69" y="5"/>
                </a:moveTo>
                <a:cubicBezTo>
                  <a:pt x="56" y="0"/>
                  <a:pt x="42" y="6"/>
                  <a:pt x="37" y="18"/>
                </a:cubicBezTo>
                <a:cubicBezTo>
                  <a:pt x="29" y="36"/>
                  <a:pt x="20" y="52"/>
                  <a:pt x="8" y="68"/>
                </a:cubicBezTo>
                <a:cubicBezTo>
                  <a:pt x="0" y="79"/>
                  <a:pt x="2" y="94"/>
                  <a:pt x="12" y="102"/>
                </a:cubicBezTo>
                <a:cubicBezTo>
                  <a:pt x="17" y="105"/>
                  <a:pt x="22" y="106"/>
                  <a:pt x="27" y="106"/>
                </a:cubicBezTo>
                <a:cubicBezTo>
                  <a:pt x="34" y="106"/>
                  <a:pt x="41" y="103"/>
                  <a:pt x="46" y="97"/>
                </a:cubicBezTo>
                <a:cubicBezTo>
                  <a:pt x="60" y="78"/>
                  <a:pt x="72" y="58"/>
                  <a:pt x="81" y="37"/>
                </a:cubicBezTo>
                <a:cubicBezTo>
                  <a:pt x="86" y="25"/>
                  <a:pt x="81" y="11"/>
                  <a:pt x="69" y="5"/>
                </a:cubicBezTo>
                <a:close/>
                <a:moveTo>
                  <a:pt x="69" y="5"/>
                </a:moveTo>
                <a:cubicBezTo>
                  <a:pt x="69" y="5"/>
                  <a:pt x="69" y="5"/>
                  <a:pt x="69" y="5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Freeform 9">
            <a:extLst>
              <a:ext uri="{FF2B5EF4-FFF2-40B4-BE49-F238E27FC236}">
                <a16:creationId xmlns:a16="http://schemas.microsoft.com/office/drawing/2014/main" id="{A0C22660-B79D-4A94-BD65-391DD653D470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965383" y="3720208"/>
            <a:ext cx="569957" cy="621200"/>
          </a:xfrm>
          <a:custGeom>
            <a:avLst/>
            <a:gdLst>
              <a:gd name="T0" fmla="*/ 24 w 312"/>
              <a:gd name="T1" fmla="*/ 48 h 337"/>
              <a:gd name="T2" fmla="*/ 264 w 312"/>
              <a:gd name="T3" fmla="*/ 288 h 337"/>
              <a:gd name="T4" fmla="*/ 263 w 312"/>
              <a:gd name="T5" fmla="*/ 311 h 337"/>
              <a:gd name="T6" fmla="*/ 285 w 312"/>
              <a:gd name="T7" fmla="*/ 337 h 337"/>
              <a:gd name="T8" fmla="*/ 287 w 312"/>
              <a:gd name="T9" fmla="*/ 337 h 337"/>
              <a:gd name="T10" fmla="*/ 311 w 312"/>
              <a:gd name="T11" fmla="*/ 315 h 337"/>
              <a:gd name="T12" fmla="*/ 312 w 312"/>
              <a:gd name="T13" fmla="*/ 288 h 337"/>
              <a:gd name="T14" fmla="*/ 24 w 312"/>
              <a:gd name="T15" fmla="*/ 0 h 337"/>
              <a:gd name="T16" fmla="*/ 0 w 312"/>
              <a:gd name="T17" fmla="*/ 24 h 337"/>
              <a:gd name="T18" fmla="*/ 24 w 312"/>
              <a:gd name="T19" fmla="*/ 48 h 337"/>
              <a:gd name="T20" fmla="*/ 24 w 312"/>
              <a:gd name="T21" fmla="*/ 48 h 337"/>
              <a:gd name="T22" fmla="*/ 24 w 312"/>
              <a:gd name="T23" fmla="*/ 48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12" h="337">
                <a:moveTo>
                  <a:pt x="24" y="48"/>
                </a:moveTo>
                <a:cubicBezTo>
                  <a:pt x="157" y="48"/>
                  <a:pt x="264" y="156"/>
                  <a:pt x="264" y="288"/>
                </a:cubicBezTo>
                <a:cubicBezTo>
                  <a:pt x="264" y="296"/>
                  <a:pt x="264" y="303"/>
                  <a:pt x="263" y="311"/>
                </a:cubicBezTo>
                <a:cubicBezTo>
                  <a:pt x="262" y="324"/>
                  <a:pt x="272" y="336"/>
                  <a:pt x="285" y="337"/>
                </a:cubicBezTo>
                <a:cubicBezTo>
                  <a:pt x="286" y="337"/>
                  <a:pt x="287" y="337"/>
                  <a:pt x="287" y="337"/>
                </a:cubicBezTo>
                <a:cubicBezTo>
                  <a:pt x="300" y="337"/>
                  <a:pt x="310" y="328"/>
                  <a:pt x="311" y="315"/>
                </a:cubicBezTo>
                <a:cubicBezTo>
                  <a:pt x="312" y="306"/>
                  <a:pt x="312" y="297"/>
                  <a:pt x="312" y="288"/>
                </a:cubicBezTo>
                <a:cubicBezTo>
                  <a:pt x="312" y="129"/>
                  <a:pt x="183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37"/>
                  <a:pt x="11" y="48"/>
                  <a:pt x="24" y="48"/>
                </a:cubicBezTo>
                <a:close/>
                <a:moveTo>
                  <a:pt x="24" y="48"/>
                </a:moveTo>
                <a:cubicBezTo>
                  <a:pt x="24" y="48"/>
                  <a:pt x="24" y="48"/>
                  <a:pt x="24" y="48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Freeform 10">
            <a:extLst>
              <a:ext uri="{FF2B5EF4-FFF2-40B4-BE49-F238E27FC236}">
                <a16:creationId xmlns:a16="http://schemas.microsoft.com/office/drawing/2014/main" id="{CFC93E54-CFFF-4ABA-BFD6-36579C7A005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4447493" y="4577757"/>
            <a:ext cx="87847" cy="334653"/>
          </a:xfrm>
          <a:custGeom>
            <a:avLst/>
            <a:gdLst>
              <a:gd name="T0" fmla="*/ 24 w 48"/>
              <a:gd name="T1" fmla="*/ 182 h 182"/>
              <a:gd name="T2" fmla="*/ 48 w 48"/>
              <a:gd name="T3" fmla="*/ 158 h 182"/>
              <a:gd name="T4" fmla="*/ 48 w 48"/>
              <a:gd name="T5" fmla="*/ 24 h 182"/>
              <a:gd name="T6" fmla="*/ 24 w 48"/>
              <a:gd name="T7" fmla="*/ 0 h 182"/>
              <a:gd name="T8" fmla="*/ 0 w 48"/>
              <a:gd name="T9" fmla="*/ 24 h 182"/>
              <a:gd name="T10" fmla="*/ 0 w 48"/>
              <a:gd name="T11" fmla="*/ 158 h 182"/>
              <a:gd name="T12" fmla="*/ 24 w 48"/>
              <a:gd name="T13" fmla="*/ 182 h 182"/>
              <a:gd name="T14" fmla="*/ 24 w 48"/>
              <a:gd name="T15" fmla="*/ 182 h 182"/>
              <a:gd name="T16" fmla="*/ 24 w 48"/>
              <a:gd name="T17" fmla="*/ 182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8" h="182">
                <a:moveTo>
                  <a:pt x="24" y="182"/>
                </a:moveTo>
                <a:cubicBezTo>
                  <a:pt x="38" y="182"/>
                  <a:pt x="48" y="172"/>
                  <a:pt x="48" y="158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11"/>
                  <a:pt x="38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72"/>
                  <a:pt x="11" y="182"/>
                  <a:pt x="24" y="182"/>
                </a:cubicBezTo>
                <a:close/>
                <a:moveTo>
                  <a:pt x="24" y="182"/>
                </a:moveTo>
                <a:cubicBezTo>
                  <a:pt x="24" y="182"/>
                  <a:pt x="24" y="182"/>
                  <a:pt x="24" y="182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22131C25-69B1-4F33-9B81-64B6AA7AEF5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4846986" y="4466902"/>
            <a:ext cx="222754" cy="309553"/>
          </a:xfrm>
          <a:custGeom>
            <a:avLst/>
            <a:gdLst>
              <a:gd name="T0" fmla="*/ 74 w 122"/>
              <a:gd name="T1" fmla="*/ 156 h 168"/>
              <a:gd name="T2" fmla="*/ 94 w 122"/>
              <a:gd name="T3" fmla="*/ 168 h 168"/>
              <a:gd name="T4" fmla="*/ 106 w 122"/>
              <a:gd name="T5" fmla="*/ 165 h 168"/>
              <a:gd name="T6" fmla="*/ 115 w 122"/>
              <a:gd name="T7" fmla="*/ 132 h 168"/>
              <a:gd name="T8" fmla="*/ 48 w 122"/>
              <a:gd name="T9" fmla="*/ 15 h 168"/>
              <a:gd name="T10" fmla="*/ 15 w 122"/>
              <a:gd name="T11" fmla="*/ 7 h 168"/>
              <a:gd name="T12" fmla="*/ 6 w 122"/>
              <a:gd name="T13" fmla="*/ 39 h 168"/>
              <a:gd name="T14" fmla="*/ 74 w 122"/>
              <a:gd name="T15" fmla="*/ 156 h 168"/>
              <a:gd name="T16" fmla="*/ 74 w 122"/>
              <a:gd name="T17" fmla="*/ 156 h 168"/>
              <a:gd name="T18" fmla="*/ 74 w 122"/>
              <a:gd name="T19" fmla="*/ 156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2" h="168">
                <a:moveTo>
                  <a:pt x="74" y="156"/>
                </a:moveTo>
                <a:cubicBezTo>
                  <a:pt x="78" y="164"/>
                  <a:pt x="86" y="168"/>
                  <a:pt x="94" y="168"/>
                </a:cubicBezTo>
                <a:cubicBezTo>
                  <a:pt x="98" y="168"/>
                  <a:pt x="103" y="167"/>
                  <a:pt x="106" y="165"/>
                </a:cubicBezTo>
                <a:cubicBezTo>
                  <a:pt x="118" y="158"/>
                  <a:pt x="122" y="143"/>
                  <a:pt x="115" y="132"/>
                </a:cubicBezTo>
                <a:cubicBezTo>
                  <a:pt x="48" y="15"/>
                  <a:pt x="48" y="15"/>
                  <a:pt x="48" y="15"/>
                </a:cubicBezTo>
                <a:cubicBezTo>
                  <a:pt x="41" y="4"/>
                  <a:pt x="27" y="0"/>
                  <a:pt x="15" y="7"/>
                </a:cubicBezTo>
                <a:cubicBezTo>
                  <a:pt x="4" y="13"/>
                  <a:pt x="0" y="28"/>
                  <a:pt x="6" y="39"/>
                </a:cubicBezTo>
                <a:lnTo>
                  <a:pt x="74" y="156"/>
                </a:lnTo>
                <a:close/>
                <a:moveTo>
                  <a:pt x="74" y="156"/>
                </a:moveTo>
                <a:cubicBezTo>
                  <a:pt x="74" y="156"/>
                  <a:pt x="74" y="156"/>
                  <a:pt x="74" y="156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Freeform 12">
            <a:extLst>
              <a:ext uri="{FF2B5EF4-FFF2-40B4-BE49-F238E27FC236}">
                <a16:creationId xmlns:a16="http://schemas.microsoft.com/office/drawing/2014/main" id="{B4251EF7-E48A-46C8-BA9B-7BD81279429F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525105" y="3224503"/>
            <a:ext cx="312692" cy="219617"/>
          </a:xfrm>
          <a:custGeom>
            <a:avLst/>
            <a:gdLst>
              <a:gd name="T0" fmla="*/ 155 w 171"/>
              <a:gd name="T1" fmla="*/ 74 h 119"/>
              <a:gd name="T2" fmla="*/ 39 w 171"/>
              <a:gd name="T3" fmla="*/ 7 h 119"/>
              <a:gd name="T4" fmla="*/ 6 w 171"/>
              <a:gd name="T5" fmla="*/ 15 h 119"/>
              <a:gd name="T6" fmla="*/ 15 w 171"/>
              <a:gd name="T7" fmla="*/ 48 h 119"/>
              <a:gd name="T8" fmla="*/ 131 w 171"/>
              <a:gd name="T9" fmla="*/ 115 h 119"/>
              <a:gd name="T10" fmla="*/ 143 w 171"/>
              <a:gd name="T11" fmla="*/ 119 h 119"/>
              <a:gd name="T12" fmla="*/ 164 w 171"/>
              <a:gd name="T13" fmla="*/ 107 h 119"/>
              <a:gd name="T14" fmla="*/ 155 w 171"/>
              <a:gd name="T15" fmla="*/ 74 h 119"/>
              <a:gd name="T16" fmla="*/ 155 w 171"/>
              <a:gd name="T17" fmla="*/ 74 h 119"/>
              <a:gd name="T18" fmla="*/ 155 w 171"/>
              <a:gd name="T19" fmla="*/ 74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1" h="119">
                <a:moveTo>
                  <a:pt x="155" y="74"/>
                </a:moveTo>
                <a:cubicBezTo>
                  <a:pt x="39" y="7"/>
                  <a:pt x="39" y="7"/>
                  <a:pt x="39" y="7"/>
                </a:cubicBezTo>
                <a:cubicBezTo>
                  <a:pt x="27" y="0"/>
                  <a:pt x="13" y="4"/>
                  <a:pt x="6" y="15"/>
                </a:cubicBezTo>
                <a:cubicBezTo>
                  <a:pt x="0" y="27"/>
                  <a:pt x="3" y="42"/>
                  <a:pt x="15" y="48"/>
                </a:cubicBezTo>
                <a:cubicBezTo>
                  <a:pt x="131" y="115"/>
                  <a:pt x="131" y="115"/>
                  <a:pt x="131" y="115"/>
                </a:cubicBezTo>
                <a:cubicBezTo>
                  <a:pt x="135" y="118"/>
                  <a:pt x="139" y="119"/>
                  <a:pt x="143" y="119"/>
                </a:cubicBezTo>
                <a:cubicBezTo>
                  <a:pt x="152" y="119"/>
                  <a:pt x="160" y="114"/>
                  <a:pt x="164" y="107"/>
                </a:cubicBezTo>
                <a:cubicBezTo>
                  <a:pt x="171" y="95"/>
                  <a:pt x="167" y="80"/>
                  <a:pt x="155" y="74"/>
                </a:cubicBezTo>
                <a:close/>
                <a:moveTo>
                  <a:pt x="155" y="74"/>
                </a:moveTo>
                <a:cubicBezTo>
                  <a:pt x="155" y="74"/>
                  <a:pt x="155" y="74"/>
                  <a:pt x="155" y="74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Freeform 13">
            <a:extLst>
              <a:ext uri="{FF2B5EF4-FFF2-40B4-BE49-F238E27FC236}">
                <a16:creationId xmlns:a16="http://schemas.microsoft.com/office/drawing/2014/main" id="{A2F2C16A-6D6D-409A-9C9E-65CB184D3F26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5143990" y="4167808"/>
            <a:ext cx="312692" cy="217524"/>
          </a:xfrm>
          <a:custGeom>
            <a:avLst/>
            <a:gdLst>
              <a:gd name="T0" fmla="*/ 15 w 171"/>
              <a:gd name="T1" fmla="*/ 48 h 118"/>
              <a:gd name="T2" fmla="*/ 132 w 171"/>
              <a:gd name="T3" fmla="*/ 115 h 118"/>
              <a:gd name="T4" fmla="*/ 144 w 171"/>
              <a:gd name="T5" fmla="*/ 118 h 118"/>
              <a:gd name="T6" fmla="*/ 165 w 171"/>
              <a:gd name="T7" fmla="*/ 106 h 118"/>
              <a:gd name="T8" fmla="*/ 156 w 171"/>
              <a:gd name="T9" fmla="*/ 74 h 118"/>
              <a:gd name="T10" fmla="*/ 39 w 171"/>
              <a:gd name="T11" fmla="*/ 6 h 118"/>
              <a:gd name="T12" fmla="*/ 7 w 171"/>
              <a:gd name="T13" fmla="*/ 15 h 118"/>
              <a:gd name="T14" fmla="*/ 15 w 171"/>
              <a:gd name="T15" fmla="*/ 48 h 118"/>
              <a:gd name="T16" fmla="*/ 15 w 171"/>
              <a:gd name="T17" fmla="*/ 48 h 118"/>
              <a:gd name="T18" fmla="*/ 15 w 171"/>
              <a:gd name="T19" fmla="*/ 4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1" h="118">
                <a:moveTo>
                  <a:pt x="15" y="48"/>
                </a:moveTo>
                <a:cubicBezTo>
                  <a:pt x="132" y="115"/>
                  <a:pt x="132" y="115"/>
                  <a:pt x="132" y="115"/>
                </a:cubicBezTo>
                <a:cubicBezTo>
                  <a:pt x="136" y="117"/>
                  <a:pt x="140" y="118"/>
                  <a:pt x="144" y="118"/>
                </a:cubicBezTo>
                <a:cubicBezTo>
                  <a:pt x="152" y="118"/>
                  <a:pt x="160" y="114"/>
                  <a:pt x="165" y="106"/>
                </a:cubicBezTo>
                <a:cubicBezTo>
                  <a:pt x="171" y="95"/>
                  <a:pt x="167" y="80"/>
                  <a:pt x="156" y="74"/>
                </a:cubicBezTo>
                <a:cubicBezTo>
                  <a:pt x="39" y="6"/>
                  <a:pt x="39" y="6"/>
                  <a:pt x="39" y="6"/>
                </a:cubicBezTo>
                <a:cubicBezTo>
                  <a:pt x="28" y="0"/>
                  <a:pt x="13" y="4"/>
                  <a:pt x="7" y="15"/>
                </a:cubicBezTo>
                <a:cubicBezTo>
                  <a:pt x="0" y="27"/>
                  <a:pt x="4" y="41"/>
                  <a:pt x="15" y="48"/>
                </a:cubicBezTo>
                <a:close/>
                <a:moveTo>
                  <a:pt x="15" y="48"/>
                </a:moveTo>
                <a:cubicBezTo>
                  <a:pt x="15" y="48"/>
                  <a:pt x="15" y="48"/>
                  <a:pt x="15" y="48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Freeform 14">
            <a:extLst>
              <a:ext uri="{FF2B5EF4-FFF2-40B4-BE49-F238E27FC236}">
                <a16:creationId xmlns:a16="http://schemas.microsoft.com/office/drawing/2014/main" id="{DE9D0EE0-16F0-4C3D-8B7B-C52E37EB02A7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389152" y="3758902"/>
            <a:ext cx="334653" cy="88893"/>
          </a:xfrm>
          <a:custGeom>
            <a:avLst/>
            <a:gdLst>
              <a:gd name="T0" fmla="*/ 159 w 183"/>
              <a:gd name="T1" fmla="*/ 0 h 48"/>
              <a:gd name="T2" fmla="*/ 24 w 183"/>
              <a:gd name="T3" fmla="*/ 0 h 48"/>
              <a:gd name="T4" fmla="*/ 0 w 183"/>
              <a:gd name="T5" fmla="*/ 24 h 48"/>
              <a:gd name="T6" fmla="*/ 24 w 183"/>
              <a:gd name="T7" fmla="*/ 48 h 48"/>
              <a:gd name="T8" fmla="*/ 159 w 183"/>
              <a:gd name="T9" fmla="*/ 48 h 48"/>
              <a:gd name="T10" fmla="*/ 183 w 183"/>
              <a:gd name="T11" fmla="*/ 24 h 48"/>
              <a:gd name="T12" fmla="*/ 159 w 183"/>
              <a:gd name="T13" fmla="*/ 0 h 48"/>
              <a:gd name="T14" fmla="*/ 159 w 183"/>
              <a:gd name="T15" fmla="*/ 0 h 48"/>
              <a:gd name="T16" fmla="*/ 159 w 183"/>
              <a:gd name="T17" fmla="*/ 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3" h="48">
                <a:moveTo>
                  <a:pt x="159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38"/>
                  <a:pt x="11" y="48"/>
                  <a:pt x="24" y="48"/>
                </a:cubicBezTo>
                <a:cubicBezTo>
                  <a:pt x="159" y="48"/>
                  <a:pt x="159" y="48"/>
                  <a:pt x="159" y="48"/>
                </a:cubicBezTo>
                <a:cubicBezTo>
                  <a:pt x="172" y="48"/>
                  <a:pt x="183" y="38"/>
                  <a:pt x="183" y="24"/>
                </a:cubicBezTo>
                <a:cubicBezTo>
                  <a:pt x="183" y="11"/>
                  <a:pt x="172" y="0"/>
                  <a:pt x="159" y="0"/>
                </a:cubicBezTo>
                <a:close/>
                <a:moveTo>
                  <a:pt x="159" y="0"/>
                </a:moveTo>
                <a:cubicBezTo>
                  <a:pt x="159" y="0"/>
                  <a:pt x="159" y="0"/>
                  <a:pt x="159" y="0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Freeform 15">
            <a:extLst>
              <a:ext uri="{FF2B5EF4-FFF2-40B4-BE49-F238E27FC236}">
                <a16:creationId xmlns:a16="http://schemas.microsoft.com/office/drawing/2014/main" id="{866B0852-9270-48AC-B823-579167A21C0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5260073" y="3758902"/>
            <a:ext cx="332562" cy="88893"/>
          </a:xfrm>
          <a:custGeom>
            <a:avLst/>
            <a:gdLst>
              <a:gd name="T0" fmla="*/ 182 w 182"/>
              <a:gd name="T1" fmla="*/ 24 h 48"/>
              <a:gd name="T2" fmla="*/ 158 w 182"/>
              <a:gd name="T3" fmla="*/ 0 h 48"/>
              <a:gd name="T4" fmla="*/ 24 w 182"/>
              <a:gd name="T5" fmla="*/ 0 h 48"/>
              <a:gd name="T6" fmla="*/ 0 w 182"/>
              <a:gd name="T7" fmla="*/ 24 h 48"/>
              <a:gd name="T8" fmla="*/ 24 w 182"/>
              <a:gd name="T9" fmla="*/ 48 h 48"/>
              <a:gd name="T10" fmla="*/ 158 w 182"/>
              <a:gd name="T11" fmla="*/ 48 h 48"/>
              <a:gd name="T12" fmla="*/ 182 w 182"/>
              <a:gd name="T13" fmla="*/ 24 h 48"/>
              <a:gd name="T14" fmla="*/ 182 w 182"/>
              <a:gd name="T15" fmla="*/ 24 h 48"/>
              <a:gd name="T16" fmla="*/ 182 w 182"/>
              <a:gd name="T17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48">
                <a:moveTo>
                  <a:pt x="182" y="24"/>
                </a:moveTo>
                <a:cubicBezTo>
                  <a:pt x="182" y="11"/>
                  <a:pt x="172" y="0"/>
                  <a:pt x="15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38"/>
                  <a:pt x="11" y="48"/>
                  <a:pt x="24" y="48"/>
                </a:cubicBezTo>
                <a:cubicBezTo>
                  <a:pt x="158" y="48"/>
                  <a:pt x="158" y="48"/>
                  <a:pt x="158" y="48"/>
                </a:cubicBezTo>
                <a:cubicBezTo>
                  <a:pt x="172" y="48"/>
                  <a:pt x="182" y="38"/>
                  <a:pt x="182" y="24"/>
                </a:cubicBezTo>
                <a:close/>
                <a:moveTo>
                  <a:pt x="182" y="24"/>
                </a:moveTo>
                <a:cubicBezTo>
                  <a:pt x="182" y="24"/>
                  <a:pt x="182" y="24"/>
                  <a:pt x="182" y="24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Freeform 16">
            <a:extLst>
              <a:ext uri="{FF2B5EF4-FFF2-40B4-BE49-F238E27FC236}">
                <a16:creationId xmlns:a16="http://schemas.microsoft.com/office/drawing/2014/main" id="{F7291838-E6C8-415E-A10A-6461E4679FA4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525105" y="4167808"/>
            <a:ext cx="312692" cy="217524"/>
          </a:xfrm>
          <a:custGeom>
            <a:avLst/>
            <a:gdLst>
              <a:gd name="T0" fmla="*/ 27 w 171"/>
              <a:gd name="T1" fmla="*/ 118 h 118"/>
              <a:gd name="T2" fmla="*/ 39 w 171"/>
              <a:gd name="T3" fmla="*/ 115 h 118"/>
              <a:gd name="T4" fmla="*/ 155 w 171"/>
              <a:gd name="T5" fmla="*/ 48 h 118"/>
              <a:gd name="T6" fmla="*/ 164 w 171"/>
              <a:gd name="T7" fmla="*/ 15 h 118"/>
              <a:gd name="T8" fmla="*/ 131 w 171"/>
              <a:gd name="T9" fmla="*/ 6 h 118"/>
              <a:gd name="T10" fmla="*/ 15 w 171"/>
              <a:gd name="T11" fmla="*/ 74 h 118"/>
              <a:gd name="T12" fmla="*/ 6 w 171"/>
              <a:gd name="T13" fmla="*/ 106 h 118"/>
              <a:gd name="T14" fmla="*/ 27 w 171"/>
              <a:gd name="T15" fmla="*/ 118 h 118"/>
              <a:gd name="T16" fmla="*/ 27 w 171"/>
              <a:gd name="T17" fmla="*/ 118 h 118"/>
              <a:gd name="T18" fmla="*/ 27 w 171"/>
              <a:gd name="T1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1" h="118">
                <a:moveTo>
                  <a:pt x="27" y="118"/>
                </a:moveTo>
                <a:cubicBezTo>
                  <a:pt x="31" y="118"/>
                  <a:pt x="35" y="117"/>
                  <a:pt x="39" y="115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67" y="41"/>
                  <a:pt x="171" y="27"/>
                  <a:pt x="164" y="15"/>
                </a:cubicBezTo>
                <a:cubicBezTo>
                  <a:pt x="157" y="4"/>
                  <a:pt x="143" y="0"/>
                  <a:pt x="131" y="6"/>
                </a:cubicBezTo>
                <a:cubicBezTo>
                  <a:pt x="15" y="74"/>
                  <a:pt x="15" y="74"/>
                  <a:pt x="15" y="74"/>
                </a:cubicBezTo>
                <a:cubicBezTo>
                  <a:pt x="3" y="80"/>
                  <a:pt x="0" y="95"/>
                  <a:pt x="6" y="106"/>
                </a:cubicBezTo>
                <a:cubicBezTo>
                  <a:pt x="11" y="114"/>
                  <a:pt x="19" y="118"/>
                  <a:pt x="27" y="118"/>
                </a:cubicBezTo>
                <a:close/>
                <a:moveTo>
                  <a:pt x="27" y="118"/>
                </a:moveTo>
                <a:cubicBezTo>
                  <a:pt x="27" y="118"/>
                  <a:pt x="27" y="118"/>
                  <a:pt x="27" y="118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Freeform 17">
            <a:extLst>
              <a:ext uri="{FF2B5EF4-FFF2-40B4-BE49-F238E27FC236}">
                <a16:creationId xmlns:a16="http://schemas.microsoft.com/office/drawing/2014/main" id="{6919034B-0329-4750-B29F-F3CDAB05EC26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5143990" y="3224503"/>
            <a:ext cx="312692" cy="219617"/>
          </a:xfrm>
          <a:custGeom>
            <a:avLst/>
            <a:gdLst>
              <a:gd name="T0" fmla="*/ 132 w 171"/>
              <a:gd name="T1" fmla="*/ 7 h 119"/>
              <a:gd name="T2" fmla="*/ 15 w 171"/>
              <a:gd name="T3" fmla="*/ 74 h 119"/>
              <a:gd name="T4" fmla="*/ 7 w 171"/>
              <a:gd name="T5" fmla="*/ 107 h 119"/>
              <a:gd name="T6" fmla="*/ 28 w 171"/>
              <a:gd name="T7" fmla="*/ 119 h 119"/>
              <a:gd name="T8" fmla="*/ 39 w 171"/>
              <a:gd name="T9" fmla="*/ 115 h 119"/>
              <a:gd name="T10" fmla="*/ 156 w 171"/>
              <a:gd name="T11" fmla="*/ 48 h 119"/>
              <a:gd name="T12" fmla="*/ 165 w 171"/>
              <a:gd name="T13" fmla="*/ 15 h 119"/>
              <a:gd name="T14" fmla="*/ 132 w 171"/>
              <a:gd name="T15" fmla="*/ 7 h 119"/>
              <a:gd name="T16" fmla="*/ 132 w 171"/>
              <a:gd name="T17" fmla="*/ 7 h 119"/>
              <a:gd name="T18" fmla="*/ 132 w 171"/>
              <a:gd name="T19" fmla="*/ 7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1" h="119">
                <a:moveTo>
                  <a:pt x="132" y="7"/>
                </a:moveTo>
                <a:cubicBezTo>
                  <a:pt x="15" y="74"/>
                  <a:pt x="15" y="74"/>
                  <a:pt x="15" y="74"/>
                </a:cubicBezTo>
                <a:cubicBezTo>
                  <a:pt x="4" y="80"/>
                  <a:pt x="0" y="95"/>
                  <a:pt x="7" y="107"/>
                </a:cubicBezTo>
                <a:cubicBezTo>
                  <a:pt x="11" y="114"/>
                  <a:pt x="19" y="119"/>
                  <a:pt x="28" y="119"/>
                </a:cubicBezTo>
                <a:cubicBezTo>
                  <a:pt x="32" y="119"/>
                  <a:pt x="36" y="118"/>
                  <a:pt x="39" y="115"/>
                </a:cubicBezTo>
                <a:cubicBezTo>
                  <a:pt x="156" y="48"/>
                  <a:pt x="156" y="48"/>
                  <a:pt x="156" y="48"/>
                </a:cubicBezTo>
                <a:cubicBezTo>
                  <a:pt x="167" y="42"/>
                  <a:pt x="171" y="27"/>
                  <a:pt x="165" y="15"/>
                </a:cubicBezTo>
                <a:cubicBezTo>
                  <a:pt x="158" y="4"/>
                  <a:pt x="143" y="0"/>
                  <a:pt x="132" y="7"/>
                </a:cubicBezTo>
                <a:close/>
                <a:moveTo>
                  <a:pt x="132" y="7"/>
                </a:moveTo>
                <a:cubicBezTo>
                  <a:pt x="132" y="7"/>
                  <a:pt x="132" y="7"/>
                  <a:pt x="132" y="7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Freeform 18">
            <a:extLst>
              <a:ext uri="{FF2B5EF4-FFF2-40B4-BE49-F238E27FC236}">
                <a16:creationId xmlns:a16="http://schemas.microsoft.com/office/drawing/2014/main" id="{B83DC41F-2223-45D9-882F-0C6801E7AB0F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912047" y="4466902"/>
            <a:ext cx="222754" cy="309553"/>
          </a:xfrm>
          <a:custGeom>
            <a:avLst/>
            <a:gdLst>
              <a:gd name="T0" fmla="*/ 15 w 122"/>
              <a:gd name="T1" fmla="*/ 165 h 168"/>
              <a:gd name="T2" fmla="*/ 27 w 122"/>
              <a:gd name="T3" fmla="*/ 168 h 168"/>
              <a:gd name="T4" fmla="*/ 48 w 122"/>
              <a:gd name="T5" fmla="*/ 156 h 168"/>
              <a:gd name="T6" fmla="*/ 115 w 122"/>
              <a:gd name="T7" fmla="*/ 39 h 168"/>
              <a:gd name="T8" fmla="*/ 107 w 122"/>
              <a:gd name="T9" fmla="*/ 7 h 168"/>
              <a:gd name="T10" fmla="*/ 74 w 122"/>
              <a:gd name="T11" fmla="*/ 15 h 168"/>
              <a:gd name="T12" fmla="*/ 7 w 122"/>
              <a:gd name="T13" fmla="*/ 132 h 168"/>
              <a:gd name="T14" fmla="*/ 15 w 122"/>
              <a:gd name="T15" fmla="*/ 165 h 168"/>
              <a:gd name="T16" fmla="*/ 15 w 122"/>
              <a:gd name="T17" fmla="*/ 165 h 168"/>
              <a:gd name="T18" fmla="*/ 15 w 122"/>
              <a:gd name="T19" fmla="*/ 165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2" h="168">
                <a:moveTo>
                  <a:pt x="15" y="165"/>
                </a:moveTo>
                <a:cubicBezTo>
                  <a:pt x="19" y="167"/>
                  <a:pt x="23" y="168"/>
                  <a:pt x="27" y="168"/>
                </a:cubicBezTo>
                <a:cubicBezTo>
                  <a:pt x="36" y="168"/>
                  <a:pt x="44" y="164"/>
                  <a:pt x="48" y="156"/>
                </a:cubicBezTo>
                <a:cubicBezTo>
                  <a:pt x="115" y="39"/>
                  <a:pt x="115" y="39"/>
                  <a:pt x="115" y="39"/>
                </a:cubicBezTo>
                <a:cubicBezTo>
                  <a:pt x="122" y="28"/>
                  <a:pt x="118" y="13"/>
                  <a:pt x="107" y="7"/>
                </a:cubicBezTo>
                <a:cubicBezTo>
                  <a:pt x="95" y="0"/>
                  <a:pt x="80" y="4"/>
                  <a:pt x="74" y="15"/>
                </a:cubicBezTo>
                <a:cubicBezTo>
                  <a:pt x="7" y="132"/>
                  <a:pt x="7" y="132"/>
                  <a:pt x="7" y="132"/>
                </a:cubicBezTo>
                <a:cubicBezTo>
                  <a:pt x="0" y="143"/>
                  <a:pt x="4" y="158"/>
                  <a:pt x="15" y="165"/>
                </a:cubicBezTo>
                <a:close/>
                <a:moveTo>
                  <a:pt x="15" y="165"/>
                </a:moveTo>
                <a:cubicBezTo>
                  <a:pt x="15" y="165"/>
                  <a:pt x="15" y="165"/>
                  <a:pt x="15" y="165"/>
                </a:cubicBezTo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6" name="Groupe 105"/>
          <p:cNvGrpSpPr/>
          <p:nvPr/>
        </p:nvGrpSpPr>
        <p:grpSpPr>
          <a:xfrm>
            <a:off x="-106798" y="3485731"/>
            <a:ext cx="591048" cy="3015734"/>
            <a:chOff x="-93718" y="3610524"/>
            <a:chExt cx="591048" cy="3015734"/>
          </a:xfrm>
        </p:grpSpPr>
        <p:grpSp>
          <p:nvGrpSpPr>
            <p:cNvPr id="144" name="Groupe 143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98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09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10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0" name="Groupe 159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92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3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94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1" name="Groupe 160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82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83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84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90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1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85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77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8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79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3" name="Groupe 162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71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2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73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4" name="Groupe 163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65" name="Groupe 164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67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68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69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0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66" name="Image 16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226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61095" y="847567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</a:t>
            </a:r>
          </a:p>
        </p:txBody>
      </p:sp>
      <p:sp>
        <p:nvSpPr>
          <p:cNvPr id="108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10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360491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2886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15F9E255-61F9-4DFF-8290-1A613DA1B5BB}"/>
              </a:ext>
            </a:extLst>
          </p:cNvPr>
          <p:cNvSpPr/>
          <p:nvPr/>
        </p:nvSpPr>
        <p:spPr>
          <a:xfrm>
            <a:off x="959961" y="5633437"/>
            <a:ext cx="3766861" cy="239629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Box 4">
            <a:extLst>
              <a:ext uri="{FF2B5EF4-FFF2-40B4-BE49-F238E27FC236}">
                <a16:creationId xmlns:a16="http://schemas.microsoft.com/office/drawing/2014/main" id="{63DADC66-1C93-4176-9DED-06C31B2512F9}"/>
              </a:ext>
            </a:extLst>
          </p:cNvPr>
          <p:cNvSpPr txBox="1"/>
          <p:nvPr/>
        </p:nvSpPr>
        <p:spPr>
          <a:xfrm>
            <a:off x="4686237" y="2828835"/>
            <a:ext cx="67551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sz="7200" b="1" dirty="0">
                <a:solidFill>
                  <a:srgbClr val="00B050"/>
                </a:solidFill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PRESENTATION DE </a:t>
            </a:r>
            <a:r>
              <a:rPr lang="en-US" sz="7200" b="1" dirty="0"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L’ENTREPRISE</a:t>
            </a:r>
            <a:endParaRPr kumimoji="0" lang="ru-RU" sz="6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32" y="1608544"/>
            <a:ext cx="4144708" cy="4144708"/>
          </a:xfrm>
          <a:prstGeom prst="rect">
            <a:avLst/>
          </a:prstGeom>
        </p:spPr>
      </p:pic>
      <p:grpSp>
        <p:nvGrpSpPr>
          <p:cNvPr id="102" name="Groupe 101"/>
          <p:cNvGrpSpPr/>
          <p:nvPr/>
        </p:nvGrpSpPr>
        <p:grpSpPr>
          <a:xfrm>
            <a:off x="-106798" y="3475813"/>
            <a:ext cx="591048" cy="3015734"/>
            <a:chOff x="-93718" y="3610524"/>
            <a:chExt cx="591048" cy="3015734"/>
          </a:xfrm>
        </p:grpSpPr>
        <p:grpSp>
          <p:nvGrpSpPr>
            <p:cNvPr id="103" name="Groupe 102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38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9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40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4" name="Groupe 103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32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3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34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5" name="Groupe 104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26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27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28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30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29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6" name="Groupe 105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21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22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23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7" name="Groupe 106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15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6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17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8" name="Groupe 107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09" name="Groupe 108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11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12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13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4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10" name="Image 10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156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441361" y="893799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4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1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3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12778" y="409259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4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e 79"/>
          <p:cNvGrpSpPr/>
          <p:nvPr/>
        </p:nvGrpSpPr>
        <p:grpSpPr>
          <a:xfrm>
            <a:off x="-92868" y="3445667"/>
            <a:ext cx="591048" cy="3015734"/>
            <a:chOff x="-93718" y="3610524"/>
            <a:chExt cx="591048" cy="3015734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6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8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33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34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35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40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41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42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44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3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47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48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49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53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54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55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9" name="Groupe 78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62" name="Groupe 61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63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64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66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7" name="Image 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81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18205" y="893074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5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70" name="Image 69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46032" y="917219"/>
            <a:ext cx="1555853" cy="10444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/>
          <p:cNvSpPr txBox="1"/>
          <p:nvPr/>
        </p:nvSpPr>
        <p:spPr>
          <a:xfrm>
            <a:off x="8686800" y="1454925"/>
            <a:ext cx="2383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2000" b="1" dirty="0" smtClean="0"/>
              <a:t>LOCALISATION</a:t>
            </a:r>
            <a:endParaRPr lang="fr-CM" sz="2000" b="1" dirty="0"/>
          </a:p>
        </p:txBody>
      </p:sp>
      <p:sp>
        <p:nvSpPr>
          <p:cNvPr id="71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72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947466" y="2377733"/>
            <a:ext cx="5153163" cy="324433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4" name="Rectangle à coins arrondis 3"/>
          <p:cNvSpPr/>
          <p:nvPr/>
        </p:nvSpPr>
        <p:spPr>
          <a:xfrm>
            <a:off x="1600200" y="1961657"/>
            <a:ext cx="3718560" cy="67486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SERVICES</a:t>
            </a: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3413760" y="2636520"/>
            <a:ext cx="10198" cy="808367"/>
          </a:xfrm>
          <a:prstGeom prst="straightConnector1">
            <a:avLst/>
          </a:prstGeom>
          <a:ln>
            <a:headEnd w="sm" len="sm"/>
            <a:tailEnd type="triangl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1" name="Groupe 60"/>
          <p:cNvGrpSpPr/>
          <p:nvPr/>
        </p:nvGrpSpPr>
        <p:grpSpPr>
          <a:xfrm>
            <a:off x="1182540" y="3486300"/>
            <a:ext cx="4516064" cy="2797521"/>
            <a:chOff x="1182540" y="3486300"/>
            <a:chExt cx="4516064" cy="2797521"/>
          </a:xfrm>
        </p:grpSpPr>
        <p:sp>
          <p:nvSpPr>
            <p:cNvPr id="60" name="Rectangle à coins arrondis 59"/>
            <p:cNvSpPr/>
            <p:nvPr/>
          </p:nvSpPr>
          <p:spPr>
            <a:xfrm>
              <a:off x="1210876" y="3486300"/>
              <a:ext cx="4487728" cy="56226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fr-BE" dirty="0"/>
                <a:t>Formation à la conception </a:t>
              </a:r>
              <a:r>
                <a:rPr lang="fr-BE" dirty="0" smtClean="0"/>
                <a:t>de logiciel</a:t>
              </a:r>
              <a:endParaRPr lang="fr-BE" dirty="0"/>
            </a:p>
          </p:txBody>
        </p:sp>
        <p:sp>
          <p:nvSpPr>
            <p:cNvPr id="74" name="Rectangle à coins arrondis 73"/>
            <p:cNvSpPr/>
            <p:nvPr/>
          </p:nvSpPr>
          <p:spPr>
            <a:xfrm>
              <a:off x="1374178" y="5688179"/>
              <a:ext cx="4099560" cy="59564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dirty="0"/>
                <a:t>Formation en administration réseaux </a:t>
              </a:r>
            </a:p>
          </p:txBody>
        </p:sp>
        <p:sp>
          <p:nvSpPr>
            <p:cNvPr id="75" name="Rectangle à coins arrondis 74"/>
            <p:cNvSpPr/>
            <p:nvPr/>
          </p:nvSpPr>
          <p:spPr>
            <a:xfrm>
              <a:off x="1363980" y="4968284"/>
              <a:ext cx="4099560" cy="54074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dirty="0"/>
                <a:t>Infographie &amp; web design </a:t>
              </a:r>
            </a:p>
          </p:txBody>
        </p:sp>
        <p:sp>
          <p:nvSpPr>
            <p:cNvPr id="76" name="Rectangle à coins arrondis 75"/>
            <p:cNvSpPr/>
            <p:nvPr/>
          </p:nvSpPr>
          <p:spPr>
            <a:xfrm>
              <a:off x="1182540" y="4224284"/>
              <a:ext cx="4462440" cy="595642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dirty="0"/>
                <a:t>Administration des réseaux informatique</a:t>
              </a: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40773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6663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5489298" y="822017"/>
            <a:ext cx="6474102" cy="4126148"/>
            <a:chOff x="5501980" y="548950"/>
            <a:chExt cx="6474102" cy="4126148"/>
          </a:xfrm>
        </p:grpSpPr>
        <p:grpSp>
          <p:nvGrpSpPr>
            <p:cNvPr id="17" name="Group 16"/>
            <p:cNvGrpSpPr/>
            <p:nvPr/>
          </p:nvGrpSpPr>
          <p:grpSpPr>
            <a:xfrm>
              <a:off x="10736609" y="2524808"/>
              <a:ext cx="1239473" cy="1242994"/>
              <a:chOff x="2257425" y="2868613"/>
              <a:chExt cx="1117600" cy="1120775"/>
            </a:xfrm>
            <a:solidFill>
              <a:schemeClr val="tx1"/>
            </a:solidFill>
          </p:grpSpPr>
          <p:sp>
            <p:nvSpPr>
              <p:cNvPr id="5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343572" y="3299666"/>
              <a:ext cx="1371536" cy="1375432"/>
              <a:chOff x="2257425" y="2865383"/>
              <a:chExt cx="1117600" cy="1120775"/>
            </a:xfrm>
          </p:grpSpPr>
          <p:sp>
            <p:nvSpPr>
              <p:cNvPr id="26" name="Freeform 5"/>
              <p:cNvSpPr>
                <a:spLocks noEditPoints="1"/>
              </p:cNvSpPr>
              <p:nvPr/>
            </p:nvSpPr>
            <p:spPr bwMode="auto">
              <a:xfrm>
                <a:off x="2257425" y="286538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 6"/>
              <p:cNvSpPr>
                <a:spLocks noEditPoints="1"/>
              </p:cNvSpPr>
              <p:nvPr/>
            </p:nvSpPr>
            <p:spPr bwMode="auto">
              <a:xfrm>
                <a:off x="2455863" y="3070226"/>
                <a:ext cx="714375" cy="714375"/>
              </a:xfrm>
              <a:custGeom>
                <a:avLst/>
                <a:gdLst>
                  <a:gd name="T0" fmla="*/ 112 w 223"/>
                  <a:gd name="T1" fmla="*/ 0 h 223"/>
                  <a:gd name="T2" fmla="*/ 223 w 223"/>
                  <a:gd name="T3" fmla="*/ 111 h 223"/>
                  <a:gd name="T4" fmla="*/ 111 w 223"/>
                  <a:gd name="T5" fmla="*/ 223 h 223"/>
                  <a:gd name="T6" fmla="*/ 0 w 223"/>
                  <a:gd name="T7" fmla="*/ 111 h 223"/>
                  <a:gd name="T8" fmla="*/ 112 w 223"/>
                  <a:gd name="T9" fmla="*/ 0 h 223"/>
                  <a:gd name="T10" fmla="*/ 112 w 223"/>
                  <a:gd name="T11" fmla="*/ 196 h 223"/>
                  <a:gd name="T12" fmla="*/ 111 w 223"/>
                  <a:gd name="T13" fmla="*/ 197 h 223"/>
                  <a:gd name="T14" fmla="*/ 109 w 223"/>
                  <a:gd name="T15" fmla="*/ 192 h 223"/>
                  <a:gd name="T16" fmla="*/ 102 w 223"/>
                  <a:gd name="T17" fmla="*/ 172 h 223"/>
                  <a:gd name="T18" fmla="*/ 89 w 223"/>
                  <a:gd name="T19" fmla="*/ 129 h 223"/>
                  <a:gd name="T20" fmla="*/ 81 w 223"/>
                  <a:gd name="T21" fmla="*/ 125 h 223"/>
                  <a:gd name="T22" fmla="*/ 72 w 223"/>
                  <a:gd name="T23" fmla="*/ 128 h 223"/>
                  <a:gd name="T24" fmla="*/ 57 w 223"/>
                  <a:gd name="T25" fmla="*/ 133 h 223"/>
                  <a:gd name="T26" fmla="*/ 46 w 223"/>
                  <a:gd name="T27" fmla="*/ 146 h 223"/>
                  <a:gd name="T28" fmla="*/ 43 w 223"/>
                  <a:gd name="T29" fmla="*/ 175 h 223"/>
                  <a:gd name="T30" fmla="*/ 45 w 223"/>
                  <a:gd name="T31" fmla="*/ 182 h 223"/>
                  <a:gd name="T32" fmla="*/ 132 w 223"/>
                  <a:gd name="T33" fmla="*/ 206 h 223"/>
                  <a:gd name="T34" fmla="*/ 177 w 223"/>
                  <a:gd name="T35" fmla="*/ 181 h 223"/>
                  <a:gd name="T36" fmla="*/ 180 w 223"/>
                  <a:gd name="T37" fmla="*/ 176 h 223"/>
                  <a:gd name="T38" fmla="*/ 175 w 223"/>
                  <a:gd name="T39" fmla="*/ 144 h 223"/>
                  <a:gd name="T40" fmla="*/ 165 w 223"/>
                  <a:gd name="T41" fmla="*/ 133 h 223"/>
                  <a:gd name="T42" fmla="*/ 153 w 223"/>
                  <a:gd name="T43" fmla="*/ 128 h 223"/>
                  <a:gd name="T44" fmla="*/ 136 w 223"/>
                  <a:gd name="T45" fmla="*/ 123 h 223"/>
                  <a:gd name="T46" fmla="*/ 112 w 223"/>
                  <a:gd name="T47" fmla="*/ 196 h 223"/>
                  <a:gd name="T48" fmla="*/ 111 w 223"/>
                  <a:gd name="T49" fmla="*/ 31 h 223"/>
                  <a:gd name="T50" fmla="*/ 96 w 223"/>
                  <a:gd name="T51" fmla="*/ 34 h 223"/>
                  <a:gd name="T52" fmla="*/ 79 w 223"/>
                  <a:gd name="T53" fmla="*/ 54 h 223"/>
                  <a:gd name="T54" fmla="*/ 76 w 223"/>
                  <a:gd name="T55" fmla="*/ 60 h 223"/>
                  <a:gd name="T56" fmla="*/ 68 w 223"/>
                  <a:gd name="T57" fmla="*/ 75 h 223"/>
                  <a:gd name="T58" fmla="*/ 77 w 223"/>
                  <a:gd name="T59" fmla="*/ 87 h 223"/>
                  <a:gd name="T60" fmla="*/ 82 w 223"/>
                  <a:gd name="T61" fmla="*/ 91 h 223"/>
                  <a:gd name="T62" fmla="*/ 92 w 223"/>
                  <a:gd name="T63" fmla="*/ 108 h 223"/>
                  <a:gd name="T64" fmla="*/ 131 w 223"/>
                  <a:gd name="T65" fmla="*/ 107 h 223"/>
                  <a:gd name="T66" fmla="*/ 141 w 223"/>
                  <a:gd name="T67" fmla="*/ 90 h 223"/>
                  <a:gd name="T68" fmla="*/ 144 w 223"/>
                  <a:gd name="T69" fmla="*/ 87 h 223"/>
                  <a:gd name="T70" fmla="*/ 150 w 223"/>
                  <a:gd name="T71" fmla="*/ 63 h 223"/>
                  <a:gd name="T72" fmla="*/ 142 w 223"/>
                  <a:gd name="T73" fmla="*/ 48 h 223"/>
                  <a:gd name="T74" fmla="*/ 139 w 223"/>
                  <a:gd name="T75" fmla="*/ 44 h 223"/>
                  <a:gd name="T76" fmla="*/ 111 w 223"/>
                  <a:gd name="T77" fmla="*/ 31 h 223"/>
                  <a:gd name="T78" fmla="*/ 107 w 223"/>
                  <a:gd name="T79" fmla="*/ 143 h 223"/>
                  <a:gd name="T80" fmla="*/ 111 w 223"/>
                  <a:gd name="T81" fmla="*/ 179 h 223"/>
                  <a:gd name="T82" fmla="*/ 115 w 223"/>
                  <a:gd name="T83" fmla="*/ 143 h 223"/>
                  <a:gd name="T84" fmla="*/ 107 w 223"/>
                  <a:gd name="T85" fmla="*/ 143 h 223"/>
                  <a:gd name="T86" fmla="*/ 118 w 223"/>
                  <a:gd name="T87" fmla="*/ 127 h 223"/>
                  <a:gd name="T88" fmla="*/ 104 w 223"/>
                  <a:gd name="T89" fmla="*/ 127 h 223"/>
                  <a:gd name="T90" fmla="*/ 104 w 223"/>
                  <a:gd name="T91" fmla="*/ 138 h 223"/>
                  <a:gd name="T92" fmla="*/ 118 w 223"/>
                  <a:gd name="T93" fmla="*/ 138 h 223"/>
                  <a:gd name="T94" fmla="*/ 118 w 223"/>
                  <a:gd name="T95" fmla="*/ 12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3" h="223">
                    <a:moveTo>
                      <a:pt x="112" y="0"/>
                    </a:moveTo>
                    <a:cubicBezTo>
                      <a:pt x="172" y="0"/>
                      <a:pt x="223" y="49"/>
                      <a:pt x="223" y="111"/>
                    </a:cubicBezTo>
                    <a:cubicBezTo>
                      <a:pt x="223" y="173"/>
                      <a:pt x="173" y="223"/>
                      <a:pt x="111" y="223"/>
                    </a:cubicBezTo>
                    <a:cubicBezTo>
                      <a:pt x="50" y="222"/>
                      <a:pt x="0" y="173"/>
                      <a:pt x="0" y="111"/>
                    </a:cubicBezTo>
                    <a:cubicBezTo>
                      <a:pt x="0" y="50"/>
                      <a:pt x="50" y="0"/>
                      <a:pt x="112" y="0"/>
                    </a:cubicBezTo>
                    <a:close/>
                    <a:moveTo>
                      <a:pt x="112" y="196"/>
                    </a:moveTo>
                    <a:cubicBezTo>
                      <a:pt x="112" y="197"/>
                      <a:pt x="111" y="197"/>
                      <a:pt x="111" y="197"/>
                    </a:cubicBezTo>
                    <a:cubicBezTo>
                      <a:pt x="110" y="195"/>
                      <a:pt x="110" y="194"/>
                      <a:pt x="109" y="192"/>
                    </a:cubicBezTo>
                    <a:cubicBezTo>
                      <a:pt x="107" y="185"/>
                      <a:pt x="105" y="178"/>
                      <a:pt x="102" y="172"/>
                    </a:cubicBezTo>
                    <a:cubicBezTo>
                      <a:pt x="98" y="157"/>
                      <a:pt x="93" y="143"/>
                      <a:pt x="89" y="129"/>
                    </a:cubicBezTo>
                    <a:cubicBezTo>
                      <a:pt x="87" y="124"/>
                      <a:pt x="87" y="123"/>
                      <a:pt x="81" y="125"/>
                    </a:cubicBezTo>
                    <a:cubicBezTo>
                      <a:pt x="78" y="126"/>
                      <a:pt x="75" y="127"/>
                      <a:pt x="72" y="128"/>
                    </a:cubicBezTo>
                    <a:cubicBezTo>
                      <a:pt x="67" y="130"/>
                      <a:pt x="62" y="131"/>
                      <a:pt x="57" y="133"/>
                    </a:cubicBezTo>
                    <a:cubicBezTo>
                      <a:pt x="51" y="135"/>
                      <a:pt x="47" y="140"/>
                      <a:pt x="46" y="146"/>
                    </a:cubicBezTo>
                    <a:cubicBezTo>
                      <a:pt x="45" y="156"/>
                      <a:pt x="43" y="166"/>
                      <a:pt x="43" y="175"/>
                    </a:cubicBezTo>
                    <a:cubicBezTo>
                      <a:pt x="42" y="178"/>
                      <a:pt x="44" y="181"/>
                      <a:pt x="45" y="182"/>
                    </a:cubicBezTo>
                    <a:cubicBezTo>
                      <a:pt x="70" y="205"/>
                      <a:pt x="99" y="213"/>
                      <a:pt x="132" y="206"/>
                    </a:cubicBezTo>
                    <a:cubicBezTo>
                      <a:pt x="150" y="202"/>
                      <a:pt x="164" y="193"/>
                      <a:pt x="177" y="181"/>
                    </a:cubicBezTo>
                    <a:cubicBezTo>
                      <a:pt x="179" y="180"/>
                      <a:pt x="180" y="178"/>
                      <a:pt x="180" y="176"/>
                    </a:cubicBezTo>
                    <a:cubicBezTo>
                      <a:pt x="179" y="165"/>
                      <a:pt x="177" y="154"/>
                      <a:pt x="175" y="144"/>
                    </a:cubicBezTo>
                    <a:cubicBezTo>
                      <a:pt x="174" y="139"/>
                      <a:pt x="170" y="135"/>
                      <a:pt x="165" y="133"/>
                    </a:cubicBezTo>
                    <a:cubicBezTo>
                      <a:pt x="161" y="131"/>
                      <a:pt x="157" y="130"/>
                      <a:pt x="153" y="128"/>
                    </a:cubicBezTo>
                    <a:cubicBezTo>
                      <a:pt x="147" y="126"/>
                      <a:pt x="142" y="125"/>
                      <a:pt x="136" y="123"/>
                    </a:cubicBezTo>
                    <a:cubicBezTo>
                      <a:pt x="128" y="148"/>
                      <a:pt x="120" y="172"/>
                      <a:pt x="112" y="196"/>
                    </a:cubicBezTo>
                    <a:close/>
                    <a:moveTo>
                      <a:pt x="111" y="31"/>
                    </a:moveTo>
                    <a:cubicBezTo>
                      <a:pt x="106" y="32"/>
                      <a:pt x="101" y="33"/>
                      <a:pt x="96" y="34"/>
                    </a:cubicBezTo>
                    <a:cubicBezTo>
                      <a:pt x="86" y="37"/>
                      <a:pt x="82" y="45"/>
                      <a:pt x="79" y="54"/>
                    </a:cubicBezTo>
                    <a:cubicBezTo>
                      <a:pt x="79" y="56"/>
                      <a:pt x="78" y="59"/>
                      <a:pt x="76" y="60"/>
                    </a:cubicBezTo>
                    <a:cubicBezTo>
                      <a:pt x="69" y="64"/>
                      <a:pt x="67" y="68"/>
                      <a:pt x="68" y="75"/>
                    </a:cubicBezTo>
                    <a:cubicBezTo>
                      <a:pt x="69" y="81"/>
                      <a:pt x="71" y="86"/>
                      <a:pt x="77" y="87"/>
                    </a:cubicBezTo>
                    <a:cubicBezTo>
                      <a:pt x="80" y="87"/>
                      <a:pt x="82" y="89"/>
                      <a:pt x="82" y="91"/>
                    </a:cubicBezTo>
                    <a:cubicBezTo>
                      <a:pt x="84" y="98"/>
                      <a:pt x="88" y="103"/>
                      <a:pt x="92" y="108"/>
                    </a:cubicBezTo>
                    <a:cubicBezTo>
                      <a:pt x="105" y="122"/>
                      <a:pt x="119" y="121"/>
                      <a:pt x="131" y="107"/>
                    </a:cubicBezTo>
                    <a:cubicBezTo>
                      <a:pt x="135" y="102"/>
                      <a:pt x="137" y="96"/>
                      <a:pt x="141" y="90"/>
                    </a:cubicBezTo>
                    <a:cubicBezTo>
                      <a:pt x="142" y="89"/>
                      <a:pt x="143" y="88"/>
                      <a:pt x="144" y="87"/>
                    </a:cubicBezTo>
                    <a:cubicBezTo>
                      <a:pt x="153" y="84"/>
                      <a:pt x="158" y="69"/>
                      <a:pt x="150" y="63"/>
                    </a:cubicBezTo>
                    <a:cubicBezTo>
                      <a:pt x="145" y="59"/>
                      <a:pt x="144" y="54"/>
                      <a:pt x="142" y="48"/>
                    </a:cubicBezTo>
                    <a:cubicBezTo>
                      <a:pt x="141" y="47"/>
                      <a:pt x="140" y="45"/>
                      <a:pt x="139" y="44"/>
                    </a:cubicBezTo>
                    <a:cubicBezTo>
                      <a:pt x="133" y="34"/>
                      <a:pt x="123" y="31"/>
                      <a:pt x="111" y="31"/>
                    </a:cubicBezTo>
                    <a:close/>
                    <a:moveTo>
                      <a:pt x="107" y="143"/>
                    </a:moveTo>
                    <a:cubicBezTo>
                      <a:pt x="101" y="156"/>
                      <a:pt x="106" y="167"/>
                      <a:pt x="111" y="179"/>
                    </a:cubicBezTo>
                    <a:cubicBezTo>
                      <a:pt x="117" y="167"/>
                      <a:pt x="120" y="155"/>
                      <a:pt x="115" y="143"/>
                    </a:cubicBezTo>
                    <a:cubicBezTo>
                      <a:pt x="112" y="143"/>
                      <a:pt x="109" y="143"/>
                      <a:pt x="107" y="143"/>
                    </a:cubicBezTo>
                    <a:close/>
                    <a:moveTo>
                      <a:pt x="118" y="127"/>
                    </a:moveTo>
                    <a:cubicBezTo>
                      <a:pt x="113" y="127"/>
                      <a:pt x="108" y="127"/>
                      <a:pt x="104" y="127"/>
                    </a:cubicBezTo>
                    <a:cubicBezTo>
                      <a:pt x="104" y="131"/>
                      <a:pt x="104" y="134"/>
                      <a:pt x="104" y="138"/>
                    </a:cubicBezTo>
                    <a:cubicBezTo>
                      <a:pt x="109" y="138"/>
                      <a:pt x="114" y="138"/>
                      <a:pt x="118" y="138"/>
                    </a:cubicBezTo>
                    <a:cubicBezTo>
                      <a:pt x="118" y="134"/>
                      <a:pt x="118" y="131"/>
                      <a:pt x="118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solidFill>
                <a:srgbClr val="FCB41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solidFill>
                <a:srgbClr val="FCB41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965255" y="1394731"/>
              <a:ext cx="615197" cy="616945"/>
              <a:chOff x="2257425" y="2868613"/>
              <a:chExt cx="1117600" cy="1120775"/>
            </a:xfrm>
            <a:solidFill>
              <a:schemeClr val="tx1"/>
            </a:solidFill>
          </p:grpSpPr>
          <p:sp>
            <p:nvSpPr>
              <p:cNvPr id="33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8656780" y="548950"/>
              <a:ext cx="892025" cy="894559"/>
              <a:chOff x="2257425" y="2868613"/>
              <a:chExt cx="1117600" cy="1120775"/>
            </a:xfrm>
            <a:solidFill>
              <a:schemeClr val="tx1"/>
            </a:solidFill>
          </p:grpSpPr>
          <p:sp>
            <p:nvSpPr>
              <p:cNvPr id="40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5598750" y="1489783"/>
              <a:ext cx="847657" cy="850065"/>
              <a:chOff x="2257425" y="2868613"/>
              <a:chExt cx="1117600" cy="1120775"/>
            </a:xfrm>
          </p:grpSpPr>
          <p:sp>
            <p:nvSpPr>
              <p:cNvPr id="47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 6"/>
              <p:cNvSpPr>
                <a:spLocks noEditPoints="1"/>
              </p:cNvSpPr>
              <p:nvPr/>
            </p:nvSpPr>
            <p:spPr bwMode="auto">
              <a:xfrm>
                <a:off x="2455863" y="3070226"/>
                <a:ext cx="714375" cy="714375"/>
              </a:xfrm>
              <a:custGeom>
                <a:avLst/>
                <a:gdLst>
                  <a:gd name="T0" fmla="*/ 112 w 223"/>
                  <a:gd name="T1" fmla="*/ 0 h 223"/>
                  <a:gd name="T2" fmla="*/ 223 w 223"/>
                  <a:gd name="T3" fmla="*/ 111 h 223"/>
                  <a:gd name="T4" fmla="*/ 111 w 223"/>
                  <a:gd name="T5" fmla="*/ 223 h 223"/>
                  <a:gd name="T6" fmla="*/ 0 w 223"/>
                  <a:gd name="T7" fmla="*/ 111 h 223"/>
                  <a:gd name="T8" fmla="*/ 112 w 223"/>
                  <a:gd name="T9" fmla="*/ 0 h 223"/>
                  <a:gd name="T10" fmla="*/ 112 w 223"/>
                  <a:gd name="T11" fmla="*/ 196 h 223"/>
                  <a:gd name="T12" fmla="*/ 111 w 223"/>
                  <a:gd name="T13" fmla="*/ 197 h 223"/>
                  <a:gd name="T14" fmla="*/ 109 w 223"/>
                  <a:gd name="T15" fmla="*/ 192 h 223"/>
                  <a:gd name="T16" fmla="*/ 102 w 223"/>
                  <a:gd name="T17" fmla="*/ 172 h 223"/>
                  <a:gd name="T18" fmla="*/ 89 w 223"/>
                  <a:gd name="T19" fmla="*/ 129 h 223"/>
                  <a:gd name="T20" fmla="*/ 81 w 223"/>
                  <a:gd name="T21" fmla="*/ 125 h 223"/>
                  <a:gd name="T22" fmla="*/ 72 w 223"/>
                  <a:gd name="T23" fmla="*/ 128 h 223"/>
                  <a:gd name="T24" fmla="*/ 57 w 223"/>
                  <a:gd name="T25" fmla="*/ 133 h 223"/>
                  <a:gd name="T26" fmla="*/ 46 w 223"/>
                  <a:gd name="T27" fmla="*/ 146 h 223"/>
                  <a:gd name="T28" fmla="*/ 43 w 223"/>
                  <a:gd name="T29" fmla="*/ 175 h 223"/>
                  <a:gd name="T30" fmla="*/ 45 w 223"/>
                  <a:gd name="T31" fmla="*/ 182 h 223"/>
                  <a:gd name="T32" fmla="*/ 132 w 223"/>
                  <a:gd name="T33" fmla="*/ 206 h 223"/>
                  <a:gd name="T34" fmla="*/ 177 w 223"/>
                  <a:gd name="T35" fmla="*/ 181 h 223"/>
                  <a:gd name="T36" fmla="*/ 180 w 223"/>
                  <a:gd name="T37" fmla="*/ 176 h 223"/>
                  <a:gd name="T38" fmla="*/ 175 w 223"/>
                  <a:gd name="T39" fmla="*/ 144 h 223"/>
                  <a:gd name="T40" fmla="*/ 165 w 223"/>
                  <a:gd name="T41" fmla="*/ 133 h 223"/>
                  <a:gd name="T42" fmla="*/ 153 w 223"/>
                  <a:gd name="T43" fmla="*/ 128 h 223"/>
                  <a:gd name="T44" fmla="*/ 136 w 223"/>
                  <a:gd name="T45" fmla="*/ 123 h 223"/>
                  <a:gd name="T46" fmla="*/ 112 w 223"/>
                  <a:gd name="T47" fmla="*/ 196 h 223"/>
                  <a:gd name="T48" fmla="*/ 111 w 223"/>
                  <a:gd name="T49" fmla="*/ 31 h 223"/>
                  <a:gd name="T50" fmla="*/ 96 w 223"/>
                  <a:gd name="T51" fmla="*/ 34 h 223"/>
                  <a:gd name="T52" fmla="*/ 79 w 223"/>
                  <a:gd name="T53" fmla="*/ 54 h 223"/>
                  <a:gd name="T54" fmla="*/ 76 w 223"/>
                  <a:gd name="T55" fmla="*/ 60 h 223"/>
                  <a:gd name="T56" fmla="*/ 68 w 223"/>
                  <a:gd name="T57" fmla="*/ 75 h 223"/>
                  <a:gd name="T58" fmla="*/ 77 w 223"/>
                  <a:gd name="T59" fmla="*/ 87 h 223"/>
                  <a:gd name="T60" fmla="*/ 82 w 223"/>
                  <a:gd name="T61" fmla="*/ 91 h 223"/>
                  <a:gd name="T62" fmla="*/ 92 w 223"/>
                  <a:gd name="T63" fmla="*/ 108 h 223"/>
                  <a:gd name="T64" fmla="*/ 131 w 223"/>
                  <a:gd name="T65" fmla="*/ 107 h 223"/>
                  <a:gd name="T66" fmla="*/ 141 w 223"/>
                  <a:gd name="T67" fmla="*/ 90 h 223"/>
                  <a:gd name="T68" fmla="*/ 144 w 223"/>
                  <a:gd name="T69" fmla="*/ 87 h 223"/>
                  <a:gd name="T70" fmla="*/ 150 w 223"/>
                  <a:gd name="T71" fmla="*/ 63 h 223"/>
                  <a:gd name="T72" fmla="*/ 142 w 223"/>
                  <a:gd name="T73" fmla="*/ 48 h 223"/>
                  <a:gd name="T74" fmla="*/ 139 w 223"/>
                  <a:gd name="T75" fmla="*/ 44 h 223"/>
                  <a:gd name="T76" fmla="*/ 111 w 223"/>
                  <a:gd name="T77" fmla="*/ 31 h 223"/>
                  <a:gd name="T78" fmla="*/ 107 w 223"/>
                  <a:gd name="T79" fmla="*/ 143 h 223"/>
                  <a:gd name="T80" fmla="*/ 111 w 223"/>
                  <a:gd name="T81" fmla="*/ 179 h 223"/>
                  <a:gd name="T82" fmla="*/ 115 w 223"/>
                  <a:gd name="T83" fmla="*/ 143 h 223"/>
                  <a:gd name="T84" fmla="*/ 107 w 223"/>
                  <a:gd name="T85" fmla="*/ 143 h 223"/>
                  <a:gd name="T86" fmla="*/ 118 w 223"/>
                  <a:gd name="T87" fmla="*/ 127 h 223"/>
                  <a:gd name="T88" fmla="*/ 104 w 223"/>
                  <a:gd name="T89" fmla="*/ 127 h 223"/>
                  <a:gd name="T90" fmla="*/ 104 w 223"/>
                  <a:gd name="T91" fmla="*/ 138 h 223"/>
                  <a:gd name="T92" fmla="*/ 118 w 223"/>
                  <a:gd name="T93" fmla="*/ 138 h 223"/>
                  <a:gd name="T94" fmla="*/ 118 w 223"/>
                  <a:gd name="T95" fmla="*/ 127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3" h="223">
                    <a:moveTo>
                      <a:pt x="112" y="0"/>
                    </a:moveTo>
                    <a:cubicBezTo>
                      <a:pt x="172" y="0"/>
                      <a:pt x="223" y="49"/>
                      <a:pt x="223" y="111"/>
                    </a:cubicBezTo>
                    <a:cubicBezTo>
                      <a:pt x="223" y="173"/>
                      <a:pt x="173" y="223"/>
                      <a:pt x="111" y="223"/>
                    </a:cubicBezTo>
                    <a:cubicBezTo>
                      <a:pt x="50" y="222"/>
                      <a:pt x="0" y="173"/>
                      <a:pt x="0" y="111"/>
                    </a:cubicBezTo>
                    <a:cubicBezTo>
                      <a:pt x="0" y="50"/>
                      <a:pt x="50" y="0"/>
                      <a:pt x="112" y="0"/>
                    </a:cubicBezTo>
                    <a:close/>
                    <a:moveTo>
                      <a:pt x="112" y="196"/>
                    </a:moveTo>
                    <a:cubicBezTo>
                      <a:pt x="112" y="197"/>
                      <a:pt x="111" y="197"/>
                      <a:pt x="111" y="197"/>
                    </a:cubicBezTo>
                    <a:cubicBezTo>
                      <a:pt x="110" y="195"/>
                      <a:pt x="110" y="194"/>
                      <a:pt x="109" y="192"/>
                    </a:cubicBezTo>
                    <a:cubicBezTo>
                      <a:pt x="107" y="185"/>
                      <a:pt x="105" y="178"/>
                      <a:pt x="102" y="172"/>
                    </a:cubicBezTo>
                    <a:cubicBezTo>
                      <a:pt x="98" y="157"/>
                      <a:pt x="93" y="143"/>
                      <a:pt x="89" y="129"/>
                    </a:cubicBezTo>
                    <a:cubicBezTo>
                      <a:pt x="87" y="124"/>
                      <a:pt x="87" y="123"/>
                      <a:pt x="81" y="125"/>
                    </a:cubicBezTo>
                    <a:cubicBezTo>
                      <a:pt x="78" y="126"/>
                      <a:pt x="75" y="127"/>
                      <a:pt x="72" y="128"/>
                    </a:cubicBezTo>
                    <a:cubicBezTo>
                      <a:pt x="67" y="130"/>
                      <a:pt x="62" y="131"/>
                      <a:pt x="57" y="133"/>
                    </a:cubicBezTo>
                    <a:cubicBezTo>
                      <a:pt x="51" y="135"/>
                      <a:pt x="47" y="140"/>
                      <a:pt x="46" y="146"/>
                    </a:cubicBezTo>
                    <a:cubicBezTo>
                      <a:pt x="45" y="156"/>
                      <a:pt x="43" y="166"/>
                      <a:pt x="43" y="175"/>
                    </a:cubicBezTo>
                    <a:cubicBezTo>
                      <a:pt x="42" y="178"/>
                      <a:pt x="44" y="181"/>
                      <a:pt x="45" y="182"/>
                    </a:cubicBezTo>
                    <a:cubicBezTo>
                      <a:pt x="70" y="205"/>
                      <a:pt x="99" y="213"/>
                      <a:pt x="132" y="206"/>
                    </a:cubicBezTo>
                    <a:cubicBezTo>
                      <a:pt x="150" y="202"/>
                      <a:pt x="164" y="193"/>
                      <a:pt x="177" y="181"/>
                    </a:cubicBezTo>
                    <a:cubicBezTo>
                      <a:pt x="179" y="180"/>
                      <a:pt x="180" y="178"/>
                      <a:pt x="180" y="176"/>
                    </a:cubicBezTo>
                    <a:cubicBezTo>
                      <a:pt x="179" y="165"/>
                      <a:pt x="177" y="154"/>
                      <a:pt x="175" y="144"/>
                    </a:cubicBezTo>
                    <a:cubicBezTo>
                      <a:pt x="174" y="139"/>
                      <a:pt x="170" y="135"/>
                      <a:pt x="165" y="133"/>
                    </a:cubicBezTo>
                    <a:cubicBezTo>
                      <a:pt x="161" y="131"/>
                      <a:pt x="157" y="130"/>
                      <a:pt x="153" y="128"/>
                    </a:cubicBezTo>
                    <a:cubicBezTo>
                      <a:pt x="147" y="126"/>
                      <a:pt x="142" y="125"/>
                      <a:pt x="136" y="123"/>
                    </a:cubicBezTo>
                    <a:cubicBezTo>
                      <a:pt x="128" y="148"/>
                      <a:pt x="120" y="172"/>
                      <a:pt x="112" y="196"/>
                    </a:cubicBezTo>
                    <a:close/>
                    <a:moveTo>
                      <a:pt x="111" y="31"/>
                    </a:moveTo>
                    <a:cubicBezTo>
                      <a:pt x="106" y="32"/>
                      <a:pt x="101" y="33"/>
                      <a:pt x="96" y="34"/>
                    </a:cubicBezTo>
                    <a:cubicBezTo>
                      <a:pt x="86" y="37"/>
                      <a:pt x="82" y="45"/>
                      <a:pt x="79" y="54"/>
                    </a:cubicBezTo>
                    <a:cubicBezTo>
                      <a:pt x="79" y="56"/>
                      <a:pt x="78" y="59"/>
                      <a:pt x="76" y="60"/>
                    </a:cubicBezTo>
                    <a:cubicBezTo>
                      <a:pt x="69" y="64"/>
                      <a:pt x="67" y="68"/>
                      <a:pt x="68" y="75"/>
                    </a:cubicBezTo>
                    <a:cubicBezTo>
                      <a:pt x="69" y="81"/>
                      <a:pt x="71" y="86"/>
                      <a:pt x="77" y="87"/>
                    </a:cubicBezTo>
                    <a:cubicBezTo>
                      <a:pt x="80" y="87"/>
                      <a:pt x="82" y="89"/>
                      <a:pt x="82" y="91"/>
                    </a:cubicBezTo>
                    <a:cubicBezTo>
                      <a:pt x="84" y="98"/>
                      <a:pt x="88" y="103"/>
                      <a:pt x="92" y="108"/>
                    </a:cubicBezTo>
                    <a:cubicBezTo>
                      <a:pt x="105" y="122"/>
                      <a:pt x="119" y="121"/>
                      <a:pt x="131" y="107"/>
                    </a:cubicBezTo>
                    <a:cubicBezTo>
                      <a:pt x="135" y="102"/>
                      <a:pt x="137" y="96"/>
                      <a:pt x="141" y="90"/>
                    </a:cubicBezTo>
                    <a:cubicBezTo>
                      <a:pt x="142" y="89"/>
                      <a:pt x="143" y="88"/>
                      <a:pt x="144" y="87"/>
                    </a:cubicBezTo>
                    <a:cubicBezTo>
                      <a:pt x="153" y="84"/>
                      <a:pt x="158" y="69"/>
                      <a:pt x="150" y="63"/>
                    </a:cubicBezTo>
                    <a:cubicBezTo>
                      <a:pt x="145" y="59"/>
                      <a:pt x="144" y="54"/>
                      <a:pt x="142" y="48"/>
                    </a:cubicBezTo>
                    <a:cubicBezTo>
                      <a:pt x="141" y="47"/>
                      <a:pt x="140" y="45"/>
                      <a:pt x="139" y="44"/>
                    </a:cubicBezTo>
                    <a:cubicBezTo>
                      <a:pt x="133" y="34"/>
                      <a:pt x="123" y="31"/>
                      <a:pt x="111" y="31"/>
                    </a:cubicBezTo>
                    <a:close/>
                    <a:moveTo>
                      <a:pt x="107" y="143"/>
                    </a:moveTo>
                    <a:cubicBezTo>
                      <a:pt x="101" y="156"/>
                      <a:pt x="106" y="167"/>
                      <a:pt x="111" y="179"/>
                    </a:cubicBezTo>
                    <a:cubicBezTo>
                      <a:pt x="117" y="167"/>
                      <a:pt x="120" y="155"/>
                      <a:pt x="115" y="143"/>
                    </a:cubicBezTo>
                    <a:cubicBezTo>
                      <a:pt x="112" y="143"/>
                      <a:pt x="109" y="143"/>
                      <a:pt x="107" y="143"/>
                    </a:cubicBezTo>
                    <a:close/>
                    <a:moveTo>
                      <a:pt x="118" y="127"/>
                    </a:moveTo>
                    <a:cubicBezTo>
                      <a:pt x="113" y="127"/>
                      <a:pt x="108" y="127"/>
                      <a:pt x="104" y="127"/>
                    </a:cubicBezTo>
                    <a:cubicBezTo>
                      <a:pt x="104" y="131"/>
                      <a:pt x="104" y="134"/>
                      <a:pt x="104" y="138"/>
                    </a:cubicBezTo>
                    <a:cubicBezTo>
                      <a:pt x="109" y="138"/>
                      <a:pt x="114" y="138"/>
                      <a:pt x="118" y="138"/>
                    </a:cubicBezTo>
                    <a:cubicBezTo>
                      <a:pt x="118" y="134"/>
                      <a:pt x="118" y="131"/>
                      <a:pt x="118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5501980" y="2617937"/>
              <a:ext cx="1286694" cy="1290349"/>
              <a:chOff x="2257425" y="2868613"/>
              <a:chExt cx="1117600" cy="1120775"/>
            </a:xfrm>
          </p:grpSpPr>
          <p:sp>
            <p:nvSpPr>
              <p:cNvPr id="54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7012895" y="3558830"/>
              <a:ext cx="889911" cy="892439"/>
              <a:chOff x="2257425" y="2868613"/>
              <a:chExt cx="1117600" cy="1120775"/>
            </a:xfrm>
            <a:solidFill>
              <a:schemeClr val="tx1"/>
            </a:solidFill>
          </p:grpSpPr>
          <p:sp>
            <p:nvSpPr>
              <p:cNvPr id="62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10228355" y="3890382"/>
              <a:ext cx="597747" cy="599445"/>
              <a:chOff x="2257425" y="2868613"/>
              <a:chExt cx="1117600" cy="1120775"/>
            </a:xfrm>
            <a:solidFill>
              <a:schemeClr val="tx1"/>
            </a:solidFill>
          </p:grpSpPr>
          <p:sp>
            <p:nvSpPr>
              <p:cNvPr id="83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9162210" y="1515760"/>
              <a:ext cx="1759884" cy="1764883"/>
              <a:chOff x="2257425" y="2868613"/>
              <a:chExt cx="1117600" cy="1120775"/>
            </a:xfrm>
            <a:solidFill>
              <a:schemeClr val="tx1"/>
            </a:solidFill>
          </p:grpSpPr>
          <p:sp>
            <p:nvSpPr>
              <p:cNvPr id="90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6756483" y="1112632"/>
              <a:ext cx="2308475" cy="2315032"/>
              <a:chOff x="2257425" y="2868613"/>
              <a:chExt cx="1117600" cy="1120775"/>
            </a:xfrm>
            <a:solidFill>
              <a:schemeClr val="tx1"/>
            </a:solidFill>
          </p:grpSpPr>
          <p:sp>
            <p:nvSpPr>
              <p:cNvPr id="97" name="Freeform 5"/>
              <p:cNvSpPr>
                <a:spLocks noEditPoints="1"/>
              </p:cNvSpPr>
              <p:nvPr/>
            </p:nvSpPr>
            <p:spPr bwMode="auto">
              <a:xfrm>
                <a:off x="2257425" y="2868613"/>
                <a:ext cx="1117600" cy="1120775"/>
              </a:xfrm>
              <a:custGeom>
                <a:avLst/>
                <a:gdLst>
                  <a:gd name="T0" fmla="*/ 320 w 349"/>
                  <a:gd name="T1" fmla="*/ 91 h 350"/>
                  <a:gd name="T2" fmla="*/ 337 w 349"/>
                  <a:gd name="T3" fmla="*/ 115 h 350"/>
                  <a:gd name="T4" fmla="*/ 323 w 349"/>
                  <a:gd name="T5" fmla="*/ 133 h 350"/>
                  <a:gd name="T6" fmla="*/ 318 w 349"/>
                  <a:gd name="T7" fmla="*/ 157 h 350"/>
                  <a:gd name="T8" fmla="*/ 338 w 349"/>
                  <a:gd name="T9" fmla="*/ 177 h 350"/>
                  <a:gd name="T10" fmla="*/ 344 w 349"/>
                  <a:gd name="T11" fmla="*/ 208 h 350"/>
                  <a:gd name="T12" fmla="*/ 322 w 349"/>
                  <a:gd name="T13" fmla="*/ 217 h 350"/>
                  <a:gd name="T14" fmla="*/ 306 w 349"/>
                  <a:gd name="T15" fmla="*/ 236 h 350"/>
                  <a:gd name="T16" fmla="*/ 317 w 349"/>
                  <a:gd name="T17" fmla="*/ 260 h 350"/>
                  <a:gd name="T18" fmla="*/ 307 w 349"/>
                  <a:gd name="T19" fmla="*/ 286 h 350"/>
                  <a:gd name="T20" fmla="*/ 279 w 349"/>
                  <a:gd name="T21" fmla="*/ 283 h 350"/>
                  <a:gd name="T22" fmla="*/ 258 w 349"/>
                  <a:gd name="T23" fmla="*/ 294 h 350"/>
                  <a:gd name="T24" fmla="*/ 256 w 349"/>
                  <a:gd name="T25" fmla="*/ 321 h 350"/>
                  <a:gd name="T26" fmla="*/ 233 w 349"/>
                  <a:gd name="T27" fmla="*/ 337 h 350"/>
                  <a:gd name="T28" fmla="*/ 212 w 349"/>
                  <a:gd name="T29" fmla="*/ 322 h 350"/>
                  <a:gd name="T30" fmla="*/ 187 w 349"/>
                  <a:gd name="T31" fmla="*/ 320 h 350"/>
                  <a:gd name="T32" fmla="*/ 171 w 349"/>
                  <a:gd name="T33" fmla="*/ 343 h 350"/>
                  <a:gd name="T34" fmla="*/ 140 w 349"/>
                  <a:gd name="T35" fmla="*/ 346 h 350"/>
                  <a:gd name="T36" fmla="*/ 133 w 349"/>
                  <a:gd name="T37" fmla="*/ 324 h 350"/>
                  <a:gd name="T38" fmla="*/ 113 w 349"/>
                  <a:gd name="T39" fmla="*/ 308 h 350"/>
                  <a:gd name="T40" fmla="*/ 87 w 349"/>
                  <a:gd name="T41" fmla="*/ 321 h 350"/>
                  <a:gd name="T42" fmla="*/ 61 w 349"/>
                  <a:gd name="T43" fmla="*/ 307 h 350"/>
                  <a:gd name="T44" fmla="*/ 65 w 349"/>
                  <a:gd name="T45" fmla="*/ 283 h 350"/>
                  <a:gd name="T46" fmla="*/ 53 w 349"/>
                  <a:gd name="T47" fmla="*/ 258 h 350"/>
                  <a:gd name="T48" fmla="*/ 28 w 349"/>
                  <a:gd name="T49" fmla="*/ 255 h 350"/>
                  <a:gd name="T50" fmla="*/ 8 w 349"/>
                  <a:gd name="T51" fmla="*/ 233 h 350"/>
                  <a:gd name="T52" fmla="*/ 25 w 349"/>
                  <a:gd name="T53" fmla="*/ 211 h 350"/>
                  <a:gd name="T54" fmla="*/ 28 w 349"/>
                  <a:gd name="T55" fmla="*/ 189 h 350"/>
                  <a:gd name="T56" fmla="*/ 7 w 349"/>
                  <a:gd name="T57" fmla="*/ 170 h 350"/>
                  <a:gd name="T58" fmla="*/ 2 w 349"/>
                  <a:gd name="T59" fmla="*/ 142 h 350"/>
                  <a:gd name="T60" fmla="*/ 28 w 349"/>
                  <a:gd name="T61" fmla="*/ 131 h 350"/>
                  <a:gd name="T62" fmla="*/ 41 w 349"/>
                  <a:gd name="T63" fmla="*/ 113 h 350"/>
                  <a:gd name="T64" fmla="*/ 29 w 349"/>
                  <a:gd name="T65" fmla="*/ 88 h 350"/>
                  <a:gd name="T66" fmla="*/ 39 w 349"/>
                  <a:gd name="T67" fmla="*/ 62 h 350"/>
                  <a:gd name="T68" fmla="*/ 66 w 349"/>
                  <a:gd name="T69" fmla="*/ 65 h 350"/>
                  <a:gd name="T70" fmla="*/ 79 w 349"/>
                  <a:gd name="T71" fmla="*/ 62 h 350"/>
                  <a:gd name="T72" fmla="*/ 97 w 349"/>
                  <a:gd name="T73" fmla="*/ 17 h 350"/>
                  <a:gd name="T74" fmla="*/ 124 w 349"/>
                  <a:gd name="T75" fmla="*/ 13 h 350"/>
                  <a:gd name="T76" fmla="*/ 148 w 349"/>
                  <a:gd name="T77" fmla="*/ 31 h 350"/>
                  <a:gd name="T78" fmla="*/ 172 w 349"/>
                  <a:gd name="T79" fmla="*/ 21 h 350"/>
                  <a:gd name="T80" fmla="*/ 187 w 349"/>
                  <a:gd name="T81" fmla="*/ 0 h 350"/>
                  <a:gd name="T82" fmla="*/ 214 w 349"/>
                  <a:gd name="T83" fmla="*/ 11 h 350"/>
                  <a:gd name="T84" fmla="*/ 225 w 349"/>
                  <a:gd name="T85" fmla="*/ 38 h 350"/>
                  <a:gd name="T86" fmla="*/ 248 w 349"/>
                  <a:gd name="T87" fmla="*/ 40 h 350"/>
                  <a:gd name="T88" fmla="*/ 273 w 349"/>
                  <a:gd name="T89" fmla="*/ 31 h 350"/>
                  <a:gd name="T90" fmla="*/ 288 w 349"/>
                  <a:gd name="T91" fmla="*/ 55 h 350"/>
                  <a:gd name="T92" fmla="*/ 283 w 349"/>
                  <a:gd name="T93" fmla="*/ 76 h 350"/>
                  <a:gd name="T94" fmla="*/ 301 w 349"/>
                  <a:gd name="T95" fmla="*/ 94 h 350"/>
                  <a:gd name="T96" fmla="*/ 62 w 349"/>
                  <a:gd name="T97" fmla="*/ 174 h 350"/>
                  <a:gd name="T98" fmla="*/ 285 w 349"/>
                  <a:gd name="T99" fmla="*/ 174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9" h="350">
                    <a:moveTo>
                      <a:pt x="301" y="94"/>
                    </a:moveTo>
                    <a:cubicBezTo>
                      <a:pt x="308" y="93"/>
                      <a:pt x="314" y="92"/>
                      <a:pt x="320" y="91"/>
                    </a:cubicBezTo>
                    <a:cubicBezTo>
                      <a:pt x="324" y="90"/>
                      <a:pt x="328" y="92"/>
                      <a:pt x="330" y="96"/>
                    </a:cubicBezTo>
                    <a:cubicBezTo>
                      <a:pt x="332" y="102"/>
                      <a:pt x="335" y="109"/>
                      <a:pt x="337" y="115"/>
                    </a:cubicBezTo>
                    <a:cubicBezTo>
                      <a:pt x="339" y="119"/>
                      <a:pt x="337" y="122"/>
                      <a:pt x="335" y="125"/>
                    </a:cubicBezTo>
                    <a:cubicBezTo>
                      <a:pt x="331" y="128"/>
                      <a:pt x="327" y="130"/>
                      <a:pt x="323" y="133"/>
                    </a:cubicBezTo>
                    <a:cubicBezTo>
                      <a:pt x="317" y="138"/>
                      <a:pt x="316" y="141"/>
                      <a:pt x="317" y="149"/>
                    </a:cubicBezTo>
                    <a:cubicBezTo>
                      <a:pt x="318" y="151"/>
                      <a:pt x="318" y="154"/>
                      <a:pt x="318" y="157"/>
                    </a:cubicBezTo>
                    <a:cubicBezTo>
                      <a:pt x="318" y="168"/>
                      <a:pt x="324" y="173"/>
                      <a:pt x="333" y="176"/>
                    </a:cubicBezTo>
                    <a:cubicBezTo>
                      <a:pt x="335" y="176"/>
                      <a:pt x="336" y="177"/>
                      <a:pt x="338" y="177"/>
                    </a:cubicBezTo>
                    <a:cubicBezTo>
                      <a:pt x="349" y="182"/>
                      <a:pt x="347" y="184"/>
                      <a:pt x="346" y="194"/>
                    </a:cubicBezTo>
                    <a:cubicBezTo>
                      <a:pt x="346" y="199"/>
                      <a:pt x="345" y="203"/>
                      <a:pt x="344" y="208"/>
                    </a:cubicBezTo>
                    <a:cubicBezTo>
                      <a:pt x="343" y="212"/>
                      <a:pt x="340" y="215"/>
                      <a:pt x="336" y="215"/>
                    </a:cubicBezTo>
                    <a:cubicBezTo>
                      <a:pt x="331" y="216"/>
                      <a:pt x="327" y="216"/>
                      <a:pt x="322" y="217"/>
                    </a:cubicBezTo>
                    <a:cubicBezTo>
                      <a:pt x="317" y="217"/>
                      <a:pt x="313" y="220"/>
                      <a:pt x="310" y="225"/>
                    </a:cubicBezTo>
                    <a:cubicBezTo>
                      <a:pt x="309" y="229"/>
                      <a:pt x="308" y="232"/>
                      <a:pt x="306" y="236"/>
                    </a:cubicBezTo>
                    <a:cubicBezTo>
                      <a:pt x="304" y="241"/>
                      <a:pt x="305" y="245"/>
                      <a:pt x="308" y="249"/>
                    </a:cubicBezTo>
                    <a:cubicBezTo>
                      <a:pt x="311" y="253"/>
                      <a:pt x="314" y="256"/>
                      <a:pt x="317" y="260"/>
                    </a:cubicBezTo>
                    <a:cubicBezTo>
                      <a:pt x="321" y="265"/>
                      <a:pt x="321" y="269"/>
                      <a:pt x="317" y="274"/>
                    </a:cubicBezTo>
                    <a:cubicBezTo>
                      <a:pt x="313" y="278"/>
                      <a:pt x="310" y="282"/>
                      <a:pt x="307" y="286"/>
                    </a:cubicBezTo>
                    <a:cubicBezTo>
                      <a:pt x="302" y="292"/>
                      <a:pt x="299" y="292"/>
                      <a:pt x="293" y="289"/>
                    </a:cubicBezTo>
                    <a:cubicBezTo>
                      <a:pt x="288" y="287"/>
                      <a:pt x="284" y="285"/>
                      <a:pt x="279" y="283"/>
                    </a:cubicBezTo>
                    <a:cubicBezTo>
                      <a:pt x="275" y="282"/>
                      <a:pt x="271" y="284"/>
                      <a:pt x="268" y="286"/>
                    </a:cubicBezTo>
                    <a:cubicBezTo>
                      <a:pt x="264" y="289"/>
                      <a:pt x="261" y="291"/>
                      <a:pt x="258" y="294"/>
                    </a:cubicBezTo>
                    <a:cubicBezTo>
                      <a:pt x="254" y="297"/>
                      <a:pt x="253" y="301"/>
                      <a:pt x="254" y="306"/>
                    </a:cubicBezTo>
                    <a:cubicBezTo>
                      <a:pt x="255" y="311"/>
                      <a:pt x="255" y="316"/>
                      <a:pt x="256" y="321"/>
                    </a:cubicBezTo>
                    <a:cubicBezTo>
                      <a:pt x="256" y="326"/>
                      <a:pt x="254" y="329"/>
                      <a:pt x="251" y="330"/>
                    </a:cubicBezTo>
                    <a:cubicBezTo>
                      <a:pt x="245" y="333"/>
                      <a:pt x="239" y="335"/>
                      <a:pt x="233" y="337"/>
                    </a:cubicBezTo>
                    <a:cubicBezTo>
                      <a:pt x="227" y="339"/>
                      <a:pt x="224" y="338"/>
                      <a:pt x="220" y="333"/>
                    </a:cubicBezTo>
                    <a:cubicBezTo>
                      <a:pt x="218" y="329"/>
                      <a:pt x="215" y="325"/>
                      <a:pt x="212" y="322"/>
                    </a:cubicBezTo>
                    <a:cubicBezTo>
                      <a:pt x="209" y="318"/>
                      <a:pt x="205" y="317"/>
                      <a:pt x="201" y="318"/>
                    </a:cubicBezTo>
                    <a:cubicBezTo>
                      <a:pt x="196" y="318"/>
                      <a:pt x="192" y="319"/>
                      <a:pt x="187" y="320"/>
                    </a:cubicBezTo>
                    <a:cubicBezTo>
                      <a:pt x="182" y="321"/>
                      <a:pt x="179" y="324"/>
                      <a:pt x="177" y="328"/>
                    </a:cubicBezTo>
                    <a:cubicBezTo>
                      <a:pt x="175" y="333"/>
                      <a:pt x="173" y="338"/>
                      <a:pt x="171" y="343"/>
                    </a:cubicBezTo>
                    <a:cubicBezTo>
                      <a:pt x="169" y="347"/>
                      <a:pt x="167" y="350"/>
                      <a:pt x="162" y="349"/>
                    </a:cubicBezTo>
                    <a:cubicBezTo>
                      <a:pt x="155" y="348"/>
                      <a:pt x="147" y="348"/>
                      <a:pt x="140" y="346"/>
                    </a:cubicBezTo>
                    <a:cubicBezTo>
                      <a:pt x="137" y="345"/>
                      <a:pt x="135" y="341"/>
                      <a:pt x="134" y="338"/>
                    </a:cubicBezTo>
                    <a:cubicBezTo>
                      <a:pt x="133" y="333"/>
                      <a:pt x="133" y="328"/>
                      <a:pt x="133" y="324"/>
                    </a:cubicBezTo>
                    <a:cubicBezTo>
                      <a:pt x="132" y="318"/>
                      <a:pt x="129" y="313"/>
                      <a:pt x="123" y="312"/>
                    </a:cubicBezTo>
                    <a:cubicBezTo>
                      <a:pt x="119" y="310"/>
                      <a:pt x="116" y="309"/>
                      <a:pt x="113" y="308"/>
                    </a:cubicBezTo>
                    <a:cubicBezTo>
                      <a:pt x="108" y="306"/>
                      <a:pt x="104" y="307"/>
                      <a:pt x="101" y="310"/>
                    </a:cubicBezTo>
                    <a:cubicBezTo>
                      <a:pt x="96" y="314"/>
                      <a:pt x="92" y="317"/>
                      <a:pt x="87" y="321"/>
                    </a:cubicBezTo>
                    <a:cubicBezTo>
                      <a:pt x="84" y="323"/>
                      <a:pt x="81" y="323"/>
                      <a:pt x="78" y="320"/>
                    </a:cubicBezTo>
                    <a:cubicBezTo>
                      <a:pt x="72" y="316"/>
                      <a:pt x="66" y="312"/>
                      <a:pt x="61" y="307"/>
                    </a:cubicBezTo>
                    <a:cubicBezTo>
                      <a:pt x="57" y="304"/>
                      <a:pt x="58" y="299"/>
                      <a:pt x="60" y="295"/>
                    </a:cubicBezTo>
                    <a:cubicBezTo>
                      <a:pt x="62" y="291"/>
                      <a:pt x="63" y="287"/>
                      <a:pt x="65" y="283"/>
                    </a:cubicBezTo>
                    <a:cubicBezTo>
                      <a:pt x="67" y="278"/>
                      <a:pt x="66" y="274"/>
                      <a:pt x="64" y="271"/>
                    </a:cubicBezTo>
                    <a:cubicBezTo>
                      <a:pt x="60" y="266"/>
                      <a:pt x="57" y="262"/>
                      <a:pt x="53" y="258"/>
                    </a:cubicBezTo>
                    <a:cubicBezTo>
                      <a:pt x="51" y="254"/>
                      <a:pt x="47" y="253"/>
                      <a:pt x="43" y="253"/>
                    </a:cubicBezTo>
                    <a:cubicBezTo>
                      <a:pt x="38" y="254"/>
                      <a:pt x="33" y="254"/>
                      <a:pt x="28" y="255"/>
                    </a:cubicBezTo>
                    <a:cubicBezTo>
                      <a:pt x="22" y="257"/>
                      <a:pt x="18" y="255"/>
                      <a:pt x="15" y="249"/>
                    </a:cubicBezTo>
                    <a:cubicBezTo>
                      <a:pt x="13" y="244"/>
                      <a:pt x="10" y="239"/>
                      <a:pt x="8" y="233"/>
                    </a:cubicBezTo>
                    <a:cubicBezTo>
                      <a:pt x="6" y="229"/>
                      <a:pt x="7" y="225"/>
                      <a:pt x="11" y="222"/>
                    </a:cubicBezTo>
                    <a:cubicBezTo>
                      <a:pt x="15" y="218"/>
                      <a:pt x="20" y="214"/>
                      <a:pt x="25" y="211"/>
                    </a:cubicBezTo>
                    <a:cubicBezTo>
                      <a:pt x="29" y="208"/>
                      <a:pt x="30" y="204"/>
                      <a:pt x="30" y="199"/>
                    </a:cubicBezTo>
                    <a:cubicBezTo>
                      <a:pt x="29" y="195"/>
                      <a:pt x="28" y="192"/>
                      <a:pt x="28" y="189"/>
                    </a:cubicBezTo>
                    <a:cubicBezTo>
                      <a:pt x="28" y="180"/>
                      <a:pt x="23" y="176"/>
                      <a:pt x="16" y="174"/>
                    </a:cubicBezTo>
                    <a:cubicBezTo>
                      <a:pt x="13" y="173"/>
                      <a:pt x="10" y="171"/>
                      <a:pt x="7" y="170"/>
                    </a:cubicBezTo>
                    <a:cubicBezTo>
                      <a:pt x="2" y="169"/>
                      <a:pt x="0" y="166"/>
                      <a:pt x="0" y="162"/>
                    </a:cubicBezTo>
                    <a:cubicBezTo>
                      <a:pt x="1" y="155"/>
                      <a:pt x="1" y="149"/>
                      <a:pt x="2" y="142"/>
                    </a:cubicBezTo>
                    <a:cubicBezTo>
                      <a:pt x="2" y="136"/>
                      <a:pt x="5" y="134"/>
                      <a:pt x="11" y="133"/>
                    </a:cubicBezTo>
                    <a:cubicBezTo>
                      <a:pt x="17" y="132"/>
                      <a:pt x="23" y="132"/>
                      <a:pt x="28" y="131"/>
                    </a:cubicBezTo>
                    <a:cubicBezTo>
                      <a:pt x="32" y="130"/>
                      <a:pt x="35" y="128"/>
                      <a:pt x="36" y="124"/>
                    </a:cubicBezTo>
                    <a:cubicBezTo>
                      <a:pt x="38" y="120"/>
                      <a:pt x="40" y="117"/>
                      <a:pt x="41" y="113"/>
                    </a:cubicBezTo>
                    <a:cubicBezTo>
                      <a:pt x="42" y="109"/>
                      <a:pt x="42" y="105"/>
                      <a:pt x="39" y="101"/>
                    </a:cubicBezTo>
                    <a:cubicBezTo>
                      <a:pt x="36" y="97"/>
                      <a:pt x="32" y="93"/>
                      <a:pt x="29" y="88"/>
                    </a:cubicBezTo>
                    <a:cubicBezTo>
                      <a:pt x="26" y="84"/>
                      <a:pt x="26" y="80"/>
                      <a:pt x="29" y="76"/>
                    </a:cubicBezTo>
                    <a:cubicBezTo>
                      <a:pt x="32" y="71"/>
                      <a:pt x="36" y="66"/>
                      <a:pt x="39" y="62"/>
                    </a:cubicBezTo>
                    <a:cubicBezTo>
                      <a:pt x="42" y="57"/>
                      <a:pt x="46" y="56"/>
                      <a:pt x="52" y="58"/>
                    </a:cubicBezTo>
                    <a:cubicBezTo>
                      <a:pt x="57" y="60"/>
                      <a:pt x="62" y="62"/>
                      <a:pt x="66" y="65"/>
                    </a:cubicBezTo>
                    <a:cubicBezTo>
                      <a:pt x="70" y="67"/>
                      <a:pt x="74" y="66"/>
                      <a:pt x="77" y="64"/>
                    </a:cubicBezTo>
                    <a:cubicBezTo>
                      <a:pt x="78" y="63"/>
                      <a:pt x="79" y="63"/>
                      <a:pt x="79" y="62"/>
                    </a:cubicBezTo>
                    <a:cubicBezTo>
                      <a:pt x="94" y="51"/>
                      <a:pt x="94" y="51"/>
                      <a:pt x="90" y="30"/>
                    </a:cubicBezTo>
                    <a:cubicBezTo>
                      <a:pt x="89" y="23"/>
                      <a:pt x="91" y="20"/>
                      <a:pt x="97" y="17"/>
                    </a:cubicBezTo>
                    <a:cubicBezTo>
                      <a:pt x="102" y="15"/>
                      <a:pt x="107" y="13"/>
                      <a:pt x="112" y="11"/>
                    </a:cubicBezTo>
                    <a:cubicBezTo>
                      <a:pt x="117" y="8"/>
                      <a:pt x="120" y="9"/>
                      <a:pt x="124" y="13"/>
                    </a:cubicBezTo>
                    <a:cubicBezTo>
                      <a:pt x="127" y="17"/>
                      <a:pt x="130" y="22"/>
                      <a:pt x="133" y="26"/>
                    </a:cubicBezTo>
                    <a:cubicBezTo>
                      <a:pt x="138" y="31"/>
                      <a:pt x="142" y="32"/>
                      <a:pt x="148" y="31"/>
                    </a:cubicBezTo>
                    <a:cubicBezTo>
                      <a:pt x="152" y="29"/>
                      <a:pt x="156" y="29"/>
                      <a:pt x="160" y="29"/>
                    </a:cubicBezTo>
                    <a:cubicBezTo>
                      <a:pt x="166" y="28"/>
                      <a:pt x="170" y="26"/>
                      <a:pt x="172" y="21"/>
                    </a:cubicBezTo>
                    <a:cubicBezTo>
                      <a:pt x="173" y="16"/>
                      <a:pt x="175" y="11"/>
                      <a:pt x="177" y="6"/>
                    </a:cubicBezTo>
                    <a:cubicBezTo>
                      <a:pt x="179" y="2"/>
                      <a:pt x="182" y="0"/>
                      <a:pt x="187" y="0"/>
                    </a:cubicBezTo>
                    <a:cubicBezTo>
                      <a:pt x="194" y="1"/>
                      <a:pt x="201" y="2"/>
                      <a:pt x="208" y="3"/>
                    </a:cubicBezTo>
                    <a:cubicBezTo>
                      <a:pt x="212" y="3"/>
                      <a:pt x="214" y="6"/>
                      <a:pt x="214" y="11"/>
                    </a:cubicBezTo>
                    <a:cubicBezTo>
                      <a:pt x="215" y="17"/>
                      <a:pt x="216" y="23"/>
                      <a:pt x="217" y="29"/>
                    </a:cubicBezTo>
                    <a:cubicBezTo>
                      <a:pt x="218" y="34"/>
                      <a:pt x="221" y="36"/>
                      <a:pt x="225" y="38"/>
                    </a:cubicBezTo>
                    <a:cubicBezTo>
                      <a:pt x="228" y="39"/>
                      <a:pt x="231" y="40"/>
                      <a:pt x="234" y="41"/>
                    </a:cubicBezTo>
                    <a:cubicBezTo>
                      <a:pt x="239" y="45"/>
                      <a:pt x="244" y="43"/>
                      <a:pt x="248" y="40"/>
                    </a:cubicBezTo>
                    <a:cubicBezTo>
                      <a:pt x="252" y="37"/>
                      <a:pt x="256" y="34"/>
                      <a:pt x="259" y="31"/>
                    </a:cubicBezTo>
                    <a:cubicBezTo>
                      <a:pt x="264" y="27"/>
                      <a:pt x="268" y="27"/>
                      <a:pt x="273" y="31"/>
                    </a:cubicBezTo>
                    <a:cubicBezTo>
                      <a:pt x="277" y="34"/>
                      <a:pt x="281" y="37"/>
                      <a:pt x="285" y="41"/>
                    </a:cubicBezTo>
                    <a:cubicBezTo>
                      <a:pt x="290" y="45"/>
                      <a:pt x="291" y="49"/>
                      <a:pt x="288" y="55"/>
                    </a:cubicBezTo>
                    <a:cubicBezTo>
                      <a:pt x="286" y="59"/>
                      <a:pt x="284" y="64"/>
                      <a:pt x="283" y="68"/>
                    </a:cubicBezTo>
                    <a:cubicBezTo>
                      <a:pt x="282" y="71"/>
                      <a:pt x="282" y="74"/>
                      <a:pt x="283" y="76"/>
                    </a:cubicBezTo>
                    <a:cubicBezTo>
                      <a:pt x="286" y="81"/>
                      <a:pt x="290" y="86"/>
                      <a:pt x="295" y="91"/>
                    </a:cubicBezTo>
                    <a:cubicBezTo>
                      <a:pt x="296" y="93"/>
                      <a:pt x="299" y="93"/>
                      <a:pt x="301" y="94"/>
                    </a:cubicBezTo>
                    <a:close/>
                    <a:moveTo>
                      <a:pt x="174" y="63"/>
                    </a:moveTo>
                    <a:cubicBezTo>
                      <a:pt x="112" y="63"/>
                      <a:pt x="62" y="113"/>
                      <a:pt x="62" y="174"/>
                    </a:cubicBezTo>
                    <a:cubicBezTo>
                      <a:pt x="62" y="236"/>
                      <a:pt x="112" y="285"/>
                      <a:pt x="173" y="286"/>
                    </a:cubicBezTo>
                    <a:cubicBezTo>
                      <a:pt x="235" y="286"/>
                      <a:pt x="285" y="236"/>
                      <a:pt x="285" y="174"/>
                    </a:cubicBezTo>
                    <a:cubicBezTo>
                      <a:pt x="285" y="112"/>
                      <a:pt x="234" y="63"/>
                      <a:pt x="174" y="6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7"/>
              <p:cNvSpPr>
                <a:spLocks/>
              </p:cNvSpPr>
              <p:nvPr/>
            </p:nvSpPr>
            <p:spPr bwMode="auto">
              <a:xfrm>
                <a:off x="2590800" y="3460751"/>
                <a:ext cx="441325" cy="288925"/>
              </a:xfrm>
              <a:custGeom>
                <a:avLst/>
                <a:gdLst>
                  <a:gd name="T0" fmla="*/ 70 w 138"/>
                  <a:gd name="T1" fmla="*/ 73 h 90"/>
                  <a:gd name="T2" fmla="*/ 94 w 138"/>
                  <a:gd name="T3" fmla="*/ 0 h 90"/>
                  <a:gd name="T4" fmla="*/ 111 w 138"/>
                  <a:gd name="T5" fmla="*/ 5 h 90"/>
                  <a:gd name="T6" fmla="*/ 123 w 138"/>
                  <a:gd name="T7" fmla="*/ 10 h 90"/>
                  <a:gd name="T8" fmla="*/ 133 w 138"/>
                  <a:gd name="T9" fmla="*/ 21 h 90"/>
                  <a:gd name="T10" fmla="*/ 138 w 138"/>
                  <a:gd name="T11" fmla="*/ 53 h 90"/>
                  <a:gd name="T12" fmla="*/ 135 w 138"/>
                  <a:gd name="T13" fmla="*/ 58 h 90"/>
                  <a:gd name="T14" fmla="*/ 90 w 138"/>
                  <a:gd name="T15" fmla="*/ 83 h 90"/>
                  <a:gd name="T16" fmla="*/ 3 w 138"/>
                  <a:gd name="T17" fmla="*/ 59 h 90"/>
                  <a:gd name="T18" fmla="*/ 1 w 138"/>
                  <a:gd name="T19" fmla="*/ 52 h 90"/>
                  <a:gd name="T20" fmla="*/ 4 w 138"/>
                  <a:gd name="T21" fmla="*/ 23 h 90"/>
                  <a:gd name="T22" fmla="*/ 15 w 138"/>
                  <a:gd name="T23" fmla="*/ 10 h 90"/>
                  <a:gd name="T24" fmla="*/ 30 w 138"/>
                  <a:gd name="T25" fmla="*/ 5 h 90"/>
                  <a:gd name="T26" fmla="*/ 39 w 138"/>
                  <a:gd name="T27" fmla="*/ 2 h 90"/>
                  <a:gd name="T28" fmla="*/ 47 w 138"/>
                  <a:gd name="T29" fmla="*/ 6 h 90"/>
                  <a:gd name="T30" fmla="*/ 60 w 138"/>
                  <a:gd name="T31" fmla="*/ 49 h 90"/>
                  <a:gd name="T32" fmla="*/ 67 w 138"/>
                  <a:gd name="T33" fmla="*/ 69 h 90"/>
                  <a:gd name="T34" fmla="*/ 69 w 138"/>
                  <a:gd name="T35" fmla="*/ 74 h 90"/>
                  <a:gd name="T36" fmla="*/ 70 w 138"/>
                  <a:gd name="T37" fmla="*/ 7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8" h="90">
                    <a:moveTo>
                      <a:pt x="70" y="73"/>
                    </a:moveTo>
                    <a:cubicBezTo>
                      <a:pt x="78" y="49"/>
                      <a:pt x="86" y="25"/>
                      <a:pt x="94" y="0"/>
                    </a:cubicBezTo>
                    <a:cubicBezTo>
                      <a:pt x="100" y="2"/>
                      <a:pt x="105" y="3"/>
                      <a:pt x="111" y="5"/>
                    </a:cubicBezTo>
                    <a:cubicBezTo>
                      <a:pt x="115" y="7"/>
                      <a:pt x="119" y="8"/>
                      <a:pt x="123" y="10"/>
                    </a:cubicBezTo>
                    <a:cubicBezTo>
                      <a:pt x="128" y="12"/>
                      <a:pt x="132" y="16"/>
                      <a:pt x="133" y="21"/>
                    </a:cubicBezTo>
                    <a:cubicBezTo>
                      <a:pt x="135" y="31"/>
                      <a:pt x="137" y="42"/>
                      <a:pt x="138" y="53"/>
                    </a:cubicBezTo>
                    <a:cubicBezTo>
                      <a:pt x="138" y="55"/>
                      <a:pt x="137" y="57"/>
                      <a:pt x="135" y="58"/>
                    </a:cubicBezTo>
                    <a:cubicBezTo>
                      <a:pt x="122" y="70"/>
                      <a:pt x="108" y="79"/>
                      <a:pt x="90" y="83"/>
                    </a:cubicBezTo>
                    <a:cubicBezTo>
                      <a:pt x="57" y="90"/>
                      <a:pt x="28" y="82"/>
                      <a:pt x="3" y="59"/>
                    </a:cubicBezTo>
                    <a:cubicBezTo>
                      <a:pt x="2" y="58"/>
                      <a:pt x="0" y="55"/>
                      <a:pt x="1" y="52"/>
                    </a:cubicBezTo>
                    <a:cubicBezTo>
                      <a:pt x="1" y="43"/>
                      <a:pt x="3" y="33"/>
                      <a:pt x="4" y="23"/>
                    </a:cubicBezTo>
                    <a:cubicBezTo>
                      <a:pt x="5" y="17"/>
                      <a:pt x="9" y="12"/>
                      <a:pt x="15" y="10"/>
                    </a:cubicBezTo>
                    <a:cubicBezTo>
                      <a:pt x="20" y="8"/>
                      <a:pt x="25" y="7"/>
                      <a:pt x="30" y="5"/>
                    </a:cubicBezTo>
                    <a:cubicBezTo>
                      <a:pt x="33" y="4"/>
                      <a:pt x="36" y="3"/>
                      <a:pt x="39" y="2"/>
                    </a:cubicBezTo>
                    <a:cubicBezTo>
                      <a:pt x="45" y="0"/>
                      <a:pt x="45" y="1"/>
                      <a:pt x="47" y="6"/>
                    </a:cubicBezTo>
                    <a:cubicBezTo>
                      <a:pt x="51" y="20"/>
                      <a:pt x="56" y="34"/>
                      <a:pt x="60" y="49"/>
                    </a:cubicBezTo>
                    <a:cubicBezTo>
                      <a:pt x="63" y="55"/>
                      <a:pt x="65" y="62"/>
                      <a:pt x="67" y="69"/>
                    </a:cubicBezTo>
                    <a:cubicBezTo>
                      <a:pt x="68" y="71"/>
                      <a:pt x="68" y="72"/>
                      <a:pt x="69" y="74"/>
                    </a:cubicBezTo>
                    <a:cubicBezTo>
                      <a:pt x="69" y="74"/>
                      <a:pt x="70" y="74"/>
                      <a:pt x="70" y="73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8"/>
              <p:cNvSpPr>
                <a:spLocks/>
              </p:cNvSpPr>
              <p:nvPr/>
            </p:nvSpPr>
            <p:spPr bwMode="auto">
              <a:xfrm>
                <a:off x="2670175" y="3170238"/>
                <a:ext cx="292100" cy="290513"/>
              </a:xfrm>
              <a:custGeom>
                <a:avLst/>
                <a:gdLst>
                  <a:gd name="T0" fmla="*/ 44 w 91"/>
                  <a:gd name="T1" fmla="*/ 0 h 91"/>
                  <a:gd name="T2" fmla="*/ 72 w 91"/>
                  <a:gd name="T3" fmla="*/ 13 h 91"/>
                  <a:gd name="T4" fmla="*/ 75 w 91"/>
                  <a:gd name="T5" fmla="*/ 17 h 91"/>
                  <a:gd name="T6" fmla="*/ 83 w 91"/>
                  <a:gd name="T7" fmla="*/ 32 h 91"/>
                  <a:gd name="T8" fmla="*/ 77 w 91"/>
                  <a:gd name="T9" fmla="*/ 56 h 91"/>
                  <a:gd name="T10" fmla="*/ 74 w 91"/>
                  <a:gd name="T11" fmla="*/ 59 h 91"/>
                  <a:gd name="T12" fmla="*/ 64 w 91"/>
                  <a:gd name="T13" fmla="*/ 76 h 91"/>
                  <a:gd name="T14" fmla="*/ 25 w 91"/>
                  <a:gd name="T15" fmla="*/ 77 h 91"/>
                  <a:gd name="T16" fmla="*/ 15 w 91"/>
                  <a:gd name="T17" fmla="*/ 60 h 91"/>
                  <a:gd name="T18" fmla="*/ 10 w 91"/>
                  <a:gd name="T19" fmla="*/ 56 h 91"/>
                  <a:gd name="T20" fmla="*/ 1 w 91"/>
                  <a:gd name="T21" fmla="*/ 44 h 91"/>
                  <a:gd name="T22" fmla="*/ 9 w 91"/>
                  <a:gd name="T23" fmla="*/ 29 h 91"/>
                  <a:gd name="T24" fmla="*/ 12 w 91"/>
                  <a:gd name="T25" fmla="*/ 23 h 91"/>
                  <a:gd name="T26" fmla="*/ 29 w 91"/>
                  <a:gd name="T27" fmla="*/ 3 h 91"/>
                  <a:gd name="T28" fmla="*/ 44 w 91"/>
                  <a:gd name="T2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1">
                    <a:moveTo>
                      <a:pt x="44" y="0"/>
                    </a:moveTo>
                    <a:cubicBezTo>
                      <a:pt x="56" y="0"/>
                      <a:pt x="66" y="3"/>
                      <a:pt x="72" y="13"/>
                    </a:cubicBezTo>
                    <a:cubicBezTo>
                      <a:pt x="73" y="14"/>
                      <a:pt x="74" y="16"/>
                      <a:pt x="75" y="17"/>
                    </a:cubicBezTo>
                    <a:cubicBezTo>
                      <a:pt x="77" y="23"/>
                      <a:pt x="78" y="28"/>
                      <a:pt x="83" y="32"/>
                    </a:cubicBezTo>
                    <a:cubicBezTo>
                      <a:pt x="91" y="38"/>
                      <a:pt x="86" y="53"/>
                      <a:pt x="77" y="56"/>
                    </a:cubicBezTo>
                    <a:cubicBezTo>
                      <a:pt x="76" y="57"/>
                      <a:pt x="75" y="58"/>
                      <a:pt x="74" y="59"/>
                    </a:cubicBezTo>
                    <a:cubicBezTo>
                      <a:pt x="70" y="65"/>
                      <a:pt x="68" y="71"/>
                      <a:pt x="64" y="76"/>
                    </a:cubicBezTo>
                    <a:cubicBezTo>
                      <a:pt x="52" y="90"/>
                      <a:pt x="38" y="91"/>
                      <a:pt x="25" y="77"/>
                    </a:cubicBezTo>
                    <a:cubicBezTo>
                      <a:pt x="21" y="72"/>
                      <a:pt x="17" y="67"/>
                      <a:pt x="15" y="60"/>
                    </a:cubicBezTo>
                    <a:cubicBezTo>
                      <a:pt x="15" y="58"/>
                      <a:pt x="13" y="56"/>
                      <a:pt x="10" y="56"/>
                    </a:cubicBezTo>
                    <a:cubicBezTo>
                      <a:pt x="4" y="55"/>
                      <a:pt x="2" y="50"/>
                      <a:pt x="1" y="44"/>
                    </a:cubicBezTo>
                    <a:cubicBezTo>
                      <a:pt x="0" y="37"/>
                      <a:pt x="2" y="33"/>
                      <a:pt x="9" y="29"/>
                    </a:cubicBezTo>
                    <a:cubicBezTo>
                      <a:pt x="11" y="28"/>
                      <a:pt x="12" y="25"/>
                      <a:pt x="12" y="23"/>
                    </a:cubicBezTo>
                    <a:cubicBezTo>
                      <a:pt x="15" y="14"/>
                      <a:pt x="19" y="6"/>
                      <a:pt x="29" y="3"/>
                    </a:cubicBezTo>
                    <a:cubicBezTo>
                      <a:pt x="34" y="2"/>
                      <a:pt x="39" y="1"/>
                      <a:pt x="44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9"/>
              <p:cNvSpPr>
                <a:spLocks/>
              </p:cNvSpPr>
              <p:nvPr/>
            </p:nvSpPr>
            <p:spPr bwMode="auto">
              <a:xfrm>
                <a:off x="2779713" y="3525838"/>
                <a:ext cx="60325" cy="114300"/>
              </a:xfrm>
              <a:custGeom>
                <a:avLst/>
                <a:gdLst>
                  <a:gd name="T0" fmla="*/ 6 w 19"/>
                  <a:gd name="T1" fmla="*/ 0 h 36"/>
                  <a:gd name="T2" fmla="*/ 14 w 19"/>
                  <a:gd name="T3" fmla="*/ 0 h 36"/>
                  <a:gd name="T4" fmla="*/ 10 w 19"/>
                  <a:gd name="T5" fmla="*/ 36 h 36"/>
                  <a:gd name="T6" fmla="*/ 6 w 19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6" y="0"/>
                    </a:moveTo>
                    <a:cubicBezTo>
                      <a:pt x="8" y="0"/>
                      <a:pt x="11" y="0"/>
                      <a:pt x="14" y="0"/>
                    </a:cubicBezTo>
                    <a:cubicBezTo>
                      <a:pt x="19" y="12"/>
                      <a:pt x="16" y="24"/>
                      <a:pt x="10" y="36"/>
                    </a:cubicBezTo>
                    <a:cubicBezTo>
                      <a:pt x="5" y="24"/>
                      <a:pt x="0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"/>
              <p:cNvSpPr>
                <a:spLocks/>
              </p:cNvSpPr>
              <p:nvPr/>
            </p:nvSpPr>
            <p:spPr bwMode="auto">
              <a:xfrm>
                <a:off x="2789238" y="3473451"/>
                <a:ext cx="44450" cy="36513"/>
              </a:xfrm>
              <a:custGeom>
                <a:avLst/>
                <a:gdLst>
                  <a:gd name="T0" fmla="*/ 14 w 14"/>
                  <a:gd name="T1" fmla="*/ 0 h 11"/>
                  <a:gd name="T2" fmla="*/ 14 w 14"/>
                  <a:gd name="T3" fmla="*/ 11 h 11"/>
                  <a:gd name="T4" fmla="*/ 0 w 14"/>
                  <a:gd name="T5" fmla="*/ 11 h 11"/>
                  <a:gd name="T6" fmla="*/ 0 w 14"/>
                  <a:gd name="T7" fmla="*/ 0 h 11"/>
                  <a:gd name="T8" fmla="*/ 14 w 14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1">
                    <a:moveTo>
                      <a:pt x="14" y="0"/>
                    </a:moveTo>
                    <a:cubicBezTo>
                      <a:pt x="14" y="4"/>
                      <a:pt x="14" y="7"/>
                      <a:pt x="14" y="11"/>
                    </a:cubicBezTo>
                    <a:cubicBezTo>
                      <a:pt x="10" y="11"/>
                      <a:pt x="5" y="11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4" y="0"/>
                      <a:pt x="9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2" name="TextBox 21">
            <a:extLst>
              <a:ext uri="{FF2B5EF4-FFF2-40B4-BE49-F238E27FC236}">
                <a16:creationId xmlns:a16="http://schemas.microsoft.com/office/drawing/2014/main" id="{5AFDE7D7-75C0-4DED-BA30-057CE80C3856}"/>
              </a:ext>
            </a:extLst>
          </p:cNvPr>
          <p:cNvSpPr txBox="1"/>
          <p:nvPr/>
        </p:nvSpPr>
        <p:spPr>
          <a:xfrm>
            <a:off x="855936" y="3998284"/>
            <a:ext cx="76575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CB414"/>
                </a:solidFill>
                <a:effectLst/>
                <a:uLnTx/>
                <a:uFillTx/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CONTEXTE ET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PROBLEMATIQUE</a:t>
            </a:r>
          </a:p>
        </p:txBody>
      </p:sp>
      <p:sp>
        <p:nvSpPr>
          <p:cNvPr id="219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453996" y="931700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6</a:t>
            </a:r>
          </a:p>
        </p:txBody>
      </p:sp>
      <p:grpSp>
        <p:nvGrpSpPr>
          <p:cNvPr id="121" name="Groupe 120"/>
          <p:cNvGrpSpPr/>
          <p:nvPr/>
        </p:nvGrpSpPr>
        <p:grpSpPr>
          <a:xfrm>
            <a:off x="-106798" y="3471778"/>
            <a:ext cx="591048" cy="3015734"/>
            <a:chOff x="-93718" y="3610524"/>
            <a:chExt cx="591048" cy="3015734"/>
          </a:xfrm>
        </p:grpSpPr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57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8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59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51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2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53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45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46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47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49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0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48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40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41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42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34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5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36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7" name="Groupe 126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28" name="Groupe 127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30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31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32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3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29" name="Image 128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163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64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459551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5642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522" y="1671596"/>
            <a:ext cx="7972425" cy="4324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99AC3C-FE44-4341-B799-F20DE8937C2B}"/>
              </a:ext>
            </a:extLst>
          </p:cNvPr>
          <p:cNvSpPr txBox="1"/>
          <p:nvPr/>
        </p:nvSpPr>
        <p:spPr>
          <a:xfrm>
            <a:off x="530016" y="839726"/>
            <a:ext cx="3615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B050"/>
                </a:solidFill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CONT</a:t>
            </a:r>
            <a:r>
              <a:rPr lang="en-US" sz="5400" b="1" dirty="0"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EXTE</a:t>
            </a:r>
            <a:endParaRPr kumimoji="0" lang="ru-RU" sz="5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87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43005" y="905161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7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69" name="Groupe 68"/>
          <p:cNvGrpSpPr/>
          <p:nvPr/>
        </p:nvGrpSpPr>
        <p:grpSpPr>
          <a:xfrm>
            <a:off x="-106798" y="3480743"/>
            <a:ext cx="591048" cy="3015734"/>
            <a:chOff x="-93718" y="3610524"/>
            <a:chExt cx="591048" cy="3015734"/>
          </a:xfrm>
        </p:grpSpPr>
        <p:grpSp>
          <p:nvGrpSpPr>
            <p:cNvPr id="70" name="Groupe 69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18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9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20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12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3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14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06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7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08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10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9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01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2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03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95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96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97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2" name="Groupe 81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83" name="Groupe 82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91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92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93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90" name="Image 8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grpSp>
        <p:nvGrpSpPr>
          <p:cNvPr id="8" name="Groupe 7"/>
          <p:cNvGrpSpPr/>
          <p:nvPr/>
        </p:nvGrpSpPr>
        <p:grpSpPr>
          <a:xfrm>
            <a:off x="7347166" y="1356278"/>
            <a:ext cx="4844832" cy="4761032"/>
            <a:chOff x="7347166" y="1356278"/>
            <a:chExt cx="4844832" cy="4761032"/>
          </a:xfrm>
        </p:grpSpPr>
        <p:grpSp>
          <p:nvGrpSpPr>
            <p:cNvPr id="7" name="Groupe 6"/>
            <p:cNvGrpSpPr/>
            <p:nvPr/>
          </p:nvGrpSpPr>
          <p:grpSpPr>
            <a:xfrm>
              <a:off x="7347166" y="1356278"/>
              <a:ext cx="4509554" cy="1384995"/>
              <a:chOff x="7347166" y="1356278"/>
              <a:chExt cx="4509554" cy="1384995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8503BDA-F378-4C1C-B2B2-EF62FAA551E2}"/>
                  </a:ext>
                </a:extLst>
              </p:cNvPr>
              <p:cNvSpPr txBox="1"/>
              <p:nvPr/>
            </p:nvSpPr>
            <p:spPr>
              <a:xfrm>
                <a:off x="8181370" y="1356278"/>
                <a:ext cx="367535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>
                  <a:defRPr/>
                </a:pPr>
                <a:r>
                  <a:rPr lang="fr-FR" sz="2800" b="1" dirty="0" smtClean="0">
                    <a:latin typeface="Tw Cen MT" panose="020B0602020104020603" pitchFamily="34" charset="0"/>
                  </a:rPr>
                  <a:t>Absence de communication entre les établissement</a:t>
                </a:r>
                <a:endParaRPr kumimoji="0" lang="fr-FR" sz="2800" b="1" i="0" u="none" strike="noStrike" kern="1200" cap="none" spc="0" normalizeH="0" baseline="0" dirty="0">
                  <a:ln>
                    <a:noFill/>
                  </a:ln>
                  <a:effectLst/>
                  <a:uLnTx/>
                  <a:uFillTx/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EEE2A7D-F442-48BA-99A1-566665DAB177}"/>
                  </a:ext>
                </a:extLst>
              </p:cNvPr>
              <p:cNvSpPr/>
              <p:nvPr/>
            </p:nvSpPr>
            <p:spPr>
              <a:xfrm>
                <a:off x="7347166" y="1439727"/>
                <a:ext cx="506366" cy="50636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w Cen MT" panose="020B0602020104020603" pitchFamily="34" charset="0"/>
                  </a:rPr>
                  <a:t>1</a:t>
                </a:r>
              </a:p>
            </p:txBody>
          </p:sp>
        </p:grp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91363BB-BBA9-4130-B608-752531D75781}"/>
                </a:ext>
              </a:extLst>
            </p:cNvPr>
            <p:cNvSpPr/>
            <p:nvPr/>
          </p:nvSpPr>
          <p:spPr>
            <a:xfrm>
              <a:off x="7349335" y="3368883"/>
              <a:ext cx="506366" cy="506366"/>
            </a:xfrm>
            <a:prstGeom prst="ellipse">
              <a:avLst/>
            </a:prstGeom>
            <a:solidFill>
              <a:srgbClr val="074D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w Cen MT" panose="020B0602020104020603" pitchFamily="34" charset="0"/>
                </a:rPr>
                <a:t>2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3622616-6DD2-4601-80B2-9F454F6F39C3}"/>
                </a:ext>
              </a:extLst>
            </p:cNvPr>
            <p:cNvSpPr txBox="1"/>
            <p:nvPr/>
          </p:nvSpPr>
          <p:spPr>
            <a:xfrm>
              <a:off x="8139807" y="3181415"/>
              <a:ext cx="405219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lang="fr-FR" sz="2800" b="1" noProof="0" dirty="0" smtClean="0">
                  <a:latin typeface="Tw Cen MT" panose="020B0602020104020603" pitchFamily="34" charset="0"/>
                </a:rPr>
                <a:t>Besoin urgent de traçabilité des données médicales des patients</a:t>
              </a:r>
              <a:endParaRPr kumimoji="0" lang="fr-F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sp>
          <p:nvSpPr>
            <p:cNvPr id="189" name="TextBox 87">
              <a:extLst>
                <a:ext uri="{FF2B5EF4-FFF2-40B4-BE49-F238E27FC236}">
                  <a16:creationId xmlns:a16="http://schemas.microsoft.com/office/drawing/2014/main" id="{A3622616-6DD2-4601-80B2-9F454F6F39C3}"/>
                </a:ext>
              </a:extLst>
            </p:cNvPr>
            <p:cNvSpPr txBox="1"/>
            <p:nvPr/>
          </p:nvSpPr>
          <p:spPr>
            <a:xfrm>
              <a:off x="8139807" y="4732315"/>
              <a:ext cx="339772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lang="fr-FR" sz="2800" b="1" dirty="0" smtClean="0">
                  <a:latin typeface="Tw Cen MT" panose="020B0602020104020603" pitchFamily="34" charset="0"/>
                </a:rPr>
                <a:t>Perte de temps importante liée à la gestion manuelle</a:t>
              </a:r>
              <a:endParaRPr lang="fr-FR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190" name="Oval 85">
              <a:extLst>
                <a:ext uri="{FF2B5EF4-FFF2-40B4-BE49-F238E27FC236}">
                  <a16:creationId xmlns:a16="http://schemas.microsoft.com/office/drawing/2014/main" id="{291363BB-BBA9-4130-B608-752531D75781}"/>
                </a:ext>
              </a:extLst>
            </p:cNvPr>
            <p:cNvSpPr/>
            <p:nvPr/>
          </p:nvSpPr>
          <p:spPr>
            <a:xfrm>
              <a:off x="7347166" y="5048359"/>
              <a:ext cx="506366" cy="5063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chemeClr val="bg1"/>
                  </a:solidFill>
                  <a:latin typeface="Tw Cen MT" panose="020B0602020104020603" pitchFamily="34" charset="0"/>
                </a:rPr>
                <a:t>3</a:t>
              </a:r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 pitchFamily="34" charset="0"/>
              </a:endParaRPr>
            </a:p>
          </p:txBody>
        </p:sp>
      </p:grpSp>
      <p:sp>
        <p:nvSpPr>
          <p:cNvPr id="66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7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1066800" y="4018469"/>
            <a:ext cx="1554480" cy="1711720"/>
            <a:chOff x="1066800" y="4018469"/>
            <a:chExt cx="1554480" cy="1711720"/>
          </a:xfrm>
        </p:grpSpPr>
        <p:sp>
          <p:nvSpPr>
            <p:cNvPr id="2" name="Rectangle 1"/>
            <p:cNvSpPr/>
            <p:nvPr/>
          </p:nvSpPr>
          <p:spPr>
            <a:xfrm>
              <a:off x="1066800" y="4018469"/>
              <a:ext cx="1554480" cy="1321516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4" name="ZoneTexte 3"/>
            <p:cNvSpPr txBox="1"/>
            <p:nvPr/>
          </p:nvSpPr>
          <p:spPr>
            <a:xfrm>
              <a:off x="1120140" y="5360857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dirty="0" smtClean="0">
                  <a:solidFill>
                    <a:srgbClr val="00B050"/>
                  </a:solidFill>
                  <a:latin typeface="Elephant" panose="02020904090505020303" pitchFamily="18" charset="0"/>
                </a:rPr>
                <a:t>MedShare</a:t>
              </a:r>
              <a:endParaRPr lang="fr-BE" dirty="0">
                <a:solidFill>
                  <a:srgbClr val="00B050"/>
                </a:solidFill>
                <a:latin typeface="Elephant" panose="02020904090505020303" pitchFamily="18" charset="0"/>
              </a:endParaRP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46107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52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3E2EBD6-E83D-41F9-9FBE-725D7F25654B}"/>
              </a:ext>
            </a:extLst>
          </p:cNvPr>
          <p:cNvSpPr txBox="1"/>
          <p:nvPr/>
        </p:nvSpPr>
        <p:spPr>
          <a:xfrm>
            <a:off x="10377043" y="1810465"/>
            <a:ext cx="166149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?</a:t>
            </a:r>
            <a:endParaRPr kumimoji="0" lang="en-US" sz="30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57FB3C8D-70A2-419D-B823-C247236792B6}"/>
              </a:ext>
            </a:extLst>
          </p:cNvPr>
          <p:cNvSpPr>
            <a:spLocks/>
          </p:cNvSpPr>
          <p:nvPr/>
        </p:nvSpPr>
        <p:spPr bwMode="auto">
          <a:xfrm rot="20671746">
            <a:off x="6974622" y="4486662"/>
            <a:ext cx="688445" cy="920471"/>
          </a:xfrm>
          <a:custGeom>
            <a:avLst/>
            <a:gdLst>
              <a:gd name="T0" fmla="*/ 28 w 1032"/>
              <a:gd name="T1" fmla="*/ 1378 h 1378"/>
              <a:gd name="T2" fmla="*/ 1004 w 1032"/>
              <a:gd name="T3" fmla="*/ 1378 h 1378"/>
              <a:gd name="T4" fmla="*/ 1032 w 1032"/>
              <a:gd name="T5" fmla="*/ 1350 h 1378"/>
              <a:gd name="T6" fmla="*/ 1032 w 1032"/>
              <a:gd name="T7" fmla="*/ 1015 h 1378"/>
              <a:gd name="T8" fmla="*/ 876 w 1032"/>
              <a:gd name="T9" fmla="*/ 1052 h 1378"/>
              <a:gd name="T10" fmla="*/ 686 w 1032"/>
              <a:gd name="T11" fmla="*/ 862 h 1378"/>
              <a:gd name="T12" fmla="*/ 876 w 1032"/>
              <a:gd name="T13" fmla="*/ 672 h 1378"/>
              <a:gd name="T14" fmla="*/ 1032 w 1032"/>
              <a:gd name="T15" fmla="*/ 709 h 1378"/>
              <a:gd name="T16" fmla="*/ 1032 w 1032"/>
              <a:gd name="T17" fmla="*/ 374 h 1378"/>
              <a:gd name="T18" fmla="*/ 1004 w 1032"/>
              <a:gd name="T19" fmla="*/ 346 h 1378"/>
              <a:gd name="T20" fmla="*/ 621 w 1032"/>
              <a:gd name="T21" fmla="*/ 346 h 1378"/>
              <a:gd name="T22" fmla="*/ 675 w 1032"/>
              <a:gd name="T23" fmla="*/ 159 h 1378"/>
              <a:gd name="T24" fmla="*/ 516 w 1032"/>
              <a:gd name="T25" fmla="*/ 0 h 1378"/>
              <a:gd name="T26" fmla="*/ 357 w 1032"/>
              <a:gd name="T27" fmla="*/ 159 h 1378"/>
              <a:gd name="T28" fmla="*/ 411 w 1032"/>
              <a:gd name="T29" fmla="*/ 346 h 1378"/>
              <a:gd name="T30" fmla="*/ 28 w 1032"/>
              <a:gd name="T31" fmla="*/ 346 h 1378"/>
              <a:gd name="T32" fmla="*/ 0 w 1032"/>
              <a:gd name="T33" fmla="*/ 374 h 1378"/>
              <a:gd name="T34" fmla="*/ 0 w 1032"/>
              <a:gd name="T35" fmla="*/ 1350 h 1378"/>
              <a:gd name="T36" fmla="*/ 28 w 1032"/>
              <a:gd name="T37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2" h="1378">
                <a:moveTo>
                  <a:pt x="28" y="1378"/>
                </a:moveTo>
                <a:cubicBezTo>
                  <a:pt x="1004" y="1378"/>
                  <a:pt x="1004" y="1378"/>
                  <a:pt x="1004" y="1378"/>
                </a:cubicBezTo>
                <a:cubicBezTo>
                  <a:pt x="1019" y="1378"/>
                  <a:pt x="1032" y="1365"/>
                  <a:pt x="1032" y="1350"/>
                </a:cubicBezTo>
                <a:cubicBezTo>
                  <a:pt x="1032" y="1015"/>
                  <a:pt x="1032" y="1015"/>
                  <a:pt x="1032" y="1015"/>
                </a:cubicBezTo>
                <a:cubicBezTo>
                  <a:pt x="977" y="1038"/>
                  <a:pt x="919" y="1052"/>
                  <a:pt x="876" y="1052"/>
                </a:cubicBezTo>
                <a:cubicBezTo>
                  <a:pt x="771" y="1052"/>
                  <a:pt x="686" y="967"/>
                  <a:pt x="686" y="862"/>
                </a:cubicBezTo>
                <a:cubicBezTo>
                  <a:pt x="686" y="757"/>
                  <a:pt x="771" y="672"/>
                  <a:pt x="876" y="672"/>
                </a:cubicBezTo>
                <a:cubicBezTo>
                  <a:pt x="919" y="672"/>
                  <a:pt x="977" y="686"/>
                  <a:pt x="1032" y="709"/>
                </a:cubicBezTo>
                <a:cubicBezTo>
                  <a:pt x="1032" y="374"/>
                  <a:pt x="1032" y="374"/>
                  <a:pt x="1032" y="374"/>
                </a:cubicBezTo>
                <a:cubicBezTo>
                  <a:pt x="1032" y="358"/>
                  <a:pt x="1019" y="346"/>
                  <a:pt x="1004" y="346"/>
                </a:cubicBezTo>
                <a:cubicBezTo>
                  <a:pt x="621" y="346"/>
                  <a:pt x="621" y="346"/>
                  <a:pt x="621" y="346"/>
                </a:cubicBezTo>
                <a:cubicBezTo>
                  <a:pt x="654" y="284"/>
                  <a:pt x="675" y="207"/>
                  <a:pt x="675" y="159"/>
                </a:cubicBezTo>
                <a:cubicBezTo>
                  <a:pt x="675" y="71"/>
                  <a:pt x="604" y="0"/>
                  <a:pt x="516" y="0"/>
                </a:cubicBezTo>
                <a:cubicBezTo>
                  <a:pt x="428" y="0"/>
                  <a:pt x="357" y="71"/>
                  <a:pt x="357" y="159"/>
                </a:cubicBezTo>
                <a:cubicBezTo>
                  <a:pt x="357" y="207"/>
                  <a:pt x="378" y="284"/>
                  <a:pt x="411" y="346"/>
                </a:cubicBezTo>
                <a:cubicBezTo>
                  <a:pt x="28" y="346"/>
                  <a:pt x="28" y="346"/>
                  <a:pt x="28" y="346"/>
                </a:cubicBezTo>
                <a:cubicBezTo>
                  <a:pt x="12" y="346"/>
                  <a:pt x="0" y="358"/>
                  <a:pt x="0" y="374"/>
                </a:cubicBezTo>
                <a:cubicBezTo>
                  <a:pt x="0" y="1350"/>
                  <a:pt x="0" y="1350"/>
                  <a:pt x="0" y="1350"/>
                </a:cubicBezTo>
                <a:cubicBezTo>
                  <a:pt x="0" y="1365"/>
                  <a:pt x="12" y="1378"/>
                  <a:pt x="28" y="137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Freeform 6">
            <a:extLst>
              <a:ext uri="{FF2B5EF4-FFF2-40B4-BE49-F238E27FC236}">
                <a16:creationId xmlns:a16="http://schemas.microsoft.com/office/drawing/2014/main" id="{9CF79BD4-E68E-4D61-A8D2-F9CD801B4710}"/>
              </a:ext>
            </a:extLst>
          </p:cNvPr>
          <p:cNvSpPr>
            <a:spLocks/>
          </p:cNvSpPr>
          <p:nvPr/>
        </p:nvSpPr>
        <p:spPr bwMode="auto">
          <a:xfrm rot="268775">
            <a:off x="7976086" y="4723345"/>
            <a:ext cx="1151937" cy="689030"/>
          </a:xfrm>
          <a:custGeom>
            <a:avLst/>
            <a:gdLst>
              <a:gd name="T0" fmla="*/ 1378 w 1724"/>
              <a:gd name="T1" fmla="*/ 1004 h 1032"/>
              <a:gd name="T2" fmla="*/ 1378 w 1724"/>
              <a:gd name="T3" fmla="*/ 621 h 1032"/>
              <a:gd name="T4" fmla="*/ 1565 w 1724"/>
              <a:gd name="T5" fmla="*/ 675 h 1032"/>
              <a:gd name="T6" fmla="*/ 1724 w 1724"/>
              <a:gd name="T7" fmla="*/ 516 h 1032"/>
              <a:gd name="T8" fmla="*/ 1565 w 1724"/>
              <a:gd name="T9" fmla="*/ 357 h 1032"/>
              <a:gd name="T10" fmla="*/ 1378 w 1724"/>
              <a:gd name="T11" fmla="*/ 411 h 1032"/>
              <a:gd name="T12" fmla="*/ 1378 w 1724"/>
              <a:gd name="T13" fmla="*/ 28 h 1032"/>
              <a:gd name="T14" fmla="*/ 1350 w 1724"/>
              <a:gd name="T15" fmla="*/ 0 h 1032"/>
              <a:gd name="T16" fmla="*/ 1015 w 1724"/>
              <a:gd name="T17" fmla="*/ 0 h 1032"/>
              <a:gd name="T18" fmla="*/ 1052 w 1724"/>
              <a:gd name="T19" fmla="*/ 155 h 1032"/>
              <a:gd name="T20" fmla="*/ 862 w 1724"/>
              <a:gd name="T21" fmla="*/ 346 h 1032"/>
              <a:gd name="T22" fmla="*/ 672 w 1724"/>
              <a:gd name="T23" fmla="*/ 155 h 1032"/>
              <a:gd name="T24" fmla="*/ 709 w 1724"/>
              <a:gd name="T25" fmla="*/ 0 h 1032"/>
              <a:gd name="T26" fmla="*/ 374 w 1724"/>
              <a:gd name="T27" fmla="*/ 0 h 1032"/>
              <a:gd name="T28" fmla="*/ 346 w 1724"/>
              <a:gd name="T29" fmla="*/ 28 h 1032"/>
              <a:gd name="T30" fmla="*/ 346 w 1724"/>
              <a:gd name="T31" fmla="*/ 411 h 1032"/>
              <a:gd name="T32" fmla="*/ 159 w 1724"/>
              <a:gd name="T33" fmla="*/ 357 h 1032"/>
              <a:gd name="T34" fmla="*/ 0 w 1724"/>
              <a:gd name="T35" fmla="*/ 516 h 1032"/>
              <a:gd name="T36" fmla="*/ 159 w 1724"/>
              <a:gd name="T37" fmla="*/ 675 h 1032"/>
              <a:gd name="T38" fmla="*/ 346 w 1724"/>
              <a:gd name="T39" fmla="*/ 621 h 1032"/>
              <a:gd name="T40" fmla="*/ 346 w 1724"/>
              <a:gd name="T41" fmla="*/ 1004 h 1032"/>
              <a:gd name="T42" fmla="*/ 374 w 1724"/>
              <a:gd name="T43" fmla="*/ 1032 h 1032"/>
              <a:gd name="T44" fmla="*/ 1350 w 1724"/>
              <a:gd name="T45" fmla="*/ 1032 h 1032"/>
              <a:gd name="T46" fmla="*/ 1378 w 1724"/>
              <a:gd name="T47" fmla="*/ 1004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724" h="1032">
                <a:moveTo>
                  <a:pt x="1378" y="1004"/>
                </a:moveTo>
                <a:cubicBezTo>
                  <a:pt x="1378" y="621"/>
                  <a:pt x="1378" y="621"/>
                  <a:pt x="1378" y="621"/>
                </a:cubicBezTo>
                <a:cubicBezTo>
                  <a:pt x="1439" y="654"/>
                  <a:pt x="1517" y="675"/>
                  <a:pt x="1565" y="675"/>
                </a:cubicBezTo>
                <a:cubicBezTo>
                  <a:pt x="1652" y="675"/>
                  <a:pt x="1724" y="604"/>
                  <a:pt x="1724" y="516"/>
                </a:cubicBezTo>
                <a:cubicBezTo>
                  <a:pt x="1724" y="428"/>
                  <a:pt x="1652" y="357"/>
                  <a:pt x="1565" y="357"/>
                </a:cubicBezTo>
                <a:cubicBezTo>
                  <a:pt x="1517" y="357"/>
                  <a:pt x="1439" y="378"/>
                  <a:pt x="1378" y="411"/>
                </a:cubicBezTo>
                <a:cubicBezTo>
                  <a:pt x="1378" y="28"/>
                  <a:pt x="1378" y="28"/>
                  <a:pt x="1378" y="28"/>
                </a:cubicBezTo>
                <a:cubicBezTo>
                  <a:pt x="1378" y="12"/>
                  <a:pt x="1365" y="0"/>
                  <a:pt x="1350" y="0"/>
                </a:cubicBezTo>
                <a:cubicBezTo>
                  <a:pt x="1015" y="0"/>
                  <a:pt x="1015" y="0"/>
                  <a:pt x="1015" y="0"/>
                </a:cubicBezTo>
                <a:cubicBezTo>
                  <a:pt x="1038" y="55"/>
                  <a:pt x="1052" y="113"/>
                  <a:pt x="1052" y="155"/>
                </a:cubicBezTo>
                <a:cubicBezTo>
                  <a:pt x="1052" y="260"/>
                  <a:pt x="967" y="346"/>
                  <a:pt x="862" y="346"/>
                </a:cubicBezTo>
                <a:cubicBezTo>
                  <a:pt x="757" y="346"/>
                  <a:pt x="672" y="260"/>
                  <a:pt x="672" y="155"/>
                </a:cubicBezTo>
                <a:cubicBezTo>
                  <a:pt x="672" y="113"/>
                  <a:pt x="686" y="55"/>
                  <a:pt x="709" y="0"/>
                </a:cubicBezTo>
                <a:cubicBezTo>
                  <a:pt x="374" y="0"/>
                  <a:pt x="374" y="0"/>
                  <a:pt x="374" y="0"/>
                </a:cubicBezTo>
                <a:cubicBezTo>
                  <a:pt x="358" y="0"/>
                  <a:pt x="346" y="12"/>
                  <a:pt x="346" y="28"/>
                </a:cubicBezTo>
                <a:cubicBezTo>
                  <a:pt x="346" y="411"/>
                  <a:pt x="346" y="411"/>
                  <a:pt x="346" y="411"/>
                </a:cubicBezTo>
                <a:cubicBezTo>
                  <a:pt x="284" y="378"/>
                  <a:pt x="206" y="357"/>
                  <a:pt x="159" y="357"/>
                </a:cubicBezTo>
                <a:cubicBezTo>
                  <a:pt x="71" y="357"/>
                  <a:pt x="0" y="428"/>
                  <a:pt x="0" y="516"/>
                </a:cubicBezTo>
                <a:cubicBezTo>
                  <a:pt x="0" y="604"/>
                  <a:pt x="71" y="675"/>
                  <a:pt x="159" y="675"/>
                </a:cubicBezTo>
                <a:cubicBezTo>
                  <a:pt x="206" y="675"/>
                  <a:pt x="284" y="654"/>
                  <a:pt x="346" y="621"/>
                </a:cubicBezTo>
                <a:cubicBezTo>
                  <a:pt x="346" y="1004"/>
                  <a:pt x="346" y="1004"/>
                  <a:pt x="346" y="1004"/>
                </a:cubicBezTo>
                <a:cubicBezTo>
                  <a:pt x="346" y="1019"/>
                  <a:pt x="358" y="1032"/>
                  <a:pt x="374" y="1032"/>
                </a:cubicBezTo>
                <a:cubicBezTo>
                  <a:pt x="1350" y="1032"/>
                  <a:pt x="1350" y="1032"/>
                  <a:pt x="1350" y="1032"/>
                </a:cubicBezTo>
                <a:cubicBezTo>
                  <a:pt x="1365" y="1032"/>
                  <a:pt x="1378" y="1019"/>
                  <a:pt x="1378" y="1004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Freeform 7">
            <a:extLst>
              <a:ext uri="{FF2B5EF4-FFF2-40B4-BE49-F238E27FC236}">
                <a16:creationId xmlns:a16="http://schemas.microsoft.com/office/drawing/2014/main" id="{77C77901-46D4-4505-AA4B-F33D65191A03}"/>
              </a:ext>
            </a:extLst>
          </p:cNvPr>
          <p:cNvSpPr>
            <a:spLocks/>
          </p:cNvSpPr>
          <p:nvPr/>
        </p:nvSpPr>
        <p:spPr bwMode="auto">
          <a:xfrm>
            <a:off x="9471534" y="4622734"/>
            <a:ext cx="688445" cy="689030"/>
          </a:xfrm>
          <a:custGeom>
            <a:avLst/>
            <a:gdLst>
              <a:gd name="T0" fmla="*/ 1004 w 1032"/>
              <a:gd name="T1" fmla="*/ 0 h 1032"/>
              <a:gd name="T2" fmla="*/ 669 w 1032"/>
              <a:gd name="T3" fmla="*/ 0 h 1032"/>
              <a:gd name="T4" fmla="*/ 706 w 1032"/>
              <a:gd name="T5" fmla="*/ 156 h 1032"/>
              <a:gd name="T6" fmla="*/ 516 w 1032"/>
              <a:gd name="T7" fmla="*/ 346 h 1032"/>
              <a:gd name="T8" fmla="*/ 326 w 1032"/>
              <a:gd name="T9" fmla="*/ 156 h 1032"/>
              <a:gd name="T10" fmla="*/ 363 w 1032"/>
              <a:gd name="T11" fmla="*/ 0 h 1032"/>
              <a:gd name="T12" fmla="*/ 28 w 1032"/>
              <a:gd name="T13" fmla="*/ 0 h 1032"/>
              <a:gd name="T14" fmla="*/ 0 w 1032"/>
              <a:gd name="T15" fmla="*/ 28 h 1032"/>
              <a:gd name="T16" fmla="*/ 0 w 1032"/>
              <a:gd name="T17" fmla="*/ 363 h 1032"/>
              <a:gd name="T18" fmla="*/ 155 w 1032"/>
              <a:gd name="T19" fmla="*/ 326 h 1032"/>
              <a:gd name="T20" fmla="*/ 345 w 1032"/>
              <a:gd name="T21" fmla="*/ 516 h 1032"/>
              <a:gd name="T22" fmla="*/ 155 w 1032"/>
              <a:gd name="T23" fmla="*/ 706 h 1032"/>
              <a:gd name="T24" fmla="*/ 0 w 1032"/>
              <a:gd name="T25" fmla="*/ 669 h 1032"/>
              <a:gd name="T26" fmla="*/ 0 w 1032"/>
              <a:gd name="T27" fmla="*/ 1004 h 1032"/>
              <a:gd name="T28" fmla="*/ 28 w 1032"/>
              <a:gd name="T29" fmla="*/ 1032 h 1032"/>
              <a:gd name="T30" fmla="*/ 1004 w 1032"/>
              <a:gd name="T31" fmla="*/ 1032 h 1032"/>
              <a:gd name="T32" fmla="*/ 1032 w 1032"/>
              <a:gd name="T33" fmla="*/ 1004 h 1032"/>
              <a:gd name="T34" fmla="*/ 1032 w 1032"/>
              <a:gd name="T35" fmla="*/ 28 h 1032"/>
              <a:gd name="T36" fmla="*/ 1004 w 1032"/>
              <a:gd name="T37" fmla="*/ 0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2" h="1032">
                <a:moveTo>
                  <a:pt x="1004" y="0"/>
                </a:moveTo>
                <a:cubicBezTo>
                  <a:pt x="669" y="0"/>
                  <a:pt x="669" y="0"/>
                  <a:pt x="669" y="0"/>
                </a:cubicBezTo>
                <a:cubicBezTo>
                  <a:pt x="692" y="55"/>
                  <a:pt x="706" y="113"/>
                  <a:pt x="706" y="156"/>
                </a:cubicBezTo>
                <a:cubicBezTo>
                  <a:pt x="706" y="261"/>
                  <a:pt x="621" y="346"/>
                  <a:pt x="516" y="346"/>
                </a:cubicBezTo>
                <a:cubicBezTo>
                  <a:pt x="411" y="346"/>
                  <a:pt x="326" y="261"/>
                  <a:pt x="326" y="156"/>
                </a:cubicBezTo>
                <a:cubicBezTo>
                  <a:pt x="326" y="113"/>
                  <a:pt x="340" y="55"/>
                  <a:pt x="363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12" y="0"/>
                  <a:pt x="0" y="12"/>
                  <a:pt x="0" y="28"/>
                </a:cubicBezTo>
                <a:cubicBezTo>
                  <a:pt x="0" y="363"/>
                  <a:pt x="0" y="363"/>
                  <a:pt x="0" y="363"/>
                </a:cubicBezTo>
                <a:cubicBezTo>
                  <a:pt x="55" y="340"/>
                  <a:pt x="113" y="326"/>
                  <a:pt x="155" y="326"/>
                </a:cubicBezTo>
                <a:cubicBezTo>
                  <a:pt x="260" y="326"/>
                  <a:pt x="345" y="411"/>
                  <a:pt x="345" y="516"/>
                </a:cubicBezTo>
                <a:cubicBezTo>
                  <a:pt x="345" y="621"/>
                  <a:pt x="260" y="706"/>
                  <a:pt x="155" y="706"/>
                </a:cubicBezTo>
                <a:cubicBezTo>
                  <a:pt x="113" y="706"/>
                  <a:pt x="55" y="692"/>
                  <a:pt x="0" y="669"/>
                </a:cubicBezTo>
                <a:cubicBezTo>
                  <a:pt x="0" y="1004"/>
                  <a:pt x="0" y="1004"/>
                  <a:pt x="0" y="1004"/>
                </a:cubicBezTo>
                <a:cubicBezTo>
                  <a:pt x="0" y="1019"/>
                  <a:pt x="12" y="1032"/>
                  <a:pt x="28" y="1032"/>
                </a:cubicBezTo>
                <a:cubicBezTo>
                  <a:pt x="1004" y="1032"/>
                  <a:pt x="1004" y="1032"/>
                  <a:pt x="1004" y="1032"/>
                </a:cubicBezTo>
                <a:cubicBezTo>
                  <a:pt x="1019" y="1032"/>
                  <a:pt x="1032" y="1019"/>
                  <a:pt x="1032" y="1004"/>
                </a:cubicBezTo>
                <a:cubicBezTo>
                  <a:pt x="1032" y="28"/>
                  <a:pt x="1032" y="28"/>
                  <a:pt x="1032" y="28"/>
                </a:cubicBezTo>
                <a:cubicBezTo>
                  <a:pt x="1032" y="12"/>
                  <a:pt x="1019" y="0"/>
                  <a:pt x="1004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Freeform 8">
            <a:extLst>
              <a:ext uri="{FF2B5EF4-FFF2-40B4-BE49-F238E27FC236}">
                <a16:creationId xmlns:a16="http://schemas.microsoft.com/office/drawing/2014/main" id="{F03D5229-455A-4A1D-BC35-043438362832}"/>
              </a:ext>
            </a:extLst>
          </p:cNvPr>
          <p:cNvSpPr>
            <a:spLocks/>
          </p:cNvSpPr>
          <p:nvPr/>
        </p:nvSpPr>
        <p:spPr bwMode="auto">
          <a:xfrm rot="567268">
            <a:off x="6938593" y="2043362"/>
            <a:ext cx="688445" cy="689030"/>
          </a:xfrm>
          <a:custGeom>
            <a:avLst/>
            <a:gdLst>
              <a:gd name="T0" fmla="*/ 28 w 1032"/>
              <a:gd name="T1" fmla="*/ 1032 h 1032"/>
              <a:gd name="T2" fmla="*/ 363 w 1032"/>
              <a:gd name="T3" fmla="*/ 1032 h 1032"/>
              <a:gd name="T4" fmla="*/ 326 w 1032"/>
              <a:gd name="T5" fmla="*/ 876 h 1032"/>
              <a:gd name="T6" fmla="*/ 516 w 1032"/>
              <a:gd name="T7" fmla="*/ 686 h 1032"/>
              <a:gd name="T8" fmla="*/ 706 w 1032"/>
              <a:gd name="T9" fmla="*/ 876 h 1032"/>
              <a:gd name="T10" fmla="*/ 669 w 1032"/>
              <a:gd name="T11" fmla="*/ 1032 h 1032"/>
              <a:gd name="T12" fmla="*/ 1004 w 1032"/>
              <a:gd name="T13" fmla="*/ 1032 h 1032"/>
              <a:gd name="T14" fmla="*/ 1032 w 1032"/>
              <a:gd name="T15" fmla="*/ 1004 h 1032"/>
              <a:gd name="T16" fmla="*/ 1032 w 1032"/>
              <a:gd name="T17" fmla="*/ 669 h 1032"/>
              <a:gd name="T18" fmla="*/ 876 w 1032"/>
              <a:gd name="T19" fmla="*/ 706 h 1032"/>
              <a:gd name="T20" fmla="*/ 686 w 1032"/>
              <a:gd name="T21" fmla="*/ 516 h 1032"/>
              <a:gd name="T22" fmla="*/ 876 w 1032"/>
              <a:gd name="T23" fmla="*/ 326 h 1032"/>
              <a:gd name="T24" fmla="*/ 1032 w 1032"/>
              <a:gd name="T25" fmla="*/ 363 h 1032"/>
              <a:gd name="T26" fmla="*/ 1032 w 1032"/>
              <a:gd name="T27" fmla="*/ 28 h 1032"/>
              <a:gd name="T28" fmla="*/ 1004 w 1032"/>
              <a:gd name="T29" fmla="*/ 0 h 1032"/>
              <a:gd name="T30" fmla="*/ 28 w 1032"/>
              <a:gd name="T31" fmla="*/ 0 h 1032"/>
              <a:gd name="T32" fmla="*/ 0 w 1032"/>
              <a:gd name="T33" fmla="*/ 28 h 1032"/>
              <a:gd name="T34" fmla="*/ 0 w 1032"/>
              <a:gd name="T35" fmla="*/ 1004 h 1032"/>
              <a:gd name="T36" fmla="*/ 28 w 1032"/>
              <a:gd name="T37" fmla="*/ 1032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2" h="1032">
                <a:moveTo>
                  <a:pt x="28" y="1032"/>
                </a:moveTo>
                <a:cubicBezTo>
                  <a:pt x="363" y="1032"/>
                  <a:pt x="363" y="1032"/>
                  <a:pt x="363" y="1032"/>
                </a:cubicBezTo>
                <a:cubicBezTo>
                  <a:pt x="340" y="977"/>
                  <a:pt x="326" y="918"/>
                  <a:pt x="326" y="876"/>
                </a:cubicBezTo>
                <a:cubicBezTo>
                  <a:pt x="326" y="771"/>
                  <a:pt x="411" y="686"/>
                  <a:pt x="516" y="686"/>
                </a:cubicBezTo>
                <a:cubicBezTo>
                  <a:pt x="621" y="686"/>
                  <a:pt x="706" y="771"/>
                  <a:pt x="706" y="876"/>
                </a:cubicBezTo>
                <a:cubicBezTo>
                  <a:pt x="706" y="918"/>
                  <a:pt x="692" y="977"/>
                  <a:pt x="669" y="1032"/>
                </a:cubicBezTo>
                <a:cubicBezTo>
                  <a:pt x="1004" y="1032"/>
                  <a:pt x="1004" y="1032"/>
                  <a:pt x="1004" y="1032"/>
                </a:cubicBezTo>
                <a:cubicBezTo>
                  <a:pt x="1019" y="1032"/>
                  <a:pt x="1032" y="1019"/>
                  <a:pt x="1032" y="1004"/>
                </a:cubicBezTo>
                <a:cubicBezTo>
                  <a:pt x="1032" y="669"/>
                  <a:pt x="1032" y="669"/>
                  <a:pt x="1032" y="669"/>
                </a:cubicBezTo>
                <a:cubicBezTo>
                  <a:pt x="977" y="692"/>
                  <a:pt x="918" y="706"/>
                  <a:pt x="876" y="706"/>
                </a:cubicBezTo>
                <a:cubicBezTo>
                  <a:pt x="771" y="706"/>
                  <a:pt x="686" y="621"/>
                  <a:pt x="686" y="516"/>
                </a:cubicBezTo>
                <a:cubicBezTo>
                  <a:pt x="686" y="411"/>
                  <a:pt x="771" y="326"/>
                  <a:pt x="876" y="326"/>
                </a:cubicBezTo>
                <a:cubicBezTo>
                  <a:pt x="918" y="326"/>
                  <a:pt x="977" y="340"/>
                  <a:pt x="1032" y="363"/>
                </a:cubicBezTo>
                <a:cubicBezTo>
                  <a:pt x="1032" y="28"/>
                  <a:pt x="1032" y="28"/>
                  <a:pt x="1032" y="28"/>
                </a:cubicBezTo>
                <a:cubicBezTo>
                  <a:pt x="1032" y="13"/>
                  <a:pt x="1019" y="0"/>
                  <a:pt x="1004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12" y="0"/>
                  <a:pt x="0" y="13"/>
                  <a:pt x="0" y="28"/>
                </a:cubicBezTo>
                <a:cubicBezTo>
                  <a:pt x="0" y="1004"/>
                  <a:pt x="0" y="1004"/>
                  <a:pt x="0" y="1004"/>
                </a:cubicBezTo>
                <a:cubicBezTo>
                  <a:pt x="0" y="1019"/>
                  <a:pt x="12" y="1032"/>
                  <a:pt x="28" y="103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reeform 9">
            <a:extLst>
              <a:ext uri="{FF2B5EF4-FFF2-40B4-BE49-F238E27FC236}">
                <a16:creationId xmlns:a16="http://schemas.microsoft.com/office/drawing/2014/main" id="{01A5714C-9C88-41E7-BE53-7B1AEA984C53}"/>
              </a:ext>
            </a:extLst>
          </p:cNvPr>
          <p:cNvSpPr>
            <a:spLocks/>
          </p:cNvSpPr>
          <p:nvPr/>
        </p:nvSpPr>
        <p:spPr bwMode="auto">
          <a:xfrm rot="1688960">
            <a:off x="9233353" y="3208913"/>
            <a:ext cx="919436" cy="920471"/>
          </a:xfrm>
          <a:custGeom>
            <a:avLst/>
            <a:gdLst>
              <a:gd name="T0" fmla="*/ 1377 w 1378"/>
              <a:gd name="T1" fmla="*/ 22 h 1378"/>
              <a:gd name="T2" fmla="*/ 1374 w 1378"/>
              <a:gd name="T3" fmla="*/ 15 h 1378"/>
              <a:gd name="T4" fmla="*/ 1373 w 1378"/>
              <a:gd name="T5" fmla="*/ 12 h 1378"/>
              <a:gd name="T6" fmla="*/ 1353 w 1378"/>
              <a:gd name="T7" fmla="*/ 0 h 1378"/>
              <a:gd name="T8" fmla="*/ 1350 w 1378"/>
              <a:gd name="T9" fmla="*/ 0 h 1378"/>
              <a:gd name="T10" fmla="*/ 1015 w 1378"/>
              <a:gd name="T11" fmla="*/ 0 h 1378"/>
              <a:gd name="T12" fmla="*/ 1052 w 1378"/>
              <a:gd name="T13" fmla="*/ 156 h 1378"/>
              <a:gd name="T14" fmla="*/ 862 w 1378"/>
              <a:gd name="T15" fmla="*/ 346 h 1378"/>
              <a:gd name="T16" fmla="*/ 672 w 1378"/>
              <a:gd name="T17" fmla="*/ 156 h 1378"/>
              <a:gd name="T18" fmla="*/ 709 w 1378"/>
              <a:gd name="T19" fmla="*/ 0 h 1378"/>
              <a:gd name="T20" fmla="*/ 374 w 1378"/>
              <a:gd name="T21" fmla="*/ 0 h 1378"/>
              <a:gd name="T22" fmla="*/ 346 w 1378"/>
              <a:gd name="T23" fmla="*/ 28 h 1378"/>
              <a:gd name="T24" fmla="*/ 346 w 1378"/>
              <a:gd name="T25" fmla="*/ 411 h 1378"/>
              <a:gd name="T26" fmla="*/ 159 w 1378"/>
              <a:gd name="T27" fmla="*/ 357 h 1378"/>
              <a:gd name="T28" fmla="*/ 0 w 1378"/>
              <a:gd name="T29" fmla="*/ 516 h 1378"/>
              <a:gd name="T30" fmla="*/ 159 w 1378"/>
              <a:gd name="T31" fmla="*/ 675 h 1378"/>
              <a:gd name="T32" fmla="*/ 346 w 1378"/>
              <a:gd name="T33" fmla="*/ 621 h 1378"/>
              <a:gd name="T34" fmla="*/ 346 w 1378"/>
              <a:gd name="T35" fmla="*/ 1004 h 1378"/>
              <a:gd name="T36" fmla="*/ 346 w 1378"/>
              <a:gd name="T37" fmla="*/ 1007 h 1378"/>
              <a:gd name="T38" fmla="*/ 358 w 1378"/>
              <a:gd name="T39" fmla="*/ 1027 h 1378"/>
              <a:gd name="T40" fmla="*/ 360 w 1378"/>
              <a:gd name="T41" fmla="*/ 1028 h 1378"/>
              <a:gd name="T42" fmla="*/ 368 w 1378"/>
              <a:gd name="T43" fmla="*/ 1031 h 1378"/>
              <a:gd name="T44" fmla="*/ 374 w 1378"/>
              <a:gd name="T45" fmla="*/ 1032 h 1378"/>
              <a:gd name="T46" fmla="*/ 757 w 1378"/>
              <a:gd name="T47" fmla="*/ 1032 h 1378"/>
              <a:gd name="T48" fmla="*/ 703 w 1378"/>
              <a:gd name="T49" fmla="*/ 1219 h 1378"/>
              <a:gd name="T50" fmla="*/ 862 w 1378"/>
              <a:gd name="T51" fmla="*/ 1378 h 1378"/>
              <a:gd name="T52" fmla="*/ 1021 w 1378"/>
              <a:gd name="T53" fmla="*/ 1219 h 1378"/>
              <a:gd name="T54" fmla="*/ 967 w 1378"/>
              <a:gd name="T55" fmla="*/ 1032 h 1378"/>
              <a:gd name="T56" fmla="*/ 1350 w 1378"/>
              <a:gd name="T57" fmla="*/ 1032 h 1378"/>
              <a:gd name="T58" fmla="*/ 1353 w 1378"/>
              <a:gd name="T59" fmla="*/ 1032 h 1378"/>
              <a:gd name="T60" fmla="*/ 1356 w 1378"/>
              <a:gd name="T61" fmla="*/ 1031 h 1378"/>
              <a:gd name="T62" fmla="*/ 1362 w 1378"/>
              <a:gd name="T63" fmla="*/ 1029 h 1378"/>
              <a:gd name="T64" fmla="*/ 1367 w 1378"/>
              <a:gd name="T65" fmla="*/ 1026 h 1378"/>
              <a:gd name="T66" fmla="*/ 1370 w 1378"/>
              <a:gd name="T67" fmla="*/ 1024 h 1378"/>
              <a:gd name="T68" fmla="*/ 1372 w 1378"/>
              <a:gd name="T69" fmla="*/ 1021 h 1378"/>
              <a:gd name="T70" fmla="*/ 1375 w 1378"/>
              <a:gd name="T71" fmla="*/ 1016 h 1378"/>
              <a:gd name="T72" fmla="*/ 1377 w 1378"/>
              <a:gd name="T73" fmla="*/ 1010 h 1378"/>
              <a:gd name="T74" fmla="*/ 1378 w 1378"/>
              <a:gd name="T75" fmla="*/ 1007 h 1378"/>
              <a:gd name="T76" fmla="*/ 1378 w 1378"/>
              <a:gd name="T77" fmla="*/ 1004 h 1378"/>
              <a:gd name="T78" fmla="*/ 1378 w 1378"/>
              <a:gd name="T79" fmla="*/ 28 h 1378"/>
              <a:gd name="T80" fmla="*/ 1377 w 1378"/>
              <a:gd name="T81" fmla="*/ 22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78" h="1378">
                <a:moveTo>
                  <a:pt x="1377" y="22"/>
                </a:moveTo>
                <a:cubicBezTo>
                  <a:pt x="1377" y="20"/>
                  <a:pt x="1376" y="17"/>
                  <a:pt x="1374" y="15"/>
                </a:cubicBezTo>
                <a:cubicBezTo>
                  <a:pt x="1374" y="14"/>
                  <a:pt x="1373" y="13"/>
                  <a:pt x="1373" y="12"/>
                </a:cubicBezTo>
                <a:cubicBezTo>
                  <a:pt x="1368" y="6"/>
                  <a:pt x="1361" y="1"/>
                  <a:pt x="1353" y="0"/>
                </a:cubicBezTo>
                <a:cubicBezTo>
                  <a:pt x="1352" y="0"/>
                  <a:pt x="1351" y="0"/>
                  <a:pt x="1350" y="0"/>
                </a:cubicBezTo>
                <a:cubicBezTo>
                  <a:pt x="1015" y="0"/>
                  <a:pt x="1015" y="0"/>
                  <a:pt x="1015" y="0"/>
                </a:cubicBezTo>
                <a:cubicBezTo>
                  <a:pt x="1038" y="55"/>
                  <a:pt x="1052" y="113"/>
                  <a:pt x="1052" y="156"/>
                </a:cubicBezTo>
                <a:cubicBezTo>
                  <a:pt x="1052" y="261"/>
                  <a:pt x="967" y="346"/>
                  <a:pt x="862" y="346"/>
                </a:cubicBezTo>
                <a:cubicBezTo>
                  <a:pt x="757" y="346"/>
                  <a:pt x="672" y="261"/>
                  <a:pt x="672" y="156"/>
                </a:cubicBezTo>
                <a:cubicBezTo>
                  <a:pt x="672" y="113"/>
                  <a:pt x="686" y="55"/>
                  <a:pt x="709" y="0"/>
                </a:cubicBezTo>
                <a:cubicBezTo>
                  <a:pt x="374" y="0"/>
                  <a:pt x="374" y="0"/>
                  <a:pt x="374" y="0"/>
                </a:cubicBezTo>
                <a:cubicBezTo>
                  <a:pt x="358" y="0"/>
                  <a:pt x="346" y="12"/>
                  <a:pt x="346" y="28"/>
                </a:cubicBezTo>
                <a:cubicBezTo>
                  <a:pt x="346" y="411"/>
                  <a:pt x="346" y="411"/>
                  <a:pt x="346" y="411"/>
                </a:cubicBezTo>
                <a:cubicBezTo>
                  <a:pt x="284" y="378"/>
                  <a:pt x="206" y="357"/>
                  <a:pt x="159" y="357"/>
                </a:cubicBezTo>
                <a:cubicBezTo>
                  <a:pt x="71" y="357"/>
                  <a:pt x="0" y="428"/>
                  <a:pt x="0" y="516"/>
                </a:cubicBezTo>
                <a:cubicBezTo>
                  <a:pt x="0" y="604"/>
                  <a:pt x="71" y="675"/>
                  <a:pt x="159" y="675"/>
                </a:cubicBezTo>
                <a:cubicBezTo>
                  <a:pt x="206" y="675"/>
                  <a:pt x="284" y="654"/>
                  <a:pt x="346" y="621"/>
                </a:cubicBezTo>
                <a:cubicBezTo>
                  <a:pt x="346" y="1004"/>
                  <a:pt x="346" y="1004"/>
                  <a:pt x="346" y="1004"/>
                </a:cubicBezTo>
                <a:cubicBezTo>
                  <a:pt x="346" y="1005"/>
                  <a:pt x="346" y="1006"/>
                  <a:pt x="346" y="1007"/>
                </a:cubicBezTo>
                <a:cubicBezTo>
                  <a:pt x="347" y="1015"/>
                  <a:pt x="351" y="1023"/>
                  <a:pt x="358" y="1027"/>
                </a:cubicBezTo>
                <a:cubicBezTo>
                  <a:pt x="359" y="1028"/>
                  <a:pt x="360" y="1028"/>
                  <a:pt x="360" y="1028"/>
                </a:cubicBezTo>
                <a:cubicBezTo>
                  <a:pt x="363" y="1030"/>
                  <a:pt x="365" y="1031"/>
                  <a:pt x="368" y="1031"/>
                </a:cubicBezTo>
                <a:cubicBezTo>
                  <a:pt x="370" y="1032"/>
                  <a:pt x="372" y="1032"/>
                  <a:pt x="374" y="1032"/>
                </a:cubicBezTo>
                <a:cubicBezTo>
                  <a:pt x="757" y="1032"/>
                  <a:pt x="757" y="1032"/>
                  <a:pt x="757" y="1032"/>
                </a:cubicBezTo>
                <a:cubicBezTo>
                  <a:pt x="724" y="1093"/>
                  <a:pt x="703" y="1171"/>
                  <a:pt x="703" y="1219"/>
                </a:cubicBezTo>
                <a:cubicBezTo>
                  <a:pt x="703" y="1307"/>
                  <a:pt x="774" y="1378"/>
                  <a:pt x="862" y="1378"/>
                </a:cubicBezTo>
                <a:cubicBezTo>
                  <a:pt x="950" y="1378"/>
                  <a:pt x="1021" y="1307"/>
                  <a:pt x="1021" y="1219"/>
                </a:cubicBezTo>
                <a:cubicBezTo>
                  <a:pt x="1021" y="1171"/>
                  <a:pt x="1000" y="1093"/>
                  <a:pt x="967" y="1032"/>
                </a:cubicBezTo>
                <a:cubicBezTo>
                  <a:pt x="1350" y="1032"/>
                  <a:pt x="1350" y="1032"/>
                  <a:pt x="1350" y="1032"/>
                </a:cubicBezTo>
                <a:cubicBezTo>
                  <a:pt x="1351" y="1032"/>
                  <a:pt x="1352" y="1032"/>
                  <a:pt x="1353" y="1032"/>
                </a:cubicBezTo>
                <a:cubicBezTo>
                  <a:pt x="1354" y="1032"/>
                  <a:pt x="1355" y="1031"/>
                  <a:pt x="1356" y="1031"/>
                </a:cubicBezTo>
                <a:cubicBezTo>
                  <a:pt x="1358" y="1031"/>
                  <a:pt x="1360" y="1030"/>
                  <a:pt x="1362" y="1029"/>
                </a:cubicBezTo>
                <a:cubicBezTo>
                  <a:pt x="1364" y="1028"/>
                  <a:pt x="1365" y="1027"/>
                  <a:pt x="1367" y="1026"/>
                </a:cubicBezTo>
                <a:cubicBezTo>
                  <a:pt x="1368" y="1025"/>
                  <a:pt x="1369" y="1024"/>
                  <a:pt x="1370" y="1024"/>
                </a:cubicBezTo>
                <a:cubicBezTo>
                  <a:pt x="1370" y="1023"/>
                  <a:pt x="1371" y="1022"/>
                  <a:pt x="1372" y="1021"/>
                </a:cubicBezTo>
                <a:cubicBezTo>
                  <a:pt x="1373" y="1020"/>
                  <a:pt x="1374" y="1018"/>
                  <a:pt x="1375" y="1016"/>
                </a:cubicBezTo>
                <a:cubicBezTo>
                  <a:pt x="1376" y="1014"/>
                  <a:pt x="1377" y="1012"/>
                  <a:pt x="1377" y="1010"/>
                </a:cubicBezTo>
                <a:cubicBezTo>
                  <a:pt x="1377" y="1009"/>
                  <a:pt x="1377" y="1008"/>
                  <a:pt x="1378" y="1007"/>
                </a:cubicBezTo>
                <a:cubicBezTo>
                  <a:pt x="1378" y="1006"/>
                  <a:pt x="1378" y="1005"/>
                  <a:pt x="1378" y="1004"/>
                </a:cubicBezTo>
                <a:cubicBezTo>
                  <a:pt x="1378" y="28"/>
                  <a:pt x="1378" y="28"/>
                  <a:pt x="1378" y="28"/>
                </a:cubicBezTo>
                <a:cubicBezTo>
                  <a:pt x="1378" y="26"/>
                  <a:pt x="1378" y="24"/>
                  <a:pt x="1377" y="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reeform 10">
            <a:extLst>
              <a:ext uri="{FF2B5EF4-FFF2-40B4-BE49-F238E27FC236}">
                <a16:creationId xmlns:a16="http://schemas.microsoft.com/office/drawing/2014/main" id="{D1494C33-65A4-4BBD-B672-BDD925A6A283}"/>
              </a:ext>
            </a:extLst>
          </p:cNvPr>
          <p:cNvSpPr>
            <a:spLocks/>
          </p:cNvSpPr>
          <p:nvPr/>
        </p:nvSpPr>
        <p:spPr bwMode="auto">
          <a:xfrm>
            <a:off x="7971783" y="1889534"/>
            <a:ext cx="920946" cy="920471"/>
          </a:xfrm>
          <a:custGeom>
            <a:avLst/>
            <a:gdLst>
              <a:gd name="T0" fmla="*/ 1355 w 1378"/>
              <a:gd name="T1" fmla="*/ 0 h 1378"/>
              <a:gd name="T2" fmla="*/ 1363 w 1378"/>
              <a:gd name="T3" fmla="*/ 3 h 1378"/>
              <a:gd name="T4" fmla="*/ 1365 w 1378"/>
              <a:gd name="T5" fmla="*/ 5 h 1378"/>
              <a:gd name="T6" fmla="*/ 1378 w 1378"/>
              <a:gd name="T7" fmla="*/ 25 h 1378"/>
              <a:gd name="T8" fmla="*/ 1378 w 1378"/>
              <a:gd name="T9" fmla="*/ 28 h 1378"/>
              <a:gd name="T10" fmla="*/ 1378 w 1378"/>
              <a:gd name="T11" fmla="*/ 363 h 1378"/>
              <a:gd name="T12" fmla="*/ 1222 w 1378"/>
              <a:gd name="T13" fmla="*/ 326 h 1378"/>
              <a:gd name="T14" fmla="*/ 1032 w 1378"/>
              <a:gd name="T15" fmla="*/ 516 h 1378"/>
              <a:gd name="T16" fmla="*/ 1222 w 1378"/>
              <a:gd name="T17" fmla="*/ 706 h 1378"/>
              <a:gd name="T18" fmla="*/ 1378 w 1378"/>
              <a:gd name="T19" fmla="*/ 669 h 1378"/>
              <a:gd name="T20" fmla="*/ 1378 w 1378"/>
              <a:gd name="T21" fmla="*/ 1004 h 1378"/>
              <a:gd name="T22" fmla="*/ 1350 w 1378"/>
              <a:gd name="T23" fmla="*/ 1032 h 1378"/>
              <a:gd name="T24" fmla="*/ 967 w 1378"/>
              <a:gd name="T25" fmla="*/ 1032 h 1378"/>
              <a:gd name="T26" fmla="*/ 1021 w 1378"/>
              <a:gd name="T27" fmla="*/ 1219 h 1378"/>
              <a:gd name="T28" fmla="*/ 862 w 1378"/>
              <a:gd name="T29" fmla="*/ 1378 h 1378"/>
              <a:gd name="T30" fmla="*/ 703 w 1378"/>
              <a:gd name="T31" fmla="*/ 1219 h 1378"/>
              <a:gd name="T32" fmla="*/ 757 w 1378"/>
              <a:gd name="T33" fmla="*/ 1032 h 1378"/>
              <a:gd name="T34" fmla="*/ 374 w 1378"/>
              <a:gd name="T35" fmla="*/ 1032 h 1378"/>
              <a:gd name="T36" fmla="*/ 371 w 1378"/>
              <a:gd name="T37" fmla="*/ 1032 h 1378"/>
              <a:gd name="T38" fmla="*/ 351 w 1378"/>
              <a:gd name="T39" fmla="*/ 1019 h 1378"/>
              <a:gd name="T40" fmla="*/ 349 w 1378"/>
              <a:gd name="T41" fmla="*/ 1017 h 1378"/>
              <a:gd name="T42" fmla="*/ 346 w 1378"/>
              <a:gd name="T43" fmla="*/ 1009 h 1378"/>
              <a:gd name="T44" fmla="*/ 346 w 1378"/>
              <a:gd name="T45" fmla="*/ 1004 h 1378"/>
              <a:gd name="T46" fmla="*/ 346 w 1378"/>
              <a:gd name="T47" fmla="*/ 621 h 1378"/>
              <a:gd name="T48" fmla="*/ 159 w 1378"/>
              <a:gd name="T49" fmla="*/ 675 h 1378"/>
              <a:gd name="T50" fmla="*/ 0 w 1378"/>
              <a:gd name="T51" fmla="*/ 516 h 1378"/>
              <a:gd name="T52" fmla="*/ 159 w 1378"/>
              <a:gd name="T53" fmla="*/ 357 h 1378"/>
              <a:gd name="T54" fmla="*/ 346 w 1378"/>
              <a:gd name="T55" fmla="*/ 411 h 1378"/>
              <a:gd name="T56" fmla="*/ 346 w 1378"/>
              <a:gd name="T57" fmla="*/ 28 h 1378"/>
              <a:gd name="T58" fmla="*/ 346 w 1378"/>
              <a:gd name="T59" fmla="*/ 25 h 1378"/>
              <a:gd name="T60" fmla="*/ 347 w 1378"/>
              <a:gd name="T61" fmla="*/ 22 h 1378"/>
              <a:gd name="T62" fmla="*/ 349 w 1378"/>
              <a:gd name="T63" fmla="*/ 16 h 1378"/>
              <a:gd name="T64" fmla="*/ 352 w 1378"/>
              <a:gd name="T65" fmla="*/ 11 h 1378"/>
              <a:gd name="T66" fmla="*/ 354 w 1378"/>
              <a:gd name="T67" fmla="*/ 8 h 1378"/>
              <a:gd name="T68" fmla="*/ 357 w 1378"/>
              <a:gd name="T69" fmla="*/ 6 h 1378"/>
              <a:gd name="T70" fmla="*/ 362 w 1378"/>
              <a:gd name="T71" fmla="*/ 3 h 1378"/>
              <a:gd name="T72" fmla="*/ 367 w 1378"/>
              <a:gd name="T73" fmla="*/ 1 h 1378"/>
              <a:gd name="T74" fmla="*/ 371 w 1378"/>
              <a:gd name="T75" fmla="*/ 0 h 1378"/>
              <a:gd name="T76" fmla="*/ 374 w 1378"/>
              <a:gd name="T77" fmla="*/ 0 h 1378"/>
              <a:gd name="T78" fmla="*/ 1350 w 1378"/>
              <a:gd name="T79" fmla="*/ 0 h 1378"/>
              <a:gd name="T80" fmla="*/ 1355 w 1378"/>
              <a:gd name="T81" fmla="*/ 0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78" h="1378">
                <a:moveTo>
                  <a:pt x="1355" y="0"/>
                </a:moveTo>
                <a:cubicBezTo>
                  <a:pt x="1358" y="1"/>
                  <a:pt x="1361" y="2"/>
                  <a:pt x="1363" y="3"/>
                </a:cubicBezTo>
                <a:cubicBezTo>
                  <a:pt x="1364" y="4"/>
                  <a:pt x="1365" y="4"/>
                  <a:pt x="1365" y="5"/>
                </a:cubicBezTo>
                <a:cubicBezTo>
                  <a:pt x="1372" y="9"/>
                  <a:pt x="1377" y="17"/>
                  <a:pt x="1378" y="25"/>
                </a:cubicBezTo>
                <a:cubicBezTo>
                  <a:pt x="1378" y="26"/>
                  <a:pt x="1378" y="27"/>
                  <a:pt x="1378" y="28"/>
                </a:cubicBezTo>
                <a:cubicBezTo>
                  <a:pt x="1378" y="363"/>
                  <a:pt x="1378" y="363"/>
                  <a:pt x="1378" y="363"/>
                </a:cubicBezTo>
                <a:cubicBezTo>
                  <a:pt x="1323" y="340"/>
                  <a:pt x="1264" y="326"/>
                  <a:pt x="1222" y="326"/>
                </a:cubicBezTo>
                <a:cubicBezTo>
                  <a:pt x="1117" y="326"/>
                  <a:pt x="1032" y="411"/>
                  <a:pt x="1032" y="516"/>
                </a:cubicBezTo>
                <a:cubicBezTo>
                  <a:pt x="1032" y="621"/>
                  <a:pt x="1117" y="706"/>
                  <a:pt x="1222" y="706"/>
                </a:cubicBezTo>
                <a:cubicBezTo>
                  <a:pt x="1264" y="706"/>
                  <a:pt x="1323" y="692"/>
                  <a:pt x="1378" y="669"/>
                </a:cubicBezTo>
                <a:cubicBezTo>
                  <a:pt x="1378" y="1004"/>
                  <a:pt x="1378" y="1004"/>
                  <a:pt x="1378" y="1004"/>
                </a:cubicBezTo>
                <a:cubicBezTo>
                  <a:pt x="1378" y="1019"/>
                  <a:pt x="1365" y="1032"/>
                  <a:pt x="1350" y="1032"/>
                </a:cubicBezTo>
                <a:cubicBezTo>
                  <a:pt x="967" y="1032"/>
                  <a:pt x="967" y="1032"/>
                  <a:pt x="967" y="1032"/>
                </a:cubicBezTo>
                <a:cubicBezTo>
                  <a:pt x="1000" y="1093"/>
                  <a:pt x="1021" y="1171"/>
                  <a:pt x="1021" y="1219"/>
                </a:cubicBezTo>
                <a:cubicBezTo>
                  <a:pt x="1021" y="1307"/>
                  <a:pt x="950" y="1378"/>
                  <a:pt x="862" y="1378"/>
                </a:cubicBezTo>
                <a:cubicBezTo>
                  <a:pt x="774" y="1378"/>
                  <a:pt x="703" y="1307"/>
                  <a:pt x="703" y="1219"/>
                </a:cubicBezTo>
                <a:cubicBezTo>
                  <a:pt x="703" y="1171"/>
                  <a:pt x="724" y="1093"/>
                  <a:pt x="757" y="1032"/>
                </a:cubicBezTo>
                <a:cubicBezTo>
                  <a:pt x="374" y="1032"/>
                  <a:pt x="374" y="1032"/>
                  <a:pt x="374" y="1032"/>
                </a:cubicBezTo>
                <a:cubicBezTo>
                  <a:pt x="373" y="1032"/>
                  <a:pt x="372" y="1032"/>
                  <a:pt x="371" y="1032"/>
                </a:cubicBezTo>
                <a:cubicBezTo>
                  <a:pt x="362" y="1031"/>
                  <a:pt x="355" y="1026"/>
                  <a:pt x="351" y="1019"/>
                </a:cubicBezTo>
                <a:cubicBezTo>
                  <a:pt x="350" y="1019"/>
                  <a:pt x="350" y="1018"/>
                  <a:pt x="349" y="1017"/>
                </a:cubicBezTo>
                <a:cubicBezTo>
                  <a:pt x="348" y="1015"/>
                  <a:pt x="347" y="1012"/>
                  <a:pt x="346" y="1009"/>
                </a:cubicBezTo>
                <a:cubicBezTo>
                  <a:pt x="346" y="1008"/>
                  <a:pt x="346" y="1006"/>
                  <a:pt x="346" y="1004"/>
                </a:cubicBezTo>
                <a:cubicBezTo>
                  <a:pt x="346" y="621"/>
                  <a:pt x="346" y="621"/>
                  <a:pt x="346" y="621"/>
                </a:cubicBezTo>
                <a:cubicBezTo>
                  <a:pt x="284" y="654"/>
                  <a:pt x="206" y="675"/>
                  <a:pt x="159" y="675"/>
                </a:cubicBezTo>
                <a:cubicBezTo>
                  <a:pt x="71" y="675"/>
                  <a:pt x="0" y="604"/>
                  <a:pt x="0" y="516"/>
                </a:cubicBezTo>
                <a:cubicBezTo>
                  <a:pt x="0" y="428"/>
                  <a:pt x="71" y="357"/>
                  <a:pt x="159" y="357"/>
                </a:cubicBezTo>
                <a:cubicBezTo>
                  <a:pt x="206" y="357"/>
                  <a:pt x="284" y="378"/>
                  <a:pt x="346" y="411"/>
                </a:cubicBezTo>
                <a:cubicBezTo>
                  <a:pt x="346" y="28"/>
                  <a:pt x="346" y="28"/>
                  <a:pt x="346" y="28"/>
                </a:cubicBezTo>
                <a:cubicBezTo>
                  <a:pt x="346" y="27"/>
                  <a:pt x="346" y="26"/>
                  <a:pt x="346" y="25"/>
                </a:cubicBezTo>
                <a:cubicBezTo>
                  <a:pt x="346" y="24"/>
                  <a:pt x="346" y="23"/>
                  <a:pt x="347" y="22"/>
                </a:cubicBezTo>
                <a:cubicBezTo>
                  <a:pt x="347" y="20"/>
                  <a:pt x="348" y="18"/>
                  <a:pt x="349" y="16"/>
                </a:cubicBezTo>
                <a:cubicBezTo>
                  <a:pt x="349" y="14"/>
                  <a:pt x="351" y="12"/>
                  <a:pt x="352" y="11"/>
                </a:cubicBezTo>
                <a:cubicBezTo>
                  <a:pt x="352" y="10"/>
                  <a:pt x="353" y="9"/>
                  <a:pt x="354" y="8"/>
                </a:cubicBezTo>
                <a:cubicBezTo>
                  <a:pt x="355" y="7"/>
                  <a:pt x="356" y="7"/>
                  <a:pt x="357" y="6"/>
                </a:cubicBezTo>
                <a:cubicBezTo>
                  <a:pt x="358" y="5"/>
                  <a:pt x="360" y="4"/>
                  <a:pt x="362" y="3"/>
                </a:cubicBezTo>
                <a:cubicBezTo>
                  <a:pt x="363" y="2"/>
                  <a:pt x="365" y="1"/>
                  <a:pt x="367" y="1"/>
                </a:cubicBezTo>
                <a:cubicBezTo>
                  <a:pt x="369" y="0"/>
                  <a:pt x="370" y="0"/>
                  <a:pt x="371" y="0"/>
                </a:cubicBezTo>
                <a:cubicBezTo>
                  <a:pt x="372" y="0"/>
                  <a:pt x="373" y="0"/>
                  <a:pt x="374" y="0"/>
                </a:cubicBezTo>
                <a:cubicBezTo>
                  <a:pt x="1350" y="0"/>
                  <a:pt x="1350" y="0"/>
                  <a:pt x="1350" y="0"/>
                </a:cubicBezTo>
                <a:cubicBezTo>
                  <a:pt x="1352" y="0"/>
                  <a:pt x="1354" y="0"/>
                  <a:pt x="1355" y="0"/>
                </a:cubicBezTo>
                <a:close/>
              </a:path>
            </a:pathLst>
          </a:custGeom>
          <a:solidFill>
            <a:srgbClr val="335B7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1A11A508-0EFC-4ADD-9026-9730650D9B1E}"/>
              </a:ext>
            </a:extLst>
          </p:cNvPr>
          <p:cNvSpPr>
            <a:spLocks/>
          </p:cNvSpPr>
          <p:nvPr/>
        </p:nvSpPr>
        <p:spPr bwMode="auto">
          <a:xfrm rot="21251191">
            <a:off x="6867705" y="3181732"/>
            <a:ext cx="688445" cy="920471"/>
          </a:xfrm>
          <a:custGeom>
            <a:avLst/>
            <a:gdLst>
              <a:gd name="T0" fmla="*/ 876 w 1032"/>
              <a:gd name="T1" fmla="*/ 672 h 1378"/>
              <a:gd name="T2" fmla="*/ 1032 w 1032"/>
              <a:gd name="T3" fmla="*/ 709 h 1378"/>
              <a:gd name="T4" fmla="*/ 1032 w 1032"/>
              <a:gd name="T5" fmla="*/ 374 h 1378"/>
              <a:gd name="T6" fmla="*/ 1004 w 1032"/>
              <a:gd name="T7" fmla="*/ 346 h 1378"/>
              <a:gd name="T8" fmla="*/ 621 w 1032"/>
              <a:gd name="T9" fmla="*/ 346 h 1378"/>
              <a:gd name="T10" fmla="*/ 675 w 1032"/>
              <a:gd name="T11" fmla="*/ 159 h 1378"/>
              <a:gd name="T12" fmla="*/ 516 w 1032"/>
              <a:gd name="T13" fmla="*/ 0 h 1378"/>
              <a:gd name="T14" fmla="*/ 357 w 1032"/>
              <a:gd name="T15" fmla="*/ 159 h 1378"/>
              <a:gd name="T16" fmla="*/ 410 w 1032"/>
              <a:gd name="T17" fmla="*/ 346 h 1378"/>
              <a:gd name="T18" fmla="*/ 28 w 1032"/>
              <a:gd name="T19" fmla="*/ 346 h 1378"/>
              <a:gd name="T20" fmla="*/ 0 w 1032"/>
              <a:gd name="T21" fmla="*/ 374 h 1378"/>
              <a:gd name="T22" fmla="*/ 0 w 1032"/>
              <a:gd name="T23" fmla="*/ 1350 h 1378"/>
              <a:gd name="T24" fmla="*/ 28 w 1032"/>
              <a:gd name="T25" fmla="*/ 1378 h 1378"/>
              <a:gd name="T26" fmla="*/ 363 w 1032"/>
              <a:gd name="T27" fmla="*/ 1378 h 1378"/>
              <a:gd name="T28" fmla="*/ 326 w 1032"/>
              <a:gd name="T29" fmla="*/ 1222 h 1378"/>
              <a:gd name="T30" fmla="*/ 516 w 1032"/>
              <a:gd name="T31" fmla="*/ 1032 h 1378"/>
              <a:gd name="T32" fmla="*/ 706 w 1032"/>
              <a:gd name="T33" fmla="*/ 1222 h 1378"/>
              <a:gd name="T34" fmla="*/ 669 w 1032"/>
              <a:gd name="T35" fmla="*/ 1378 h 1378"/>
              <a:gd name="T36" fmla="*/ 1004 w 1032"/>
              <a:gd name="T37" fmla="*/ 1378 h 1378"/>
              <a:gd name="T38" fmla="*/ 1032 w 1032"/>
              <a:gd name="T39" fmla="*/ 1350 h 1378"/>
              <a:gd name="T40" fmla="*/ 1032 w 1032"/>
              <a:gd name="T41" fmla="*/ 1015 h 1378"/>
              <a:gd name="T42" fmla="*/ 876 w 1032"/>
              <a:gd name="T43" fmla="*/ 1052 h 1378"/>
              <a:gd name="T44" fmla="*/ 686 w 1032"/>
              <a:gd name="T45" fmla="*/ 862 h 1378"/>
              <a:gd name="T46" fmla="*/ 876 w 1032"/>
              <a:gd name="T47" fmla="*/ 672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2" h="1378">
                <a:moveTo>
                  <a:pt x="876" y="672"/>
                </a:moveTo>
                <a:cubicBezTo>
                  <a:pt x="918" y="672"/>
                  <a:pt x="977" y="686"/>
                  <a:pt x="1032" y="709"/>
                </a:cubicBezTo>
                <a:cubicBezTo>
                  <a:pt x="1032" y="374"/>
                  <a:pt x="1032" y="374"/>
                  <a:pt x="1032" y="374"/>
                </a:cubicBezTo>
                <a:cubicBezTo>
                  <a:pt x="1032" y="358"/>
                  <a:pt x="1019" y="346"/>
                  <a:pt x="1004" y="346"/>
                </a:cubicBezTo>
                <a:cubicBezTo>
                  <a:pt x="621" y="346"/>
                  <a:pt x="621" y="346"/>
                  <a:pt x="621" y="346"/>
                </a:cubicBezTo>
                <a:cubicBezTo>
                  <a:pt x="654" y="285"/>
                  <a:pt x="675" y="207"/>
                  <a:pt x="675" y="159"/>
                </a:cubicBezTo>
                <a:cubicBezTo>
                  <a:pt x="675" y="72"/>
                  <a:pt x="604" y="0"/>
                  <a:pt x="516" y="0"/>
                </a:cubicBezTo>
                <a:cubicBezTo>
                  <a:pt x="428" y="0"/>
                  <a:pt x="357" y="72"/>
                  <a:pt x="357" y="159"/>
                </a:cubicBezTo>
                <a:cubicBezTo>
                  <a:pt x="357" y="207"/>
                  <a:pt x="377" y="285"/>
                  <a:pt x="410" y="346"/>
                </a:cubicBezTo>
                <a:cubicBezTo>
                  <a:pt x="28" y="346"/>
                  <a:pt x="28" y="346"/>
                  <a:pt x="28" y="346"/>
                </a:cubicBezTo>
                <a:cubicBezTo>
                  <a:pt x="12" y="346"/>
                  <a:pt x="0" y="358"/>
                  <a:pt x="0" y="374"/>
                </a:cubicBezTo>
                <a:cubicBezTo>
                  <a:pt x="0" y="1350"/>
                  <a:pt x="0" y="1350"/>
                  <a:pt x="0" y="1350"/>
                </a:cubicBezTo>
                <a:cubicBezTo>
                  <a:pt x="0" y="1365"/>
                  <a:pt x="12" y="1378"/>
                  <a:pt x="28" y="1378"/>
                </a:cubicBezTo>
                <a:cubicBezTo>
                  <a:pt x="363" y="1378"/>
                  <a:pt x="363" y="1378"/>
                  <a:pt x="363" y="1378"/>
                </a:cubicBezTo>
                <a:cubicBezTo>
                  <a:pt x="340" y="1323"/>
                  <a:pt x="326" y="1264"/>
                  <a:pt x="326" y="1222"/>
                </a:cubicBezTo>
                <a:cubicBezTo>
                  <a:pt x="326" y="1117"/>
                  <a:pt x="411" y="1032"/>
                  <a:pt x="516" y="1032"/>
                </a:cubicBezTo>
                <a:cubicBezTo>
                  <a:pt x="621" y="1032"/>
                  <a:pt x="706" y="1117"/>
                  <a:pt x="706" y="1222"/>
                </a:cubicBezTo>
                <a:cubicBezTo>
                  <a:pt x="706" y="1264"/>
                  <a:pt x="692" y="1323"/>
                  <a:pt x="669" y="1378"/>
                </a:cubicBezTo>
                <a:cubicBezTo>
                  <a:pt x="1004" y="1378"/>
                  <a:pt x="1004" y="1378"/>
                  <a:pt x="1004" y="1378"/>
                </a:cubicBezTo>
                <a:cubicBezTo>
                  <a:pt x="1019" y="1378"/>
                  <a:pt x="1032" y="1365"/>
                  <a:pt x="1032" y="1350"/>
                </a:cubicBezTo>
                <a:cubicBezTo>
                  <a:pt x="1032" y="1015"/>
                  <a:pt x="1032" y="1015"/>
                  <a:pt x="1032" y="1015"/>
                </a:cubicBezTo>
                <a:cubicBezTo>
                  <a:pt x="977" y="1038"/>
                  <a:pt x="918" y="1052"/>
                  <a:pt x="876" y="1052"/>
                </a:cubicBezTo>
                <a:cubicBezTo>
                  <a:pt x="771" y="1052"/>
                  <a:pt x="686" y="967"/>
                  <a:pt x="686" y="862"/>
                </a:cubicBezTo>
                <a:cubicBezTo>
                  <a:pt x="686" y="757"/>
                  <a:pt x="771" y="672"/>
                  <a:pt x="876" y="672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reeform 12">
            <a:extLst>
              <a:ext uri="{FF2B5EF4-FFF2-40B4-BE49-F238E27FC236}">
                <a16:creationId xmlns:a16="http://schemas.microsoft.com/office/drawing/2014/main" id="{5D5A7A41-E2B2-496E-A757-7FF0A1C59EC7}"/>
              </a:ext>
            </a:extLst>
          </p:cNvPr>
          <p:cNvSpPr>
            <a:spLocks/>
          </p:cNvSpPr>
          <p:nvPr/>
        </p:nvSpPr>
        <p:spPr bwMode="auto">
          <a:xfrm>
            <a:off x="8039150" y="3341121"/>
            <a:ext cx="920946" cy="920471"/>
          </a:xfrm>
          <a:custGeom>
            <a:avLst/>
            <a:gdLst>
              <a:gd name="T0" fmla="*/ 1222 w 1378"/>
              <a:gd name="T1" fmla="*/ 326 h 1378"/>
              <a:gd name="T2" fmla="*/ 1378 w 1378"/>
              <a:gd name="T3" fmla="*/ 363 h 1378"/>
              <a:gd name="T4" fmla="*/ 1378 w 1378"/>
              <a:gd name="T5" fmla="*/ 28 h 1378"/>
              <a:gd name="T6" fmla="*/ 1350 w 1378"/>
              <a:gd name="T7" fmla="*/ 0 h 1378"/>
              <a:gd name="T8" fmla="*/ 1015 w 1378"/>
              <a:gd name="T9" fmla="*/ 0 h 1378"/>
              <a:gd name="T10" fmla="*/ 1052 w 1378"/>
              <a:gd name="T11" fmla="*/ 155 h 1378"/>
              <a:gd name="T12" fmla="*/ 862 w 1378"/>
              <a:gd name="T13" fmla="*/ 346 h 1378"/>
              <a:gd name="T14" fmla="*/ 672 w 1378"/>
              <a:gd name="T15" fmla="*/ 155 h 1378"/>
              <a:gd name="T16" fmla="*/ 709 w 1378"/>
              <a:gd name="T17" fmla="*/ 0 h 1378"/>
              <a:gd name="T18" fmla="*/ 374 w 1378"/>
              <a:gd name="T19" fmla="*/ 0 h 1378"/>
              <a:gd name="T20" fmla="*/ 346 w 1378"/>
              <a:gd name="T21" fmla="*/ 28 h 1378"/>
              <a:gd name="T22" fmla="*/ 346 w 1378"/>
              <a:gd name="T23" fmla="*/ 411 h 1378"/>
              <a:gd name="T24" fmla="*/ 159 w 1378"/>
              <a:gd name="T25" fmla="*/ 357 h 1378"/>
              <a:gd name="T26" fmla="*/ 0 w 1378"/>
              <a:gd name="T27" fmla="*/ 516 h 1378"/>
              <a:gd name="T28" fmla="*/ 159 w 1378"/>
              <a:gd name="T29" fmla="*/ 675 h 1378"/>
              <a:gd name="T30" fmla="*/ 346 w 1378"/>
              <a:gd name="T31" fmla="*/ 621 h 1378"/>
              <a:gd name="T32" fmla="*/ 346 w 1378"/>
              <a:gd name="T33" fmla="*/ 1004 h 1378"/>
              <a:gd name="T34" fmla="*/ 374 w 1378"/>
              <a:gd name="T35" fmla="*/ 1032 h 1378"/>
              <a:gd name="T36" fmla="*/ 757 w 1378"/>
              <a:gd name="T37" fmla="*/ 1032 h 1378"/>
              <a:gd name="T38" fmla="*/ 703 w 1378"/>
              <a:gd name="T39" fmla="*/ 1219 h 1378"/>
              <a:gd name="T40" fmla="*/ 862 w 1378"/>
              <a:gd name="T41" fmla="*/ 1378 h 1378"/>
              <a:gd name="T42" fmla="*/ 1021 w 1378"/>
              <a:gd name="T43" fmla="*/ 1219 h 1378"/>
              <a:gd name="T44" fmla="*/ 967 w 1378"/>
              <a:gd name="T45" fmla="*/ 1032 h 1378"/>
              <a:gd name="T46" fmla="*/ 1350 w 1378"/>
              <a:gd name="T47" fmla="*/ 1032 h 1378"/>
              <a:gd name="T48" fmla="*/ 1378 w 1378"/>
              <a:gd name="T49" fmla="*/ 1004 h 1378"/>
              <a:gd name="T50" fmla="*/ 1378 w 1378"/>
              <a:gd name="T51" fmla="*/ 669 h 1378"/>
              <a:gd name="T52" fmla="*/ 1222 w 1378"/>
              <a:gd name="T53" fmla="*/ 706 h 1378"/>
              <a:gd name="T54" fmla="*/ 1032 w 1378"/>
              <a:gd name="T55" fmla="*/ 516 h 1378"/>
              <a:gd name="T56" fmla="*/ 1222 w 1378"/>
              <a:gd name="T57" fmla="*/ 326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378" h="1378">
                <a:moveTo>
                  <a:pt x="1222" y="326"/>
                </a:moveTo>
                <a:cubicBezTo>
                  <a:pt x="1264" y="326"/>
                  <a:pt x="1323" y="340"/>
                  <a:pt x="1378" y="363"/>
                </a:cubicBezTo>
                <a:cubicBezTo>
                  <a:pt x="1378" y="28"/>
                  <a:pt x="1378" y="28"/>
                  <a:pt x="1378" y="28"/>
                </a:cubicBezTo>
                <a:cubicBezTo>
                  <a:pt x="1378" y="12"/>
                  <a:pt x="1365" y="0"/>
                  <a:pt x="1350" y="0"/>
                </a:cubicBezTo>
                <a:cubicBezTo>
                  <a:pt x="1015" y="0"/>
                  <a:pt x="1015" y="0"/>
                  <a:pt x="1015" y="0"/>
                </a:cubicBezTo>
                <a:cubicBezTo>
                  <a:pt x="1038" y="55"/>
                  <a:pt x="1052" y="113"/>
                  <a:pt x="1052" y="155"/>
                </a:cubicBezTo>
                <a:cubicBezTo>
                  <a:pt x="1052" y="260"/>
                  <a:pt x="967" y="346"/>
                  <a:pt x="862" y="346"/>
                </a:cubicBezTo>
                <a:cubicBezTo>
                  <a:pt x="757" y="346"/>
                  <a:pt x="672" y="260"/>
                  <a:pt x="672" y="155"/>
                </a:cubicBezTo>
                <a:cubicBezTo>
                  <a:pt x="672" y="113"/>
                  <a:pt x="685" y="55"/>
                  <a:pt x="709" y="0"/>
                </a:cubicBezTo>
                <a:cubicBezTo>
                  <a:pt x="374" y="0"/>
                  <a:pt x="374" y="0"/>
                  <a:pt x="374" y="0"/>
                </a:cubicBezTo>
                <a:cubicBezTo>
                  <a:pt x="358" y="0"/>
                  <a:pt x="346" y="12"/>
                  <a:pt x="346" y="28"/>
                </a:cubicBezTo>
                <a:cubicBezTo>
                  <a:pt x="346" y="411"/>
                  <a:pt x="346" y="411"/>
                  <a:pt x="346" y="411"/>
                </a:cubicBezTo>
                <a:cubicBezTo>
                  <a:pt x="284" y="378"/>
                  <a:pt x="207" y="357"/>
                  <a:pt x="159" y="357"/>
                </a:cubicBezTo>
                <a:cubicBezTo>
                  <a:pt x="71" y="357"/>
                  <a:pt x="0" y="428"/>
                  <a:pt x="0" y="516"/>
                </a:cubicBezTo>
                <a:cubicBezTo>
                  <a:pt x="0" y="604"/>
                  <a:pt x="71" y="675"/>
                  <a:pt x="159" y="675"/>
                </a:cubicBezTo>
                <a:cubicBezTo>
                  <a:pt x="207" y="675"/>
                  <a:pt x="284" y="654"/>
                  <a:pt x="346" y="621"/>
                </a:cubicBezTo>
                <a:cubicBezTo>
                  <a:pt x="346" y="1004"/>
                  <a:pt x="346" y="1004"/>
                  <a:pt x="346" y="1004"/>
                </a:cubicBezTo>
                <a:cubicBezTo>
                  <a:pt x="346" y="1019"/>
                  <a:pt x="358" y="1032"/>
                  <a:pt x="374" y="1032"/>
                </a:cubicBezTo>
                <a:cubicBezTo>
                  <a:pt x="757" y="1032"/>
                  <a:pt x="757" y="1032"/>
                  <a:pt x="757" y="1032"/>
                </a:cubicBezTo>
                <a:cubicBezTo>
                  <a:pt x="723" y="1093"/>
                  <a:pt x="703" y="1171"/>
                  <a:pt x="703" y="1219"/>
                </a:cubicBezTo>
                <a:cubicBezTo>
                  <a:pt x="703" y="1307"/>
                  <a:pt x="774" y="1378"/>
                  <a:pt x="862" y="1378"/>
                </a:cubicBezTo>
                <a:cubicBezTo>
                  <a:pt x="949" y="1378"/>
                  <a:pt x="1021" y="1307"/>
                  <a:pt x="1021" y="1219"/>
                </a:cubicBezTo>
                <a:cubicBezTo>
                  <a:pt x="1021" y="1171"/>
                  <a:pt x="1000" y="1093"/>
                  <a:pt x="967" y="1032"/>
                </a:cubicBezTo>
                <a:cubicBezTo>
                  <a:pt x="1350" y="1032"/>
                  <a:pt x="1350" y="1032"/>
                  <a:pt x="1350" y="1032"/>
                </a:cubicBezTo>
                <a:cubicBezTo>
                  <a:pt x="1365" y="1032"/>
                  <a:pt x="1378" y="1019"/>
                  <a:pt x="1378" y="1004"/>
                </a:cubicBezTo>
                <a:cubicBezTo>
                  <a:pt x="1378" y="669"/>
                  <a:pt x="1378" y="669"/>
                  <a:pt x="1378" y="669"/>
                </a:cubicBezTo>
                <a:cubicBezTo>
                  <a:pt x="1323" y="692"/>
                  <a:pt x="1264" y="706"/>
                  <a:pt x="1222" y="706"/>
                </a:cubicBezTo>
                <a:cubicBezTo>
                  <a:pt x="1117" y="706"/>
                  <a:pt x="1032" y="621"/>
                  <a:pt x="1032" y="516"/>
                </a:cubicBezTo>
                <a:cubicBezTo>
                  <a:pt x="1032" y="411"/>
                  <a:pt x="1117" y="326"/>
                  <a:pt x="1222" y="3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reeform 13">
            <a:extLst>
              <a:ext uri="{FF2B5EF4-FFF2-40B4-BE49-F238E27FC236}">
                <a16:creationId xmlns:a16="http://schemas.microsoft.com/office/drawing/2014/main" id="{E5E4B680-F11C-47AD-BE07-8A413DD2ECF0}"/>
              </a:ext>
            </a:extLst>
          </p:cNvPr>
          <p:cNvSpPr>
            <a:spLocks/>
          </p:cNvSpPr>
          <p:nvPr/>
        </p:nvSpPr>
        <p:spPr bwMode="auto">
          <a:xfrm rot="583872">
            <a:off x="9208853" y="1829093"/>
            <a:ext cx="919436" cy="920471"/>
          </a:xfrm>
          <a:custGeom>
            <a:avLst/>
            <a:gdLst>
              <a:gd name="T0" fmla="*/ 1378 w 1378"/>
              <a:gd name="T1" fmla="*/ 28 h 1378"/>
              <a:gd name="T2" fmla="*/ 1378 w 1378"/>
              <a:gd name="T3" fmla="*/ 28 h 1378"/>
              <a:gd name="T4" fmla="*/ 1350 w 1378"/>
              <a:gd name="T5" fmla="*/ 0 h 1378"/>
              <a:gd name="T6" fmla="*/ 374 w 1378"/>
              <a:gd name="T7" fmla="*/ 0 h 1378"/>
              <a:gd name="T8" fmla="*/ 346 w 1378"/>
              <a:gd name="T9" fmla="*/ 28 h 1378"/>
              <a:gd name="T10" fmla="*/ 346 w 1378"/>
              <a:gd name="T11" fmla="*/ 411 h 1378"/>
              <a:gd name="T12" fmla="*/ 159 w 1378"/>
              <a:gd name="T13" fmla="*/ 357 h 1378"/>
              <a:gd name="T14" fmla="*/ 0 w 1378"/>
              <a:gd name="T15" fmla="*/ 516 h 1378"/>
              <a:gd name="T16" fmla="*/ 159 w 1378"/>
              <a:gd name="T17" fmla="*/ 675 h 1378"/>
              <a:gd name="T18" fmla="*/ 346 w 1378"/>
              <a:gd name="T19" fmla="*/ 621 h 1378"/>
              <a:gd name="T20" fmla="*/ 346 w 1378"/>
              <a:gd name="T21" fmla="*/ 1004 h 1378"/>
              <a:gd name="T22" fmla="*/ 346 w 1378"/>
              <a:gd name="T23" fmla="*/ 1004 h 1378"/>
              <a:gd name="T24" fmla="*/ 346 w 1378"/>
              <a:gd name="T25" fmla="*/ 1004 h 1378"/>
              <a:gd name="T26" fmla="*/ 374 w 1378"/>
              <a:gd name="T27" fmla="*/ 1032 h 1378"/>
              <a:gd name="T28" fmla="*/ 757 w 1378"/>
              <a:gd name="T29" fmla="*/ 1032 h 1378"/>
              <a:gd name="T30" fmla="*/ 703 w 1378"/>
              <a:gd name="T31" fmla="*/ 1219 h 1378"/>
              <a:gd name="T32" fmla="*/ 862 w 1378"/>
              <a:gd name="T33" fmla="*/ 1378 h 1378"/>
              <a:gd name="T34" fmla="*/ 1021 w 1378"/>
              <a:gd name="T35" fmla="*/ 1219 h 1378"/>
              <a:gd name="T36" fmla="*/ 967 w 1378"/>
              <a:gd name="T37" fmla="*/ 1032 h 1378"/>
              <a:gd name="T38" fmla="*/ 1350 w 1378"/>
              <a:gd name="T39" fmla="*/ 1032 h 1378"/>
              <a:gd name="T40" fmla="*/ 1378 w 1378"/>
              <a:gd name="T41" fmla="*/ 1004 h 1378"/>
              <a:gd name="T42" fmla="*/ 1378 w 1378"/>
              <a:gd name="T43" fmla="*/ 28 h 1378"/>
              <a:gd name="T44" fmla="*/ 1378 w 1378"/>
              <a:gd name="T45" fmla="*/ 2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378" h="1378">
                <a:moveTo>
                  <a:pt x="1378" y="28"/>
                </a:moveTo>
                <a:cubicBezTo>
                  <a:pt x="1378" y="28"/>
                  <a:pt x="1378" y="28"/>
                  <a:pt x="1378" y="28"/>
                </a:cubicBezTo>
                <a:cubicBezTo>
                  <a:pt x="1378" y="12"/>
                  <a:pt x="1365" y="0"/>
                  <a:pt x="1350" y="0"/>
                </a:cubicBezTo>
                <a:cubicBezTo>
                  <a:pt x="374" y="0"/>
                  <a:pt x="374" y="0"/>
                  <a:pt x="374" y="0"/>
                </a:cubicBezTo>
                <a:cubicBezTo>
                  <a:pt x="358" y="0"/>
                  <a:pt x="346" y="12"/>
                  <a:pt x="346" y="28"/>
                </a:cubicBezTo>
                <a:cubicBezTo>
                  <a:pt x="346" y="411"/>
                  <a:pt x="346" y="411"/>
                  <a:pt x="346" y="411"/>
                </a:cubicBezTo>
                <a:cubicBezTo>
                  <a:pt x="284" y="378"/>
                  <a:pt x="206" y="357"/>
                  <a:pt x="159" y="357"/>
                </a:cubicBezTo>
                <a:cubicBezTo>
                  <a:pt x="71" y="357"/>
                  <a:pt x="0" y="428"/>
                  <a:pt x="0" y="516"/>
                </a:cubicBezTo>
                <a:cubicBezTo>
                  <a:pt x="0" y="604"/>
                  <a:pt x="71" y="675"/>
                  <a:pt x="159" y="675"/>
                </a:cubicBezTo>
                <a:cubicBezTo>
                  <a:pt x="206" y="675"/>
                  <a:pt x="284" y="654"/>
                  <a:pt x="346" y="621"/>
                </a:cubicBezTo>
                <a:cubicBezTo>
                  <a:pt x="346" y="1004"/>
                  <a:pt x="346" y="1004"/>
                  <a:pt x="346" y="1004"/>
                </a:cubicBezTo>
                <a:cubicBezTo>
                  <a:pt x="346" y="1004"/>
                  <a:pt x="346" y="1004"/>
                  <a:pt x="346" y="1004"/>
                </a:cubicBezTo>
                <a:cubicBezTo>
                  <a:pt x="346" y="1004"/>
                  <a:pt x="346" y="1004"/>
                  <a:pt x="346" y="1004"/>
                </a:cubicBezTo>
                <a:cubicBezTo>
                  <a:pt x="346" y="1019"/>
                  <a:pt x="358" y="1032"/>
                  <a:pt x="374" y="1032"/>
                </a:cubicBezTo>
                <a:cubicBezTo>
                  <a:pt x="757" y="1032"/>
                  <a:pt x="757" y="1032"/>
                  <a:pt x="757" y="1032"/>
                </a:cubicBezTo>
                <a:cubicBezTo>
                  <a:pt x="724" y="1093"/>
                  <a:pt x="703" y="1171"/>
                  <a:pt x="703" y="1219"/>
                </a:cubicBezTo>
                <a:cubicBezTo>
                  <a:pt x="703" y="1306"/>
                  <a:pt x="774" y="1378"/>
                  <a:pt x="862" y="1378"/>
                </a:cubicBezTo>
                <a:cubicBezTo>
                  <a:pt x="950" y="1378"/>
                  <a:pt x="1021" y="1306"/>
                  <a:pt x="1021" y="1219"/>
                </a:cubicBezTo>
                <a:cubicBezTo>
                  <a:pt x="1021" y="1171"/>
                  <a:pt x="1000" y="1093"/>
                  <a:pt x="967" y="1032"/>
                </a:cubicBezTo>
                <a:cubicBezTo>
                  <a:pt x="1350" y="1032"/>
                  <a:pt x="1350" y="1032"/>
                  <a:pt x="1350" y="1032"/>
                </a:cubicBezTo>
                <a:cubicBezTo>
                  <a:pt x="1365" y="1032"/>
                  <a:pt x="1378" y="1019"/>
                  <a:pt x="1378" y="1004"/>
                </a:cubicBezTo>
                <a:cubicBezTo>
                  <a:pt x="1378" y="28"/>
                  <a:pt x="1378" y="28"/>
                  <a:pt x="1378" y="28"/>
                </a:cubicBezTo>
                <a:cubicBezTo>
                  <a:pt x="1378" y="28"/>
                  <a:pt x="1378" y="28"/>
                  <a:pt x="1378" y="28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Box 4">
            <a:extLst>
              <a:ext uri="{FF2B5EF4-FFF2-40B4-BE49-F238E27FC236}">
                <a16:creationId xmlns:a16="http://schemas.microsoft.com/office/drawing/2014/main" id="{409C127A-AACB-4240-9650-754D47D8CF04}"/>
              </a:ext>
            </a:extLst>
          </p:cNvPr>
          <p:cNvSpPr txBox="1"/>
          <p:nvPr/>
        </p:nvSpPr>
        <p:spPr>
          <a:xfrm>
            <a:off x="678636" y="803816"/>
            <a:ext cx="5435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B050"/>
                </a:solidFill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PROBLE</a:t>
            </a:r>
            <a:r>
              <a:rPr lang="en-US" sz="5400" b="1" dirty="0"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MATIQUE</a:t>
            </a:r>
            <a:endParaRPr kumimoji="0" lang="ru-RU" sz="5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44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449379" y="875971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8</a:t>
            </a:r>
          </a:p>
        </p:txBody>
      </p:sp>
      <p:grpSp>
        <p:nvGrpSpPr>
          <p:cNvPr id="78" name="Groupe 77"/>
          <p:cNvGrpSpPr/>
          <p:nvPr/>
        </p:nvGrpSpPr>
        <p:grpSpPr>
          <a:xfrm>
            <a:off x="-27593" y="3341121"/>
            <a:ext cx="591048" cy="3015734"/>
            <a:chOff x="-93718" y="3610524"/>
            <a:chExt cx="591048" cy="3015734"/>
          </a:xfrm>
        </p:grpSpPr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70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1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72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64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65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66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58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9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60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62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61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2" name="Groupe 81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53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4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55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47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48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49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4" name="Groupe 83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85" name="Groupe 84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87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88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45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6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86" name="Image 8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40E1CC67-1E8A-4078-8437-567A9A049FF3}"/>
              </a:ext>
            </a:extLst>
          </p:cNvPr>
          <p:cNvCxnSpPr>
            <a:cxnSpLocks/>
          </p:cNvCxnSpPr>
          <p:nvPr/>
        </p:nvCxnSpPr>
        <p:spPr>
          <a:xfrm>
            <a:off x="6622203" y="1692322"/>
            <a:ext cx="0" cy="4280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907717" y="1899435"/>
            <a:ext cx="56154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 smtClean="0">
                <a:latin typeface="Tw Cen MT" panose="020B0602020104020603" pitchFamily="34" charset="0"/>
              </a:rPr>
              <a:t>Comment concevoir et mettre en œuvre une plateforme web SaaS multi-établissements qui permet de partagés de manière sécurisé les dossiers médicaux des patients tout en garantissant une prise en charge rapide des patients inconnu ou même inconscient ?</a:t>
            </a:r>
            <a:endParaRPr lang="fr-BE" sz="2800" b="1" dirty="0">
              <a:latin typeface="Tw Cen MT" panose="020B0602020104020603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28018" y="447359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1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6280E950-E703-4EAE-B646-FCFECA5506F5}"/>
              </a:ext>
            </a:extLst>
          </p:cNvPr>
          <p:cNvSpPr>
            <a:spLocks/>
          </p:cNvSpPr>
          <p:nvPr/>
        </p:nvSpPr>
        <p:spPr bwMode="auto">
          <a:xfrm rot="16200000">
            <a:off x="2477026" y="1585534"/>
            <a:ext cx="1204017" cy="1923536"/>
          </a:xfrm>
          <a:custGeom>
            <a:avLst/>
            <a:gdLst>
              <a:gd name="T0" fmla="*/ 27 w 4016"/>
              <a:gd name="T1" fmla="*/ 5450 h 6400"/>
              <a:gd name="T2" fmla="*/ 0 w 4016"/>
              <a:gd name="T3" fmla="*/ 3596 h 6400"/>
              <a:gd name="T4" fmla="*/ 144 w 4016"/>
              <a:gd name="T5" fmla="*/ 3537 h 6400"/>
              <a:gd name="T6" fmla="*/ 704 w 4016"/>
              <a:gd name="T7" fmla="*/ 3612 h 6400"/>
              <a:gd name="T8" fmla="*/ 945 w 4016"/>
              <a:gd name="T9" fmla="*/ 3183 h 6400"/>
              <a:gd name="T10" fmla="*/ 404 w 4016"/>
              <a:gd name="T11" fmla="*/ 2734 h 6400"/>
              <a:gd name="T12" fmla="*/ 58 w 4016"/>
              <a:gd name="T13" fmla="*/ 2888 h 6400"/>
              <a:gd name="T14" fmla="*/ 0 w 4016"/>
              <a:gd name="T15" fmla="*/ 2254 h 6400"/>
              <a:gd name="T16" fmla="*/ 29 w 4016"/>
              <a:gd name="T17" fmla="*/ 951 h 6400"/>
              <a:gd name="T18" fmla="*/ 1702 w 4016"/>
              <a:gd name="T19" fmla="*/ 933 h 6400"/>
              <a:gd name="T20" fmla="*/ 1750 w 4016"/>
              <a:gd name="T21" fmla="*/ 615 h 6400"/>
              <a:gd name="T22" fmla="*/ 1932 w 4016"/>
              <a:gd name="T23" fmla="*/ 28 h 6400"/>
              <a:gd name="T24" fmla="*/ 2356 w 4016"/>
              <a:gd name="T25" fmla="*/ 455 h 6400"/>
              <a:gd name="T26" fmla="*/ 2348 w 4016"/>
              <a:gd name="T27" fmla="*/ 946 h 6400"/>
              <a:gd name="T28" fmla="*/ 3986 w 4016"/>
              <a:gd name="T29" fmla="*/ 952 h 6400"/>
              <a:gd name="T30" fmla="*/ 4016 w 4016"/>
              <a:gd name="T31" fmla="*/ 2797 h 6400"/>
              <a:gd name="T32" fmla="*/ 3880 w 4016"/>
              <a:gd name="T33" fmla="*/ 2869 h 6400"/>
              <a:gd name="T34" fmla="*/ 3419 w 4016"/>
              <a:gd name="T35" fmla="*/ 2746 h 6400"/>
              <a:gd name="T36" fmla="*/ 3083 w 4016"/>
              <a:gd name="T37" fmla="*/ 3097 h 6400"/>
              <a:gd name="T38" fmla="*/ 3307 w 4016"/>
              <a:gd name="T39" fmla="*/ 3609 h 6400"/>
              <a:gd name="T40" fmla="*/ 3774 w 4016"/>
              <a:gd name="T41" fmla="*/ 3612 h 6400"/>
              <a:gd name="T42" fmla="*/ 3951 w 4016"/>
              <a:gd name="T43" fmla="*/ 3512 h 6400"/>
              <a:gd name="T44" fmla="*/ 4016 w 4016"/>
              <a:gd name="T45" fmla="*/ 3608 h 6400"/>
              <a:gd name="T46" fmla="*/ 3986 w 4016"/>
              <a:gd name="T47" fmla="*/ 5449 h 6400"/>
              <a:gd name="T48" fmla="*/ 2326 w 4016"/>
              <a:gd name="T49" fmla="*/ 5462 h 6400"/>
              <a:gd name="T50" fmla="*/ 2241 w 4016"/>
              <a:gd name="T51" fmla="*/ 5758 h 6400"/>
              <a:gd name="T52" fmla="*/ 2357 w 4016"/>
              <a:gd name="T53" fmla="*/ 6121 h 6400"/>
              <a:gd name="T54" fmla="*/ 1976 w 4016"/>
              <a:gd name="T55" fmla="*/ 6392 h 6400"/>
              <a:gd name="T56" fmla="*/ 1663 w 4016"/>
              <a:gd name="T57" fmla="*/ 5937 h 6400"/>
              <a:gd name="T58" fmla="*/ 1775 w 4016"/>
              <a:gd name="T59" fmla="*/ 5529 h 6400"/>
              <a:gd name="T60" fmla="*/ 509 w 4016"/>
              <a:gd name="T61" fmla="*/ 5450 h 6400"/>
              <a:gd name="T62" fmla="*/ 493 w 4016"/>
              <a:gd name="T63" fmla="*/ 5450 h 6400"/>
              <a:gd name="connsiteX0" fmla="*/ 1228 w 10000"/>
              <a:gd name="connsiteY0" fmla="*/ 8491 h 9965"/>
              <a:gd name="connsiteX1" fmla="*/ 67 w 10000"/>
              <a:gd name="connsiteY1" fmla="*/ 8491 h 9965"/>
              <a:gd name="connsiteX2" fmla="*/ 0 w 10000"/>
              <a:gd name="connsiteY2" fmla="*/ 8447 h 9965"/>
              <a:gd name="connsiteX3" fmla="*/ 0 w 10000"/>
              <a:gd name="connsiteY3" fmla="*/ 5594 h 9965"/>
              <a:gd name="connsiteX4" fmla="*/ 132 w 10000"/>
              <a:gd name="connsiteY4" fmla="*/ 5467 h 9965"/>
              <a:gd name="connsiteX5" fmla="*/ 359 w 10000"/>
              <a:gd name="connsiteY5" fmla="*/ 5502 h 9965"/>
              <a:gd name="connsiteX6" fmla="*/ 1218 w 10000"/>
              <a:gd name="connsiteY6" fmla="*/ 5711 h 9965"/>
              <a:gd name="connsiteX7" fmla="*/ 1753 w 10000"/>
              <a:gd name="connsiteY7" fmla="*/ 5619 h 9965"/>
              <a:gd name="connsiteX8" fmla="*/ 2144 w 10000"/>
              <a:gd name="connsiteY8" fmla="*/ 5398 h 9965"/>
              <a:gd name="connsiteX9" fmla="*/ 2353 w 10000"/>
              <a:gd name="connsiteY9" fmla="*/ 4948 h 9965"/>
              <a:gd name="connsiteX10" fmla="*/ 2024 w 10000"/>
              <a:gd name="connsiteY10" fmla="*/ 4464 h 9965"/>
              <a:gd name="connsiteX11" fmla="*/ 1006 w 10000"/>
              <a:gd name="connsiteY11" fmla="*/ 4247 h 9965"/>
              <a:gd name="connsiteX12" fmla="*/ 356 w 10000"/>
              <a:gd name="connsiteY12" fmla="*/ 4452 h 9965"/>
              <a:gd name="connsiteX13" fmla="*/ 144 w 10000"/>
              <a:gd name="connsiteY13" fmla="*/ 4488 h 9965"/>
              <a:gd name="connsiteX14" fmla="*/ 0 w 10000"/>
              <a:gd name="connsiteY14" fmla="*/ 4363 h 9965"/>
              <a:gd name="connsiteX15" fmla="*/ 0 w 10000"/>
              <a:gd name="connsiteY15" fmla="*/ 3497 h 9965"/>
              <a:gd name="connsiteX16" fmla="*/ 0 w 10000"/>
              <a:gd name="connsiteY16" fmla="*/ 1506 h 9965"/>
              <a:gd name="connsiteX17" fmla="*/ 72 w 10000"/>
              <a:gd name="connsiteY17" fmla="*/ 1461 h 9965"/>
              <a:gd name="connsiteX18" fmla="*/ 3992 w 10000"/>
              <a:gd name="connsiteY18" fmla="*/ 1461 h 9965"/>
              <a:gd name="connsiteX19" fmla="*/ 4238 w 10000"/>
              <a:gd name="connsiteY19" fmla="*/ 1433 h 9965"/>
              <a:gd name="connsiteX20" fmla="*/ 4487 w 10000"/>
              <a:gd name="connsiteY20" fmla="*/ 1072 h 9965"/>
              <a:gd name="connsiteX21" fmla="*/ 4358 w 10000"/>
              <a:gd name="connsiteY21" fmla="*/ 936 h 9965"/>
              <a:gd name="connsiteX22" fmla="*/ 4151 w 10000"/>
              <a:gd name="connsiteY22" fmla="*/ 380 h 9965"/>
              <a:gd name="connsiteX23" fmla="*/ 4811 w 10000"/>
              <a:gd name="connsiteY23" fmla="*/ 19 h 9965"/>
              <a:gd name="connsiteX24" fmla="*/ 5642 w 10000"/>
              <a:gd name="connsiteY24" fmla="*/ 158 h 9965"/>
              <a:gd name="connsiteX25" fmla="*/ 5867 w 10000"/>
              <a:gd name="connsiteY25" fmla="*/ 686 h 9965"/>
              <a:gd name="connsiteX26" fmla="*/ 5625 w 10000"/>
              <a:gd name="connsiteY26" fmla="*/ 950 h 9965"/>
              <a:gd name="connsiteX27" fmla="*/ 5847 w 10000"/>
              <a:gd name="connsiteY27" fmla="*/ 1453 h 9965"/>
              <a:gd name="connsiteX28" fmla="*/ 6011 w 10000"/>
              <a:gd name="connsiteY28" fmla="*/ 1461 h 9965"/>
              <a:gd name="connsiteX29" fmla="*/ 9925 w 10000"/>
              <a:gd name="connsiteY29" fmla="*/ 1463 h 9965"/>
              <a:gd name="connsiteX30" fmla="*/ 10000 w 10000"/>
              <a:gd name="connsiteY30" fmla="*/ 1511 h 9965"/>
              <a:gd name="connsiteX31" fmla="*/ 10000 w 10000"/>
              <a:gd name="connsiteY31" fmla="*/ 4345 h 9965"/>
              <a:gd name="connsiteX32" fmla="*/ 9858 w 10000"/>
              <a:gd name="connsiteY32" fmla="*/ 4486 h 9965"/>
              <a:gd name="connsiteX33" fmla="*/ 9661 w 10000"/>
              <a:gd name="connsiteY33" fmla="*/ 4458 h 9965"/>
              <a:gd name="connsiteX34" fmla="*/ 9203 w 10000"/>
              <a:gd name="connsiteY34" fmla="*/ 4278 h 9965"/>
              <a:gd name="connsiteX35" fmla="*/ 8513 w 10000"/>
              <a:gd name="connsiteY35" fmla="*/ 4266 h 9965"/>
              <a:gd name="connsiteX36" fmla="*/ 7968 w 10000"/>
              <a:gd name="connsiteY36" fmla="*/ 4470 h 9965"/>
              <a:gd name="connsiteX37" fmla="*/ 7677 w 10000"/>
              <a:gd name="connsiteY37" fmla="*/ 4814 h 9965"/>
              <a:gd name="connsiteX38" fmla="*/ 8235 w 10000"/>
              <a:gd name="connsiteY38" fmla="*/ 5614 h 9965"/>
              <a:gd name="connsiteX39" fmla="*/ 8847 w 10000"/>
              <a:gd name="connsiteY39" fmla="*/ 5713 h 9965"/>
              <a:gd name="connsiteX40" fmla="*/ 9397 w 10000"/>
              <a:gd name="connsiteY40" fmla="*/ 5619 h 9965"/>
              <a:gd name="connsiteX41" fmla="*/ 9651 w 10000"/>
              <a:gd name="connsiteY41" fmla="*/ 5497 h 9965"/>
              <a:gd name="connsiteX42" fmla="*/ 9838 w 10000"/>
              <a:gd name="connsiteY42" fmla="*/ 5463 h 9965"/>
              <a:gd name="connsiteX43" fmla="*/ 9995 w 10000"/>
              <a:gd name="connsiteY43" fmla="*/ 5563 h 9965"/>
              <a:gd name="connsiteX44" fmla="*/ 10000 w 10000"/>
              <a:gd name="connsiteY44" fmla="*/ 5613 h 9965"/>
              <a:gd name="connsiteX45" fmla="*/ 10000 w 10000"/>
              <a:gd name="connsiteY45" fmla="*/ 8444 h 9965"/>
              <a:gd name="connsiteX46" fmla="*/ 9925 w 10000"/>
              <a:gd name="connsiteY46" fmla="*/ 8489 h 9965"/>
              <a:gd name="connsiteX47" fmla="*/ 6046 w 10000"/>
              <a:gd name="connsiteY47" fmla="*/ 8488 h 9965"/>
              <a:gd name="connsiteX48" fmla="*/ 5792 w 10000"/>
              <a:gd name="connsiteY48" fmla="*/ 8509 h 9965"/>
              <a:gd name="connsiteX49" fmla="*/ 5498 w 10000"/>
              <a:gd name="connsiteY49" fmla="*/ 8747 h 9965"/>
              <a:gd name="connsiteX50" fmla="*/ 5580 w 10000"/>
              <a:gd name="connsiteY50" fmla="*/ 8972 h 9965"/>
              <a:gd name="connsiteX51" fmla="*/ 5695 w 10000"/>
              <a:gd name="connsiteY51" fmla="*/ 9052 h 9965"/>
              <a:gd name="connsiteX52" fmla="*/ 5869 w 10000"/>
              <a:gd name="connsiteY52" fmla="*/ 9539 h 9965"/>
              <a:gd name="connsiteX53" fmla="*/ 5578 w 10000"/>
              <a:gd name="connsiteY53" fmla="*/ 9834 h 9965"/>
              <a:gd name="connsiteX54" fmla="*/ 4920 w 10000"/>
              <a:gd name="connsiteY54" fmla="*/ 9963 h 9965"/>
              <a:gd name="connsiteX55" fmla="*/ 4303 w 10000"/>
              <a:gd name="connsiteY55" fmla="*/ 9758 h 9965"/>
              <a:gd name="connsiteX56" fmla="*/ 4141 w 10000"/>
              <a:gd name="connsiteY56" fmla="*/ 9252 h 9965"/>
              <a:gd name="connsiteX57" fmla="*/ 4370 w 10000"/>
              <a:gd name="connsiteY57" fmla="*/ 9005 h 9965"/>
              <a:gd name="connsiteX58" fmla="*/ 4420 w 10000"/>
              <a:gd name="connsiteY58" fmla="*/ 8614 h 9965"/>
              <a:gd name="connsiteX59" fmla="*/ 4071 w 10000"/>
              <a:gd name="connsiteY59" fmla="*/ 8492 h 9965"/>
              <a:gd name="connsiteX60" fmla="*/ 1267 w 10000"/>
              <a:gd name="connsiteY60" fmla="*/ 8491 h 9965"/>
              <a:gd name="connsiteX61" fmla="*/ 1228 w 10000"/>
              <a:gd name="connsiteY61" fmla="*/ 8491 h 9965"/>
              <a:gd name="connsiteX62" fmla="*/ 1228 w 10000"/>
              <a:gd name="connsiteY62" fmla="*/ 8491 h 9965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9203 w 10000"/>
              <a:gd name="connsiteY34" fmla="*/ 4293 h 10000"/>
              <a:gd name="connsiteX35" fmla="*/ 8513 w 10000"/>
              <a:gd name="connsiteY35" fmla="*/ 4281 h 10000"/>
              <a:gd name="connsiteX36" fmla="*/ 7968 w 10000"/>
              <a:gd name="connsiteY36" fmla="*/ 4486 h 10000"/>
              <a:gd name="connsiteX37" fmla="*/ 8235 w 10000"/>
              <a:gd name="connsiteY37" fmla="*/ 5634 h 10000"/>
              <a:gd name="connsiteX38" fmla="*/ 8847 w 10000"/>
              <a:gd name="connsiteY38" fmla="*/ 5733 h 10000"/>
              <a:gd name="connsiteX39" fmla="*/ 9397 w 10000"/>
              <a:gd name="connsiteY39" fmla="*/ 5639 h 10000"/>
              <a:gd name="connsiteX40" fmla="*/ 9651 w 10000"/>
              <a:gd name="connsiteY40" fmla="*/ 5516 h 10000"/>
              <a:gd name="connsiteX41" fmla="*/ 9838 w 10000"/>
              <a:gd name="connsiteY41" fmla="*/ 5482 h 10000"/>
              <a:gd name="connsiteX42" fmla="*/ 9995 w 10000"/>
              <a:gd name="connsiteY42" fmla="*/ 5583 h 10000"/>
              <a:gd name="connsiteX43" fmla="*/ 10000 w 10000"/>
              <a:gd name="connsiteY43" fmla="*/ 5633 h 10000"/>
              <a:gd name="connsiteX44" fmla="*/ 10000 w 10000"/>
              <a:gd name="connsiteY44" fmla="*/ 8474 h 10000"/>
              <a:gd name="connsiteX45" fmla="*/ 9925 w 10000"/>
              <a:gd name="connsiteY45" fmla="*/ 8519 h 10000"/>
              <a:gd name="connsiteX46" fmla="*/ 6046 w 10000"/>
              <a:gd name="connsiteY46" fmla="*/ 8518 h 10000"/>
              <a:gd name="connsiteX47" fmla="*/ 5792 w 10000"/>
              <a:gd name="connsiteY47" fmla="*/ 8539 h 10000"/>
              <a:gd name="connsiteX48" fmla="*/ 5498 w 10000"/>
              <a:gd name="connsiteY48" fmla="*/ 8778 h 10000"/>
              <a:gd name="connsiteX49" fmla="*/ 5580 w 10000"/>
              <a:gd name="connsiteY49" fmla="*/ 9004 h 10000"/>
              <a:gd name="connsiteX50" fmla="*/ 5695 w 10000"/>
              <a:gd name="connsiteY50" fmla="*/ 9084 h 10000"/>
              <a:gd name="connsiteX51" fmla="*/ 5869 w 10000"/>
              <a:gd name="connsiteY51" fmla="*/ 9573 h 10000"/>
              <a:gd name="connsiteX52" fmla="*/ 5578 w 10000"/>
              <a:gd name="connsiteY52" fmla="*/ 9869 h 10000"/>
              <a:gd name="connsiteX53" fmla="*/ 4920 w 10000"/>
              <a:gd name="connsiteY53" fmla="*/ 9998 h 10000"/>
              <a:gd name="connsiteX54" fmla="*/ 4303 w 10000"/>
              <a:gd name="connsiteY54" fmla="*/ 9792 h 10000"/>
              <a:gd name="connsiteX55" fmla="*/ 4141 w 10000"/>
              <a:gd name="connsiteY55" fmla="*/ 9284 h 10000"/>
              <a:gd name="connsiteX56" fmla="*/ 4370 w 10000"/>
              <a:gd name="connsiteY56" fmla="*/ 9037 h 10000"/>
              <a:gd name="connsiteX57" fmla="*/ 4420 w 10000"/>
              <a:gd name="connsiteY57" fmla="*/ 8644 h 10000"/>
              <a:gd name="connsiteX58" fmla="*/ 4071 w 10000"/>
              <a:gd name="connsiteY58" fmla="*/ 8522 h 10000"/>
              <a:gd name="connsiteX59" fmla="*/ 1267 w 10000"/>
              <a:gd name="connsiteY59" fmla="*/ 8521 h 10000"/>
              <a:gd name="connsiteX60" fmla="*/ 1228 w 10000"/>
              <a:gd name="connsiteY60" fmla="*/ 8521 h 10000"/>
              <a:gd name="connsiteX61" fmla="*/ 1228 w 10000"/>
              <a:gd name="connsiteY61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9203 w 10000"/>
              <a:gd name="connsiteY34" fmla="*/ 4293 h 10000"/>
              <a:gd name="connsiteX35" fmla="*/ 8513 w 10000"/>
              <a:gd name="connsiteY35" fmla="*/ 4281 h 10000"/>
              <a:gd name="connsiteX36" fmla="*/ 8235 w 10000"/>
              <a:gd name="connsiteY36" fmla="*/ 5634 h 10000"/>
              <a:gd name="connsiteX37" fmla="*/ 8847 w 10000"/>
              <a:gd name="connsiteY37" fmla="*/ 5733 h 10000"/>
              <a:gd name="connsiteX38" fmla="*/ 9397 w 10000"/>
              <a:gd name="connsiteY38" fmla="*/ 5639 h 10000"/>
              <a:gd name="connsiteX39" fmla="*/ 9651 w 10000"/>
              <a:gd name="connsiteY39" fmla="*/ 5516 h 10000"/>
              <a:gd name="connsiteX40" fmla="*/ 9838 w 10000"/>
              <a:gd name="connsiteY40" fmla="*/ 5482 h 10000"/>
              <a:gd name="connsiteX41" fmla="*/ 9995 w 10000"/>
              <a:gd name="connsiteY41" fmla="*/ 5583 h 10000"/>
              <a:gd name="connsiteX42" fmla="*/ 10000 w 10000"/>
              <a:gd name="connsiteY42" fmla="*/ 5633 h 10000"/>
              <a:gd name="connsiteX43" fmla="*/ 10000 w 10000"/>
              <a:gd name="connsiteY43" fmla="*/ 8474 h 10000"/>
              <a:gd name="connsiteX44" fmla="*/ 9925 w 10000"/>
              <a:gd name="connsiteY44" fmla="*/ 8519 h 10000"/>
              <a:gd name="connsiteX45" fmla="*/ 6046 w 10000"/>
              <a:gd name="connsiteY45" fmla="*/ 8518 h 10000"/>
              <a:gd name="connsiteX46" fmla="*/ 5792 w 10000"/>
              <a:gd name="connsiteY46" fmla="*/ 8539 h 10000"/>
              <a:gd name="connsiteX47" fmla="*/ 5498 w 10000"/>
              <a:gd name="connsiteY47" fmla="*/ 8778 h 10000"/>
              <a:gd name="connsiteX48" fmla="*/ 5580 w 10000"/>
              <a:gd name="connsiteY48" fmla="*/ 9004 h 10000"/>
              <a:gd name="connsiteX49" fmla="*/ 5695 w 10000"/>
              <a:gd name="connsiteY49" fmla="*/ 9084 h 10000"/>
              <a:gd name="connsiteX50" fmla="*/ 5869 w 10000"/>
              <a:gd name="connsiteY50" fmla="*/ 9573 h 10000"/>
              <a:gd name="connsiteX51" fmla="*/ 5578 w 10000"/>
              <a:gd name="connsiteY51" fmla="*/ 9869 h 10000"/>
              <a:gd name="connsiteX52" fmla="*/ 4920 w 10000"/>
              <a:gd name="connsiteY52" fmla="*/ 9998 h 10000"/>
              <a:gd name="connsiteX53" fmla="*/ 4303 w 10000"/>
              <a:gd name="connsiteY53" fmla="*/ 9792 h 10000"/>
              <a:gd name="connsiteX54" fmla="*/ 4141 w 10000"/>
              <a:gd name="connsiteY54" fmla="*/ 9284 h 10000"/>
              <a:gd name="connsiteX55" fmla="*/ 4370 w 10000"/>
              <a:gd name="connsiteY55" fmla="*/ 9037 h 10000"/>
              <a:gd name="connsiteX56" fmla="*/ 4420 w 10000"/>
              <a:gd name="connsiteY56" fmla="*/ 8644 h 10000"/>
              <a:gd name="connsiteX57" fmla="*/ 4071 w 10000"/>
              <a:gd name="connsiteY57" fmla="*/ 8522 h 10000"/>
              <a:gd name="connsiteX58" fmla="*/ 1267 w 10000"/>
              <a:gd name="connsiteY58" fmla="*/ 8521 h 10000"/>
              <a:gd name="connsiteX59" fmla="*/ 1228 w 10000"/>
              <a:gd name="connsiteY59" fmla="*/ 8521 h 10000"/>
              <a:gd name="connsiteX60" fmla="*/ 1228 w 10000"/>
              <a:gd name="connsiteY60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9203 w 10000"/>
              <a:gd name="connsiteY34" fmla="*/ 4293 h 10000"/>
              <a:gd name="connsiteX35" fmla="*/ 8235 w 10000"/>
              <a:gd name="connsiteY35" fmla="*/ 5634 h 10000"/>
              <a:gd name="connsiteX36" fmla="*/ 8847 w 10000"/>
              <a:gd name="connsiteY36" fmla="*/ 5733 h 10000"/>
              <a:gd name="connsiteX37" fmla="*/ 9397 w 10000"/>
              <a:gd name="connsiteY37" fmla="*/ 5639 h 10000"/>
              <a:gd name="connsiteX38" fmla="*/ 9651 w 10000"/>
              <a:gd name="connsiteY38" fmla="*/ 5516 h 10000"/>
              <a:gd name="connsiteX39" fmla="*/ 9838 w 10000"/>
              <a:gd name="connsiteY39" fmla="*/ 5482 h 10000"/>
              <a:gd name="connsiteX40" fmla="*/ 9995 w 10000"/>
              <a:gd name="connsiteY40" fmla="*/ 5583 h 10000"/>
              <a:gd name="connsiteX41" fmla="*/ 10000 w 10000"/>
              <a:gd name="connsiteY41" fmla="*/ 5633 h 10000"/>
              <a:gd name="connsiteX42" fmla="*/ 10000 w 10000"/>
              <a:gd name="connsiteY42" fmla="*/ 8474 h 10000"/>
              <a:gd name="connsiteX43" fmla="*/ 9925 w 10000"/>
              <a:gd name="connsiteY43" fmla="*/ 8519 h 10000"/>
              <a:gd name="connsiteX44" fmla="*/ 6046 w 10000"/>
              <a:gd name="connsiteY44" fmla="*/ 8518 h 10000"/>
              <a:gd name="connsiteX45" fmla="*/ 5792 w 10000"/>
              <a:gd name="connsiteY45" fmla="*/ 8539 h 10000"/>
              <a:gd name="connsiteX46" fmla="*/ 5498 w 10000"/>
              <a:gd name="connsiteY46" fmla="*/ 8778 h 10000"/>
              <a:gd name="connsiteX47" fmla="*/ 5580 w 10000"/>
              <a:gd name="connsiteY47" fmla="*/ 9004 h 10000"/>
              <a:gd name="connsiteX48" fmla="*/ 5695 w 10000"/>
              <a:gd name="connsiteY48" fmla="*/ 9084 h 10000"/>
              <a:gd name="connsiteX49" fmla="*/ 5869 w 10000"/>
              <a:gd name="connsiteY49" fmla="*/ 9573 h 10000"/>
              <a:gd name="connsiteX50" fmla="*/ 5578 w 10000"/>
              <a:gd name="connsiteY50" fmla="*/ 9869 h 10000"/>
              <a:gd name="connsiteX51" fmla="*/ 4920 w 10000"/>
              <a:gd name="connsiteY51" fmla="*/ 9998 h 10000"/>
              <a:gd name="connsiteX52" fmla="*/ 4303 w 10000"/>
              <a:gd name="connsiteY52" fmla="*/ 9792 h 10000"/>
              <a:gd name="connsiteX53" fmla="*/ 4141 w 10000"/>
              <a:gd name="connsiteY53" fmla="*/ 9284 h 10000"/>
              <a:gd name="connsiteX54" fmla="*/ 4370 w 10000"/>
              <a:gd name="connsiteY54" fmla="*/ 9037 h 10000"/>
              <a:gd name="connsiteX55" fmla="*/ 4420 w 10000"/>
              <a:gd name="connsiteY55" fmla="*/ 8644 h 10000"/>
              <a:gd name="connsiteX56" fmla="*/ 4071 w 10000"/>
              <a:gd name="connsiteY56" fmla="*/ 8522 h 10000"/>
              <a:gd name="connsiteX57" fmla="*/ 1267 w 10000"/>
              <a:gd name="connsiteY57" fmla="*/ 8521 h 10000"/>
              <a:gd name="connsiteX58" fmla="*/ 1228 w 10000"/>
              <a:gd name="connsiteY58" fmla="*/ 8521 h 10000"/>
              <a:gd name="connsiteX59" fmla="*/ 1228 w 10000"/>
              <a:gd name="connsiteY59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8235 w 10000"/>
              <a:gd name="connsiteY34" fmla="*/ 5634 h 10000"/>
              <a:gd name="connsiteX35" fmla="*/ 8847 w 10000"/>
              <a:gd name="connsiteY35" fmla="*/ 5733 h 10000"/>
              <a:gd name="connsiteX36" fmla="*/ 9397 w 10000"/>
              <a:gd name="connsiteY36" fmla="*/ 5639 h 10000"/>
              <a:gd name="connsiteX37" fmla="*/ 9651 w 10000"/>
              <a:gd name="connsiteY37" fmla="*/ 5516 h 10000"/>
              <a:gd name="connsiteX38" fmla="*/ 9838 w 10000"/>
              <a:gd name="connsiteY38" fmla="*/ 5482 h 10000"/>
              <a:gd name="connsiteX39" fmla="*/ 9995 w 10000"/>
              <a:gd name="connsiteY39" fmla="*/ 5583 h 10000"/>
              <a:gd name="connsiteX40" fmla="*/ 10000 w 10000"/>
              <a:gd name="connsiteY40" fmla="*/ 5633 h 10000"/>
              <a:gd name="connsiteX41" fmla="*/ 10000 w 10000"/>
              <a:gd name="connsiteY41" fmla="*/ 8474 h 10000"/>
              <a:gd name="connsiteX42" fmla="*/ 9925 w 10000"/>
              <a:gd name="connsiteY42" fmla="*/ 8519 h 10000"/>
              <a:gd name="connsiteX43" fmla="*/ 6046 w 10000"/>
              <a:gd name="connsiteY43" fmla="*/ 8518 h 10000"/>
              <a:gd name="connsiteX44" fmla="*/ 5792 w 10000"/>
              <a:gd name="connsiteY44" fmla="*/ 8539 h 10000"/>
              <a:gd name="connsiteX45" fmla="*/ 5498 w 10000"/>
              <a:gd name="connsiteY45" fmla="*/ 8778 h 10000"/>
              <a:gd name="connsiteX46" fmla="*/ 5580 w 10000"/>
              <a:gd name="connsiteY46" fmla="*/ 9004 h 10000"/>
              <a:gd name="connsiteX47" fmla="*/ 5695 w 10000"/>
              <a:gd name="connsiteY47" fmla="*/ 9084 h 10000"/>
              <a:gd name="connsiteX48" fmla="*/ 5869 w 10000"/>
              <a:gd name="connsiteY48" fmla="*/ 9573 h 10000"/>
              <a:gd name="connsiteX49" fmla="*/ 5578 w 10000"/>
              <a:gd name="connsiteY49" fmla="*/ 9869 h 10000"/>
              <a:gd name="connsiteX50" fmla="*/ 4920 w 10000"/>
              <a:gd name="connsiteY50" fmla="*/ 9998 h 10000"/>
              <a:gd name="connsiteX51" fmla="*/ 4303 w 10000"/>
              <a:gd name="connsiteY51" fmla="*/ 9792 h 10000"/>
              <a:gd name="connsiteX52" fmla="*/ 4141 w 10000"/>
              <a:gd name="connsiteY52" fmla="*/ 9284 h 10000"/>
              <a:gd name="connsiteX53" fmla="*/ 4370 w 10000"/>
              <a:gd name="connsiteY53" fmla="*/ 9037 h 10000"/>
              <a:gd name="connsiteX54" fmla="*/ 4420 w 10000"/>
              <a:gd name="connsiteY54" fmla="*/ 8644 h 10000"/>
              <a:gd name="connsiteX55" fmla="*/ 4071 w 10000"/>
              <a:gd name="connsiteY55" fmla="*/ 8522 h 10000"/>
              <a:gd name="connsiteX56" fmla="*/ 1267 w 10000"/>
              <a:gd name="connsiteY56" fmla="*/ 8521 h 10000"/>
              <a:gd name="connsiteX57" fmla="*/ 1228 w 10000"/>
              <a:gd name="connsiteY57" fmla="*/ 8521 h 10000"/>
              <a:gd name="connsiteX58" fmla="*/ 1228 w 10000"/>
              <a:gd name="connsiteY58" fmla="*/ 8521 h 10000"/>
              <a:gd name="connsiteX0" fmla="*/ 1228 w 10039"/>
              <a:gd name="connsiteY0" fmla="*/ 8521 h 10000"/>
              <a:gd name="connsiteX1" fmla="*/ 67 w 10039"/>
              <a:gd name="connsiteY1" fmla="*/ 8521 h 10000"/>
              <a:gd name="connsiteX2" fmla="*/ 0 w 10039"/>
              <a:gd name="connsiteY2" fmla="*/ 8477 h 10000"/>
              <a:gd name="connsiteX3" fmla="*/ 0 w 10039"/>
              <a:gd name="connsiteY3" fmla="*/ 5614 h 10000"/>
              <a:gd name="connsiteX4" fmla="*/ 132 w 10039"/>
              <a:gd name="connsiteY4" fmla="*/ 5486 h 10000"/>
              <a:gd name="connsiteX5" fmla="*/ 359 w 10039"/>
              <a:gd name="connsiteY5" fmla="*/ 5521 h 10000"/>
              <a:gd name="connsiteX6" fmla="*/ 1218 w 10039"/>
              <a:gd name="connsiteY6" fmla="*/ 5731 h 10000"/>
              <a:gd name="connsiteX7" fmla="*/ 1753 w 10039"/>
              <a:gd name="connsiteY7" fmla="*/ 5639 h 10000"/>
              <a:gd name="connsiteX8" fmla="*/ 2144 w 10039"/>
              <a:gd name="connsiteY8" fmla="*/ 5417 h 10000"/>
              <a:gd name="connsiteX9" fmla="*/ 2353 w 10039"/>
              <a:gd name="connsiteY9" fmla="*/ 4965 h 10000"/>
              <a:gd name="connsiteX10" fmla="*/ 2024 w 10039"/>
              <a:gd name="connsiteY10" fmla="*/ 4480 h 10000"/>
              <a:gd name="connsiteX11" fmla="*/ 1006 w 10039"/>
              <a:gd name="connsiteY11" fmla="*/ 4262 h 10000"/>
              <a:gd name="connsiteX12" fmla="*/ 356 w 10039"/>
              <a:gd name="connsiteY12" fmla="*/ 4468 h 10000"/>
              <a:gd name="connsiteX13" fmla="*/ 144 w 10039"/>
              <a:gd name="connsiteY13" fmla="*/ 4504 h 10000"/>
              <a:gd name="connsiteX14" fmla="*/ 0 w 10039"/>
              <a:gd name="connsiteY14" fmla="*/ 4378 h 10000"/>
              <a:gd name="connsiteX15" fmla="*/ 0 w 10039"/>
              <a:gd name="connsiteY15" fmla="*/ 3509 h 10000"/>
              <a:gd name="connsiteX16" fmla="*/ 0 w 10039"/>
              <a:gd name="connsiteY16" fmla="*/ 1511 h 10000"/>
              <a:gd name="connsiteX17" fmla="*/ 72 w 10039"/>
              <a:gd name="connsiteY17" fmla="*/ 1466 h 10000"/>
              <a:gd name="connsiteX18" fmla="*/ 3992 w 10039"/>
              <a:gd name="connsiteY18" fmla="*/ 1466 h 10000"/>
              <a:gd name="connsiteX19" fmla="*/ 4238 w 10039"/>
              <a:gd name="connsiteY19" fmla="*/ 1438 h 10000"/>
              <a:gd name="connsiteX20" fmla="*/ 4487 w 10039"/>
              <a:gd name="connsiteY20" fmla="*/ 1076 h 10000"/>
              <a:gd name="connsiteX21" fmla="*/ 4358 w 10039"/>
              <a:gd name="connsiteY21" fmla="*/ 939 h 10000"/>
              <a:gd name="connsiteX22" fmla="*/ 4151 w 10039"/>
              <a:gd name="connsiteY22" fmla="*/ 381 h 10000"/>
              <a:gd name="connsiteX23" fmla="*/ 4811 w 10039"/>
              <a:gd name="connsiteY23" fmla="*/ 19 h 10000"/>
              <a:gd name="connsiteX24" fmla="*/ 5642 w 10039"/>
              <a:gd name="connsiteY24" fmla="*/ 159 h 10000"/>
              <a:gd name="connsiteX25" fmla="*/ 5867 w 10039"/>
              <a:gd name="connsiteY25" fmla="*/ 688 h 10000"/>
              <a:gd name="connsiteX26" fmla="*/ 5625 w 10039"/>
              <a:gd name="connsiteY26" fmla="*/ 953 h 10000"/>
              <a:gd name="connsiteX27" fmla="*/ 5847 w 10039"/>
              <a:gd name="connsiteY27" fmla="*/ 1458 h 10000"/>
              <a:gd name="connsiteX28" fmla="*/ 6011 w 10039"/>
              <a:gd name="connsiteY28" fmla="*/ 1466 h 10000"/>
              <a:gd name="connsiteX29" fmla="*/ 9925 w 10039"/>
              <a:gd name="connsiteY29" fmla="*/ 1468 h 10000"/>
              <a:gd name="connsiteX30" fmla="*/ 10000 w 10039"/>
              <a:gd name="connsiteY30" fmla="*/ 1516 h 10000"/>
              <a:gd name="connsiteX31" fmla="*/ 10000 w 10039"/>
              <a:gd name="connsiteY31" fmla="*/ 4360 h 10000"/>
              <a:gd name="connsiteX32" fmla="*/ 9858 w 10039"/>
              <a:gd name="connsiteY32" fmla="*/ 4502 h 10000"/>
              <a:gd name="connsiteX33" fmla="*/ 8235 w 10039"/>
              <a:gd name="connsiteY33" fmla="*/ 5634 h 10000"/>
              <a:gd name="connsiteX34" fmla="*/ 8847 w 10039"/>
              <a:gd name="connsiteY34" fmla="*/ 5733 h 10000"/>
              <a:gd name="connsiteX35" fmla="*/ 9397 w 10039"/>
              <a:gd name="connsiteY35" fmla="*/ 5639 h 10000"/>
              <a:gd name="connsiteX36" fmla="*/ 9651 w 10039"/>
              <a:gd name="connsiteY36" fmla="*/ 5516 h 10000"/>
              <a:gd name="connsiteX37" fmla="*/ 9838 w 10039"/>
              <a:gd name="connsiteY37" fmla="*/ 5482 h 10000"/>
              <a:gd name="connsiteX38" fmla="*/ 9995 w 10039"/>
              <a:gd name="connsiteY38" fmla="*/ 5583 h 10000"/>
              <a:gd name="connsiteX39" fmla="*/ 10000 w 10039"/>
              <a:gd name="connsiteY39" fmla="*/ 5633 h 10000"/>
              <a:gd name="connsiteX40" fmla="*/ 10000 w 10039"/>
              <a:gd name="connsiteY40" fmla="*/ 8474 h 10000"/>
              <a:gd name="connsiteX41" fmla="*/ 9925 w 10039"/>
              <a:gd name="connsiteY41" fmla="*/ 8519 h 10000"/>
              <a:gd name="connsiteX42" fmla="*/ 6046 w 10039"/>
              <a:gd name="connsiteY42" fmla="*/ 8518 h 10000"/>
              <a:gd name="connsiteX43" fmla="*/ 5792 w 10039"/>
              <a:gd name="connsiteY43" fmla="*/ 8539 h 10000"/>
              <a:gd name="connsiteX44" fmla="*/ 5498 w 10039"/>
              <a:gd name="connsiteY44" fmla="*/ 8778 h 10000"/>
              <a:gd name="connsiteX45" fmla="*/ 5580 w 10039"/>
              <a:gd name="connsiteY45" fmla="*/ 9004 h 10000"/>
              <a:gd name="connsiteX46" fmla="*/ 5695 w 10039"/>
              <a:gd name="connsiteY46" fmla="*/ 9084 h 10000"/>
              <a:gd name="connsiteX47" fmla="*/ 5869 w 10039"/>
              <a:gd name="connsiteY47" fmla="*/ 9573 h 10000"/>
              <a:gd name="connsiteX48" fmla="*/ 5578 w 10039"/>
              <a:gd name="connsiteY48" fmla="*/ 9869 h 10000"/>
              <a:gd name="connsiteX49" fmla="*/ 4920 w 10039"/>
              <a:gd name="connsiteY49" fmla="*/ 9998 h 10000"/>
              <a:gd name="connsiteX50" fmla="*/ 4303 w 10039"/>
              <a:gd name="connsiteY50" fmla="*/ 9792 h 10000"/>
              <a:gd name="connsiteX51" fmla="*/ 4141 w 10039"/>
              <a:gd name="connsiteY51" fmla="*/ 9284 h 10000"/>
              <a:gd name="connsiteX52" fmla="*/ 4370 w 10039"/>
              <a:gd name="connsiteY52" fmla="*/ 9037 h 10000"/>
              <a:gd name="connsiteX53" fmla="*/ 4420 w 10039"/>
              <a:gd name="connsiteY53" fmla="*/ 8644 h 10000"/>
              <a:gd name="connsiteX54" fmla="*/ 4071 w 10039"/>
              <a:gd name="connsiteY54" fmla="*/ 8522 h 10000"/>
              <a:gd name="connsiteX55" fmla="*/ 1267 w 10039"/>
              <a:gd name="connsiteY55" fmla="*/ 8521 h 10000"/>
              <a:gd name="connsiteX56" fmla="*/ 1228 w 10039"/>
              <a:gd name="connsiteY56" fmla="*/ 8521 h 10000"/>
              <a:gd name="connsiteX57" fmla="*/ 1228 w 10039"/>
              <a:gd name="connsiteY57" fmla="*/ 8521 h 10000"/>
              <a:gd name="connsiteX0" fmla="*/ 1228 w 10005"/>
              <a:gd name="connsiteY0" fmla="*/ 8521 h 10000"/>
              <a:gd name="connsiteX1" fmla="*/ 67 w 10005"/>
              <a:gd name="connsiteY1" fmla="*/ 8521 h 10000"/>
              <a:gd name="connsiteX2" fmla="*/ 0 w 10005"/>
              <a:gd name="connsiteY2" fmla="*/ 8477 h 10000"/>
              <a:gd name="connsiteX3" fmla="*/ 0 w 10005"/>
              <a:gd name="connsiteY3" fmla="*/ 5614 h 10000"/>
              <a:gd name="connsiteX4" fmla="*/ 132 w 10005"/>
              <a:gd name="connsiteY4" fmla="*/ 5486 h 10000"/>
              <a:gd name="connsiteX5" fmla="*/ 359 w 10005"/>
              <a:gd name="connsiteY5" fmla="*/ 5521 h 10000"/>
              <a:gd name="connsiteX6" fmla="*/ 1218 w 10005"/>
              <a:gd name="connsiteY6" fmla="*/ 5731 h 10000"/>
              <a:gd name="connsiteX7" fmla="*/ 1753 w 10005"/>
              <a:gd name="connsiteY7" fmla="*/ 5639 h 10000"/>
              <a:gd name="connsiteX8" fmla="*/ 2144 w 10005"/>
              <a:gd name="connsiteY8" fmla="*/ 5417 h 10000"/>
              <a:gd name="connsiteX9" fmla="*/ 2353 w 10005"/>
              <a:gd name="connsiteY9" fmla="*/ 4965 h 10000"/>
              <a:gd name="connsiteX10" fmla="*/ 2024 w 10005"/>
              <a:gd name="connsiteY10" fmla="*/ 4480 h 10000"/>
              <a:gd name="connsiteX11" fmla="*/ 1006 w 10005"/>
              <a:gd name="connsiteY11" fmla="*/ 4262 h 10000"/>
              <a:gd name="connsiteX12" fmla="*/ 356 w 10005"/>
              <a:gd name="connsiteY12" fmla="*/ 4468 h 10000"/>
              <a:gd name="connsiteX13" fmla="*/ 144 w 10005"/>
              <a:gd name="connsiteY13" fmla="*/ 4504 h 10000"/>
              <a:gd name="connsiteX14" fmla="*/ 0 w 10005"/>
              <a:gd name="connsiteY14" fmla="*/ 4378 h 10000"/>
              <a:gd name="connsiteX15" fmla="*/ 0 w 10005"/>
              <a:gd name="connsiteY15" fmla="*/ 3509 h 10000"/>
              <a:gd name="connsiteX16" fmla="*/ 0 w 10005"/>
              <a:gd name="connsiteY16" fmla="*/ 1511 h 10000"/>
              <a:gd name="connsiteX17" fmla="*/ 72 w 10005"/>
              <a:gd name="connsiteY17" fmla="*/ 1466 h 10000"/>
              <a:gd name="connsiteX18" fmla="*/ 3992 w 10005"/>
              <a:gd name="connsiteY18" fmla="*/ 1466 h 10000"/>
              <a:gd name="connsiteX19" fmla="*/ 4238 w 10005"/>
              <a:gd name="connsiteY19" fmla="*/ 1438 h 10000"/>
              <a:gd name="connsiteX20" fmla="*/ 4487 w 10005"/>
              <a:gd name="connsiteY20" fmla="*/ 1076 h 10000"/>
              <a:gd name="connsiteX21" fmla="*/ 4358 w 10005"/>
              <a:gd name="connsiteY21" fmla="*/ 939 h 10000"/>
              <a:gd name="connsiteX22" fmla="*/ 4151 w 10005"/>
              <a:gd name="connsiteY22" fmla="*/ 381 h 10000"/>
              <a:gd name="connsiteX23" fmla="*/ 4811 w 10005"/>
              <a:gd name="connsiteY23" fmla="*/ 19 h 10000"/>
              <a:gd name="connsiteX24" fmla="*/ 5642 w 10005"/>
              <a:gd name="connsiteY24" fmla="*/ 159 h 10000"/>
              <a:gd name="connsiteX25" fmla="*/ 5867 w 10005"/>
              <a:gd name="connsiteY25" fmla="*/ 688 h 10000"/>
              <a:gd name="connsiteX26" fmla="*/ 5625 w 10005"/>
              <a:gd name="connsiteY26" fmla="*/ 953 h 10000"/>
              <a:gd name="connsiteX27" fmla="*/ 5847 w 10005"/>
              <a:gd name="connsiteY27" fmla="*/ 1458 h 10000"/>
              <a:gd name="connsiteX28" fmla="*/ 6011 w 10005"/>
              <a:gd name="connsiteY28" fmla="*/ 1466 h 10000"/>
              <a:gd name="connsiteX29" fmla="*/ 9925 w 10005"/>
              <a:gd name="connsiteY29" fmla="*/ 1468 h 10000"/>
              <a:gd name="connsiteX30" fmla="*/ 10000 w 10005"/>
              <a:gd name="connsiteY30" fmla="*/ 1516 h 10000"/>
              <a:gd name="connsiteX31" fmla="*/ 10000 w 10005"/>
              <a:gd name="connsiteY31" fmla="*/ 4360 h 10000"/>
              <a:gd name="connsiteX32" fmla="*/ 9858 w 10005"/>
              <a:gd name="connsiteY32" fmla="*/ 4502 h 10000"/>
              <a:gd name="connsiteX33" fmla="*/ 8847 w 10005"/>
              <a:gd name="connsiteY33" fmla="*/ 5733 h 10000"/>
              <a:gd name="connsiteX34" fmla="*/ 9397 w 10005"/>
              <a:gd name="connsiteY34" fmla="*/ 5639 h 10000"/>
              <a:gd name="connsiteX35" fmla="*/ 9651 w 10005"/>
              <a:gd name="connsiteY35" fmla="*/ 5516 h 10000"/>
              <a:gd name="connsiteX36" fmla="*/ 9838 w 10005"/>
              <a:gd name="connsiteY36" fmla="*/ 5482 h 10000"/>
              <a:gd name="connsiteX37" fmla="*/ 9995 w 10005"/>
              <a:gd name="connsiteY37" fmla="*/ 5583 h 10000"/>
              <a:gd name="connsiteX38" fmla="*/ 10000 w 10005"/>
              <a:gd name="connsiteY38" fmla="*/ 5633 h 10000"/>
              <a:gd name="connsiteX39" fmla="*/ 10000 w 10005"/>
              <a:gd name="connsiteY39" fmla="*/ 8474 h 10000"/>
              <a:gd name="connsiteX40" fmla="*/ 9925 w 10005"/>
              <a:gd name="connsiteY40" fmla="*/ 8519 h 10000"/>
              <a:gd name="connsiteX41" fmla="*/ 6046 w 10005"/>
              <a:gd name="connsiteY41" fmla="*/ 8518 h 10000"/>
              <a:gd name="connsiteX42" fmla="*/ 5792 w 10005"/>
              <a:gd name="connsiteY42" fmla="*/ 8539 h 10000"/>
              <a:gd name="connsiteX43" fmla="*/ 5498 w 10005"/>
              <a:gd name="connsiteY43" fmla="*/ 8778 h 10000"/>
              <a:gd name="connsiteX44" fmla="*/ 5580 w 10005"/>
              <a:gd name="connsiteY44" fmla="*/ 9004 h 10000"/>
              <a:gd name="connsiteX45" fmla="*/ 5695 w 10005"/>
              <a:gd name="connsiteY45" fmla="*/ 9084 h 10000"/>
              <a:gd name="connsiteX46" fmla="*/ 5869 w 10005"/>
              <a:gd name="connsiteY46" fmla="*/ 9573 h 10000"/>
              <a:gd name="connsiteX47" fmla="*/ 5578 w 10005"/>
              <a:gd name="connsiteY47" fmla="*/ 9869 h 10000"/>
              <a:gd name="connsiteX48" fmla="*/ 4920 w 10005"/>
              <a:gd name="connsiteY48" fmla="*/ 9998 h 10000"/>
              <a:gd name="connsiteX49" fmla="*/ 4303 w 10005"/>
              <a:gd name="connsiteY49" fmla="*/ 9792 h 10000"/>
              <a:gd name="connsiteX50" fmla="*/ 4141 w 10005"/>
              <a:gd name="connsiteY50" fmla="*/ 9284 h 10000"/>
              <a:gd name="connsiteX51" fmla="*/ 4370 w 10005"/>
              <a:gd name="connsiteY51" fmla="*/ 9037 h 10000"/>
              <a:gd name="connsiteX52" fmla="*/ 4420 w 10005"/>
              <a:gd name="connsiteY52" fmla="*/ 8644 h 10000"/>
              <a:gd name="connsiteX53" fmla="*/ 4071 w 10005"/>
              <a:gd name="connsiteY53" fmla="*/ 8522 h 10000"/>
              <a:gd name="connsiteX54" fmla="*/ 1267 w 10005"/>
              <a:gd name="connsiteY54" fmla="*/ 8521 h 10000"/>
              <a:gd name="connsiteX55" fmla="*/ 1228 w 10005"/>
              <a:gd name="connsiteY55" fmla="*/ 8521 h 10000"/>
              <a:gd name="connsiteX56" fmla="*/ 1228 w 10005"/>
              <a:gd name="connsiteY56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397 w 10000"/>
              <a:gd name="connsiteY33" fmla="*/ 5639 h 10000"/>
              <a:gd name="connsiteX34" fmla="*/ 9651 w 10000"/>
              <a:gd name="connsiteY34" fmla="*/ 5516 h 10000"/>
              <a:gd name="connsiteX35" fmla="*/ 9838 w 10000"/>
              <a:gd name="connsiteY35" fmla="*/ 5482 h 10000"/>
              <a:gd name="connsiteX36" fmla="*/ 9995 w 10000"/>
              <a:gd name="connsiteY36" fmla="*/ 5583 h 10000"/>
              <a:gd name="connsiteX37" fmla="*/ 10000 w 10000"/>
              <a:gd name="connsiteY37" fmla="*/ 5633 h 10000"/>
              <a:gd name="connsiteX38" fmla="*/ 10000 w 10000"/>
              <a:gd name="connsiteY38" fmla="*/ 8474 h 10000"/>
              <a:gd name="connsiteX39" fmla="*/ 9925 w 10000"/>
              <a:gd name="connsiteY39" fmla="*/ 8519 h 10000"/>
              <a:gd name="connsiteX40" fmla="*/ 6046 w 10000"/>
              <a:gd name="connsiteY40" fmla="*/ 8518 h 10000"/>
              <a:gd name="connsiteX41" fmla="*/ 5792 w 10000"/>
              <a:gd name="connsiteY41" fmla="*/ 8539 h 10000"/>
              <a:gd name="connsiteX42" fmla="*/ 5498 w 10000"/>
              <a:gd name="connsiteY42" fmla="*/ 8778 h 10000"/>
              <a:gd name="connsiteX43" fmla="*/ 5580 w 10000"/>
              <a:gd name="connsiteY43" fmla="*/ 9004 h 10000"/>
              <a:gd name="connsiteX44" fmla="*/ 5695 w 10000"/>
              <a:gd name="connsiteY44" fmla="*/ 9084 h 10000"/>
              <a:gd name="connsiteX45" fmla="*/ 5869 w 10000"/>
              <a:gd name="connsiteY45" fmla="*/ 9573 h 10000"/>
              <a:gd name="connsiteX46" fmla="*/ 5578 w 10000"/>
              <a:gd name="connsiteY46" fmla="*/ 9869 h 10000"/>
              <a:gd name="connsiteX47" fmla="*/ 4920 w 10000"/>
              <a:gd name="connsiteY47" fmla="*/ 9998 h 10000"/>
              <a:gd name="connsiteX48" fmla="*/ 4303 w 10000"/>
              <a:gd name="connsiteY48" fmla="*/ 9792 h 10000"/>
              <a:gd name="connsiteX49" fmla="*/ 4141 w 10000"/>
              <a:gd name="connsiteY49" fmla="*/ 9284 h 10000"/>
              <a:gd name="connsiteX50" fmla="*/ 4370 w 10000"/>
              <a:gd name="connsiteY50" fmla="*/ 9037 h 10000"/>
              <a:gd name="connsiteX51" fmla="*/ 4420 w 10000"/>
              <a:gd name="connsiteY51" fmla="*/ 8644 h 10000"/>
              <a:gd name="connsiteX52" fmla="*/ 4071 w 10000"/>
              <a:gd name="connsiteY52" fmla="*/ 8522 h 10000"/>
              <a:gd name="connsiteX53" fmla="*/ 1267 w 10000"/>
              <a:gd name="connsiteY53" fmla="*/ 8521 h 10000"/>
              <a:gd name="connsiteX54" fmla="*/ 1228 w 10000"/>
              <a:gd name="connsiteY54" fmla="*/ 8521 h 10000"/>
              <a:gd name="connsiteX55" fmla="*/ 1228 w 10000"/>
              <a:gd name="connsiteY55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51 w 10000"/>
              <a:gd name="connsiteY33" fmla="*/ 5516 h 10000"/>
              <a:gd name="connsiteX34" fmla="*/ 9838 w 10000"/>
              <a:gd name="connsiteY34" fmla="*/ 5482 h 10000"/>
              <a:gd name="connsiteX35" fmla="*/ 9995 w 10000"/>
              <a:gd name="connsiteY35" fmla="*/ 5583 h 10000"/>
              <a:gd name="connsiteX36" fmla="*/ 10000 w 10000"/>
              <a:gd name="connsiteY36" fmla="*/ 5633 h 10000"/>
              <a:gd name="connsiteX37" fmla="*/ 10000 w 10000"/>
              <a:gd name="connsiteY37" fmla="*/ 8474 h 10000"/>
              <a:gd name="connsiteX38" fmla="*/ 9925 w 10000"/>
              <a:gd name="connsiteY38" fmla="*/ 8519 h 10000"/>
              <a:gd name="connsiteX39" fmla="*/ 6046 w 10000"/>
              <a:gd name="connsiteY39" fmla="*/ 8518 h 10000"/>
              <a:gd name="connsiteX40" fmla="*/ 5792 w 10000"/>
              <a:gd name="connsiteY40" fmla="*/ 8539 h 10000"/>
              <a:gd name="connsiteX41" fmla="*/ 5498 w 10000"/>
              <a:gd name="connsiteY41" fmla="*/ 8778 h 10000"/>
              <a:gd name="connsiteX42" fmla="*/ 5580 w 10000"/>
              <a:gd name="connsiteY42" fmla="*/ 9004 h 10000"/>
              <a:gd name="connsiteX43" fmla="*/ 5695 w 10000"/>
              <a:gd name="connsiteY43" fmla="*/ 9084 h 10000"/>
              <a:gd name="connsiteX44" fmla="*/ 5869 w 10000"/>
              <a:gd name="connsiteY44" fmla="*/ 9573 h 10000"/>
              <a:gd name="connsiteX45" fmla="*/ 5578 w 10000"/>
              <a:gd name="connsiteY45" fmla="*/ 9869 h 10000"/>
              <a:gd name="connsiteX46" fmla="*/ 4920 w 10000"/>
              <a:gd name="connsiteY46" fmla="*/ 9998 h 10000"/>
              <a:gd name="connsiteX47" fmla="*/ 4303 w 10000"/>
              <a:gd name="connsiteY47" fmla="*/ 9792 h 10000"/>
              <a:gd name="connsiteX48" fmla="*/ 4141 w 10000"/>
              <a:gd name="connsiteY48" fmla="*/ 9284 h 10000"/>
              <a:gd name="connsiteX49" fmla="*/ 4370 w 10000"/>
              <a:gd name="connsiteY49" fmla="*/ 9037 h 10000"/>
              <a:gd name="connsiteX50" fmla="*/ 4420 w 10000"/>
              <a:gd name="connsiteY50" fmla="*/ 8644 h 10000"/>
              <a:gd name="connsiteX51" fmla="*/ 4071 w 10000"/>
              <a:gd name="connsiteY51" fmla="*/ 8522 h 10000"/>
              <a:gd name="connsiteX52" fmla="*/ 1267 w 10000"/>
              <a:gd name="connsiteY52" fmla="*/ 8521 h 10000"/>
              <a:gd name="connsiteX53" fmla="*/ 1228 w 10000"/>
              <a:gd name="connsiteY53" fmla="*/ 8521 h 10000"/>
              <a:gd name="connsiteX54" fmla="*/ 1228 w 10000"/>
              <a:gd name="connsiteY54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838 w 10000"/>
              <a:gd name="connsiteY33" fmla="*/ 5482 h 10000"/>
              <a:gd name="connsiteX34" fmla="*/ 9995 w 10000"/>
              <a:gd name="connsiteY34" fmla="*/ 5583 h 10000"/>
              <a:gd name="connsiteX35" fmla="*/ 10000 w 10000"/>
              <a:gd name="connsiteY35" fmla="*/ 5633 h 10000"/>
              <a:gd name="connsiteX36" fmla="*/ 10000 w 10000"/>
              <a:gd name="connsiteY36" fmla="*/ 8474 h 10000"/>
              <a:gd name="connsiteX37" fmla="*/ 9925 w 10000"/>
              <a:gd name="connsiteY37" fmla="*/ 8519 h 10000"/>
              <a:gd name="connsiteX38" fmla="*/ 6046 w 10000"/>
              <a:gd name="connsiteY38" fmla="*/ 8518 h 10000"/>
              <a:gd name="connsiteX39" fmla="*/ 5792 w 10000"/>
              <a:gd name="connsiteY39" fmla="*/ 8539 h 10000"/>
              <a:gd name="connsiteX40" fmla="*/ 5498 w 10000"/>
              <a:gd name="connsiteY40" fmla="*/ 8778 h 10000"/>
              <a:gd name="connsiteX41" fmla="*/ 5580 w 10000"/>
              <a:gd name="connsiteY41" fmla="*/ 9004 h 10000"/>
              <a:gd name="connsiteX42" fmla="*/ 5695 w 10000"/>
              <a:gd name="connsiteY42" fmla="*/ 9084 h 10000"/>
              <a:gd name="connsiteX43" fmla="*/ 5869 w 10000"/>
              <a:gd name="connsiteY43" fmla="*/ 9573 h 10000"/>
              <a:gd name="connsiteX44" fmla="*/ 5578 w 10000"/>
              <a:gd name="connsiteY44" fmla="*/ 9869 h 10000"/>
              <a:gd name="connsiteX45" fmla="*/ 4920 w 10000"/>
              <a:gd name="connsiteY45" fmla="*/ 9998 h 10000"/>
              <a:gd name="connsiteX46" fmla="*/ 4303 w 10000"/>
              <a:gd name="connsiteY46" fmla="*/ 9792 h 10000"/>
              <a:gd name="connsiteX47" fmla="*/ 4141 w 10000"/>
              <a:gd name="connsiteY47" fmla="*/ 9284 h 10000"/>
              <a:gd name="connsiteX48" fmla="*/ 4370 w 10000"/>
              <a:gd name="connsiteY48" fmla="*/ 9037 h 10000"/>
              <a:gd name="connsiteX49" fmla="*/ 4420 w 10000"/>
              <a:gd name="connsiteY49" fmla="*/ 8644 h 10000"/>
              <a:gd name="connsiteX50" fmla="*/ 4071 w 10000"/>
              <a:gd name="connsiteY50" fmla="*/ 8522 h 10000"/>
              <a:gd name="connsiteX51" fmla="*/ 1267 w 10000"/>
              <a:gd name="connsiteY51" fmla="*/ 8521 h 10000"/>
              <a:gd name="connsiteX52" fmla="*/ 1228 w 10000"/>
              <a:gd name="connsiteY52" fmla="*/ 8521 h 10000"/>
              <a:gd name="connsiteX53" fmla="*/ 1228 w 10000"/>
              <a:gd name="connsiteY53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995 w 10000"/>
              <a:gd name="connsiteY33" fmla="*/ 5583 h 10000"/>
              <a:gd name="connsiteX34" fmla="*/ 10000 w 10000"/>
              <a:gd name="connsiteY34" fmla="*/ 5633 h 10000"/>
              <a:gd name="connsiteX35" fmla="*/ 10000 w 10000"/>
              <a:gd name="connsiteY35" fmla="*/ 8474 h 10000"/>
              <a:gd name="connsiteX36" fmla="*/ 9925 w 10000"/>
              <a:gd name="connsiteY36" fmla="*/ 8519 h 10000"/>
              <a:gd name="connsiteX37" fmla="*/ 6046 w 10000"/>
              <a:gd name="connsiteY37" fmla="*/ 8518 h 10000"/>
              <a:gd name="connsiteX38" fmla="*/ 5792 w 10000"/>
              <a:gd name="connsiteY38" fmla="*/ 8539 h 10000"/>
              <a:gd name="connsiteX39" fmla="*/ 5498 w 10000"/>
              <a:gd name="connsiteY39" fmla="*/ 8778 h 10000"/>
              <a:gd name="connsiteX40" fmla="*/ 5580 w 10000"/>
              <a:gd name="connsiteY40" fmla="*/ 9004 h 10000"/>
              <a:gd name="connsiteX41" fmla="*/ 5695 w 10000"/>
              <a:gd name="connsiteY41" fmla="*/ 9084 h 10000"/>
              <a:gd name="connsiteX42" fmla="*/ 5869 w 10000"/>
              <a:gd name="connsiteY42" fmla="*/ 9573 h 10000"/>
              <a:gd name="connsiteX43" fmla="*/ 5578 w 10000"/>
              <a:gd name="connsiteY43" fmla="*/ 9869 h 10000"/>
              <a:gd name="connsiteX44" fmla="*/ 4920 w 10000"/>
              <a:gd name="connsiteY44" fmla="*/ 9998 h 10000"/>
              <a:gd name="connsiteX45" fmla="*/ 4303 w 10000"/>
              <a:gd name="connsiteY45" fmla="*/ 9792 h 10000"/>
              <a:gd name="connsiteX46" fmla="*/ 4141 w 10000"/>
              <a:gd name="connsiteY46" fmla="*/ 9284 h 10000"/>
              <a:gd name="connsiteX47" fmla="*/ 4370 w 10000"/>
              <a:gd name="connsiteY47" fmla="*/ 9037 h 10000"/>
              <a:gd name="connsiteX48" fmla="*/ 4420 w 10000"/>
              <a:gd name="connsiteY48" fmla="*/ 8644 h 10000"/>
              <a:gd name="connsiteX49" fmla="*/ 4071 w 10000"/>
              <a:gd name="connsiteY49" fmla="*/ 8522 h 10000"/>
              <a:gd name="connsiteX50" fmla="*/ 1267 w 10000"/>
              <a:gd name="connsiteY50" fmla="*/ 8521 h 10000"/>
              <a:gd name="connsiteX51" fmla="*/ 1228 w 10000"/>
              <a:gd name="connsiteY51" fmla="*/ 8521 h 10000"/>
              <a:gd name="connsiteX52" fmla="*/ 1228 w 10000"/>
              <a:gd name="connsiteY52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995 w 10000"/>
              <a:gd name="connsiteY32" fmla="*/ 5583 h 10000"/>
              <a:gd name="connsiteX33" fmla="*/ 10000 w 10000"/>
              <a:gd name="connsiteY33" fmla="*/ 5633 h 10000"/>
              <a:gd name="connsiteX34" fmla="*/ 10000 w 10000"/>
              <a:gd name="connsiteY34" fmla="*/ 8474 h 10000"/>
              <a:gd name="connsiteX35" fmla="*/ 9925 w 10000"/>
              <a:gd name="connsiteY35" fmla="*/ 8519 h 10000"/>
              <a:gd name="connsiteX36" fmla="*/ 6046 w 10000"/>
              <a:gd name="connsiteY36" fmla="*/ 8518 h 10000"/>
              <a:gd name="connsiteX37" fmla="*/ 5792 w 10000"/>
              <a:gd name="connsiteY37" fmla="*/ 8539 h 10000"/>
              <a:gd name="connsiteX38" fmla="*/ 5498 w 10000"/>
              <a:gd name="connsiteY38" fmla="*/ 8778 h 10000"/>
              <a:gd name="connsiteX39" fmla="*/ 5580 w 10000"/>
              <a:gd name="connsiteY39" fmla="*/ 9004 h 10000"/>
              <a:gd name="connsiteX40" fmla="*/ 5695 w 10000"/>
              <a:gd name="connsiteY40" fmla="*/ 9084 h 10000"/>
              <a:gd name="connsiteX41" fmla="*/ 5869 w 10000"/>
              <a:gd name="connsiteY41" fmla="*/ 9573 h 10000"/>
              <a:gd name="connsiteX42" fmla="*/ 5578 w 10000"/>
              <a:gd name="connsiteY42" fmla="*/ 9869 h 10000"/>
              <a:gd name="connsiteX43" fmla="*/ 4920 w 10000"/>
              <a:gd name="connsiteY43" fmla="*/ 9998 h 10000"/>
              <a:gd name="connsiteX44" fmla="*/ 4303 w 10000"/>
              <a:gd name="connsiteY44" fmla="*/ 9792 h 10000"/>
              <a:gd name="connsiteX45" fmla="*/ 4141 w 10000"/>
              <a:gd name="connsiteY45" fmla="*/ 9284 h 10000"/>
              <a:gd name="connsiteX46" fmla="*/ 4370 w 10000"/>
              <a:gd name="connsiteY46" fmla="*/ 9037 h 10000"/>
              <a:gd name="connsiteX47" fmla="*/ 4420 w 10000"/>
              <a:gd name="connsiteY47" fmla="*/ 8644 h 10000"/>
              <a:gd name="connsiteX48" fmla="*/ 4071 w 10000"/>
              <a:gd name="connsiteY48" fmla="*/ 8522 h 10000"/>
              <a:gd name="connsiteX49" fmla="*/ 1267 w 10000"/>
              <a:gd name="connsiteY49" fmla="*/ 8521 h 10000"/>
              <a:gd name="connsiteX50" fmla="*/ 1228 w 10000"/>
              <a:gd name="connsiteY50" fmla="*/ 8521 h 10000"/>
              <a:gd name="connsiteX51" fmla="*/ 1228 w 10000"/>
              <a:gd name="connsiteY51" fmla="*/ 85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10000">
                <a:moveTo>
                  <a:pt x="1228" y="8521"/>
                </a:moveTo>
                <a:lnTo>
                  <a:pt x="67" y="8521"/>
                </a:lnTo>
                <a:cubicBezTo>
                  <a:pt x="0" y="8521"/>
                  <a:pt x="0" y="8521"/>
                  <a:pt x="0" y="8477"/>
                </a:cubicBezTo>
                <a:lnTo>
                  <a:pt x="0" y="5614"/>
                </a:lnTo>
                <a:cubicBezTo>
                  <a:pt x="0" y="5553"/>
                  <a:pt x="47" y="5508"/>
                  <a:pt x="132" y="5486"/>
                </a:cubicBezTo>
                <a:cubicBezTo>
                  <a:pt x="212" y="5466"/>
                  <a:pt x="289" y="5478"/>
                  <a:pt x="359" y="5521"/>
                </a:cubicBezTo>
                <a:cubicBezTo>
                  <a:pt x="600" y="5664"/>
                  <a:pt x="884" y="5736"/>
                  <a:pt x="1218" y="5731"/>
                </a:cubicBezTo>
                <a:cubicBezTo>
                  <a:pt x="1409" y="5728"/>
                  <a:pt x="1589" y="5697"/>
                  <a:pt x="1753" y="5639"/>
                </a:cubicBezTo>
                <a:cubicBezTo>
                  <a:pt x="1910" y="5584"/>
                  <a:pt x="2039" y="5510"/>
                  <a:pt x="2144" y="5417"/>
                </a:cubicBezTo>
                <a:cubicBezTo>
                  <a:pt x="2293" y="5281"/>
                  <a:pt x="2363" y="5131"/>
                  <a:pt x="2353" y="4965"/>
                </a:cubicBezTo>
                <a:cubicBezTo>
                  <a:pt x="2341" y="4778"/>
                  <a:pt x="2231" y="4616"/>
                  <a:pt x="2024" y="4480"/>
                </a:cubicBezTo>
                <a:cubicBezTo>
                  <a:pt x="1743" y="4298"/>
                  <a:pt x="1397" y="4232"/>
                  <a:pt x="1006" y="4262"/>
                </a:cubicBezTo>
                <a:cubicBezTo>
                  <a:pt x="754" y="4282"/>
                  <a:pt x="538" y="4354"/>
                  <a:pt x="356" y="4468"/>
                </a:cubicBezTo>
                <a:cubicBezTo>
                  <a:pt x="296" y="4504"/>
                  <a:pt x="212" y="4519"/>
                  <a:pt x="144" y="4504"/>
                </a:cubicBezTo>
                <a:cubicBezTo>
                  <a:pt x="52" y="4482"/>
                  <a:pt x="0" y="4436"/>
                  <a:pt x="0" y="4378"/>
                </a:cubicBezTo>
                <a:lnTo>
                  <a:pt x="0" y="3509"/>
                </a:lnTo>
                <a:lnTo>
                  <a:pt x="0" y="1511"/>
                </a:lnTo>
                <a:cubicBezTo>
                  <a:pt x="0" y="1466"/>
                  <a:pt x="0" y="1466"/>
                  <a:pt x="72" y="1466"/>
                </a:cubicBezTo>
                <a:lnTo>
                  <a:pt x="3992" y="1466"/>
                </a:lnTo>
                <a:cubicBezTo>
                  <a:pt x="4076" y="1466"/>
                  <a:pt x="4158" y="1461"/>
                  <a:pt x="4238" y="1438"/>
                </a:cubicBezTo>
                <a:cubicBezTo>
                  <a:pt x="4447" y="1377"/>
                  <a:pt x="4562" y="1213"/>
                  <a:pt x="4487" y="1076"/>
                </a:cubicBezTo>
                <a:cubicBezTo>
                  <a:pt x="4460" y="1024"/>
                  <a:pt x="4415" y="980"/>
                  <a:pt x="4358" y="939"/>
                </a:cubicBezTo>
                <a:cubicBezTo>
                  <a:pt x="4124" y="778"/>
                  <a:pt x="4049" y="591"/>
                  <a:pt x="4151" y="381"/>
                </a:cubicBezTo>
                <a:cubicBezTo>
                  <a:pt x="4250" y="174"/>
                  <a:pt x="4482" y="63"/>
                  <a:pt x="4811" y="19"/>
                </a:cubicBezTo>
                <a:cubicBezTo>
                  <a:pt x="5125" y="-25"/>
                  <a:pt x="5413" y="6"/>
                  <a:pt x="5642" y="159"/>
                </a:cubicBezTo>
                <a:cubicBezTo>
                  <a:pt x="5867" y="309"/>
                  <a:pt x="5944" y="486"/>
                  <a:pt x="5867" y="688"/>
                </a:cubicBezTo>
                <a:cubicBezTo>
                  <a:pt x="5827" y="792"/>
                  <a:pt x="5742" y="878"/>
                  <a:pt x="5625" y="953"/>
                </a:cubicBezTo>
                <a:cubicBezTo>
                  <a:pt x="5386" y="1110"/>
                  <a:pt x="5476" y="1388"/>
                  <a:pt x="5847" y="1458"/>
                </a:cubicBezTo>
                <a:cubicBezTo>
                  <a:pt x="5899" y="1468"/>
                  <a:pt x="5956" y="1466"/>
                  <a:pt x="6011" y="1466"/>
                </a:cubicBezTo>
                <a:lnTo>
                  <a:pt x="9925" y="1468"/>
                </a:lnTo>
                <a:cubicBezTo>
                  <a:pt x="10000" y="1468"/>
                  <a:pt x="10000" y="1468"/>
                  <a:pt x="10000" y="1516"/>
                </a:cubicBezTo>
                <a:cubicBezTo>
                  <a:pt x="10000" y="2464"/>
                  <a:pt x="10001" y="3682"/>
                  <a:pt x="10000" y="4360"/>
                </a:cubicBezTo>
                <a:cubicBezTo>
                  <a:pt x="9999" y="5038"/>
                  <a:pt x="9995" y="5371"/>
                  <a:pt x="9995" y="5583"/>
                </a:cubicBezTo>
                <a:cubicBezTo>
                  <a:pt x="10000" y="5598"/>
                  <a:pt x="10000" y="5615"/>
                  <a:pt x="10000" y="5633"/>
                </a:cubicBezTo>
                <a:lnTo>
                  <a:pt x="10000" y="8474"/>
                </a:lnTo>
                <a:cubicBezTo>
                  <a:pt x="10000" y="8519"/>
                  <a:pt x="10000" y="8519"/>
                  <a:pt x="9925" y="8519"/>
                </a:cubicBezTo>
                <a:lnTo>
                  <a:pt x="6046" y="8518"/>
                </a:lnTo>
                <a:cubicBezTo>
                  <a:pt x="5961" y="8518"/>
                  <a:pt x="5869" y="8519"/>
                  <a:pt x="5792" y="8539"/>
                </a:cubicBezTo>
                <a:cubicBezTo>
                  <a:pt x="5630" y="8582"/>
                  <a:pt x="5528" y="8663"/>
                  <a:pt x="5498" y="8778"/>
                </a:cubicBezTo>
                <a:cubicBezTo>
                  <a:pt x="5478" y="8859"/>
                  <a:pt x="5510" y="8936"/>
                  <a:pt x="5580" y="9004"/>
                </a:cubicBezTo>
                <a:cubicBezTo>
                  <a:pt x="5610" y="9034"/>
                  <a:pt x="5660" y="9055"/>
                  <a:pt x="5695" y="9084"/>
                </a:cubicBezTo>
                <a:cubicBezTo>
                  <a:pt x="5874" y="9229"/>
                  <a:pt x="5939" y="9391"/>
                  <a:pt x="5869" y="9573"/>
                </a:cubicBezTo>
                <a:cubicBezTo>
                  <a:pt x="5822" y="9692"/>
                  <a:pt x="5725" y="9790"/>
                  <a:pt x="5578" y="9869"/>
                </a:cubicBezTo>
                <a:cubicBezTo>
                  <a:pt x="5388" y="9969"/>
                  <a:pt x="5167" y="10010"/>
                  <a:pt x="4920" y="9998"/>
                </a:cubicBezTo>
                <a:cubicBezTo>
                  <a:pt x="4669" y="9983"/>
                  <a:pt x="4467" y="9912"/>
                  <a:pt x="4303" y="9792"/>
                </a:cubicBezTo>
                <a:cubicBezTo>
                  <a:pt x="4099" y="9642"/>
                  <a:pt x="4059" y="9471"/>
                  <a:pt x="4141" y="9284"/>
                </a:cubicBezTo>
                <a:cubicBezTo>
                  <a:pt x="4183" y="9188"/>
                  <a:pt x="4263" y="9109"/>
                  <a:pt x="4370" y="9037"/>
                </a:cubicBezTo>
                <a:cubicBezTo>
                  <a:pt x="4542" y="8923"/>
                  <a:pt x="4564" y="8772"/>
                  <a:pt x="4420" y="8644"/>
                </a:cubicBezTo>
                <a:cubicBezTo>
                  <a:pt x="4335" y="8572"/>
                  <a:pt x="4221" y="8524"/>
                  <a:pt x="4071" y="8522"/>
                </a:cubicBezTo>
                <a:lnTo>
                  <a:pt x="1267" y="8521"/>
                </a:lnTo>
                <a:lnTo>
                  <a:pt x="1228" y="8521"/>
                </a:lnTo>
                <a:lnTo>
                  <a:pt x="1228" y="85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0C2F7CA-2D1B-4C94-9142-A8E9557FD726}"/>
              </a:ext>
            </a:extLst>
          </p:cNvPr>
          <p:cNvSpPr>
            <a:spLocks/>
          </p:cNvSpPr>
          <p:nvPr/>
        </p:nvSpPr>
        <p:spPr bwMode="auto">
          <a:xfrm rot="16200000">
            <a:off x="3726128" y="4200100"/>
            <a:ext cx="1488795" cy="1357789"/>
          </a:xfrm>
          <a:custGeom>
            <a:avLst/>
            <a:gdLst>
              <a:gd name="T0" fmla="*/ 963 w 5936"/>
              <a:gd name="T1" fmla="*/ 30 h 4502"/>
              <a:gd name="T2" fmla="*/ 2570 w 5936"/>
              <a:gd name="T3" fmla="*/ 4 h 4502"/>
              <a:gd name="T4" fmla="*/ 2625 w 5936"/>
              <a:gd name="T5" fmla="*/ 157 h 4502"/>
              <a:gd name="T6" fmla="*/ 2534 w 5936"/>
              <a:gd name="T7" fmla="*/ 658 h 4502"/>
              <a:gd name="T8" fmla="*/ 3066 w 5936"/>
              <a:gd name="T9" fmla="*/ 940 h 4502"/>
              <a:gd name="T10" fmla="*/ 3428 w 5936"/>
              <a:gd name="T11" fmla="*/ 588 h 4502"/>
              <a:gd name="T12" fmla="*/ 3308 w 5936"/>
              <a:gd name="T13" fmla="*/ 150 h 4502"/>
              <a:gd name="T14" fmla="*/ 3369 w 5936"/>
              <a:gd name="T15" fmla="*/ 1 h 4502"/>
              <a:gd name="T16" fmla="*/ 3715 w 5936"/>
              <a:gd name="T17" fmla="*/ 1 h 4502"/>
              <a:gd name="T18" fmla="*/ 4958 w 5936"/>
              <a:gd name="T19" fmla="*/ 3 h 4502"/>
              <a:gd name="T20" fmla="*/ 4978 w 5936"/>
              <a:gd name="T21" fmla="*/ 54 h 4502"/>
              <a:gd name="T22" fmla="*/ 5045 w 5936"/>
              <a:gd name="T23" fmla="*/ 2008 h 4502"/>
              <a:gd name="T24" fmla="*/ 5317 w 5936"/>
              <a:gd name="T25" fmla="*/ 1990 h 4502"/>
              <a:gd name="T26" fmla="*/ 5883 w 5936"/>
              <a:gd name="T27" fmla="*/ 2086 h 4502"/>
              <a:gd name="T28" fmla="*/ 5761 w 5936"/>
              <a:gd name="T29" fmla="*/ 2554 h 4502"/>
              <a:gd name="T30" fmla="*/ 5298 w 5936"/>
              <a:gd name="T31" fmla="*/ 2496 h 4502"/>
              <a:gd name="T32" fmla="*/ 4978 w 5936"/>
              <a:gd name="T33" fmla="*/ 2648 h 4502"/>
              <a:gd name="T34" fmla="*/ 4950 w 5936"/>
              <a:gd name="T35" fmla="*/ 4501 h 4502"/>
              <a:gd name="T36" fmla="*/ 3299 w 5936"/>
              <a:gd name="T37" fmla="*/ 4471 h 4502"/>
              <a:gd name="T38" fmla="*/ 3423 w 5936"/>
              <a:gd name="T39" fmla="*/ 4161 h 4502"/>
              <a:gd name="T40" fmla="*/ 3297 w 5936"/>
              <a:gd name="T41" fmla="*/ 3687 h 4502"/>
              <a:gd name="T42" fmla="*/ 2829 w 5936"/>
              <a:gd name="T43" fmla="*/ 3576 h 4502"/>
              <a:gd name="T44" fmla="*/ 2504 w 5936"/>
              <a:gd name="T45" fmla="*/ 4096 h 4502"/>
              <a:gd name="T46" fmla="*/ 2652 w 5936"/>
              <a:gd name="T47" fmla="*/ 4454 h 4502"/>
              <a:gd name="T48" fmla="*/ 1983 w 5936"/>
              <a:gd name="T49" fmla="*/ 4501 h 4502"/>
              <a:gd name="T50" fmla="*/ 963 w 5936"/>
              <a:gd name="T51" fmla="*/ 4477 h 4502"/>
              <a:gd name="T52" fmla="*/ 869 w 5936"/>
              <a:gd name="T53" fmla="*/ 2477 h 4502"/>
              <a:gd name="T54" fmla="*/ 354 w 5936"/>
              <a:gd name="T55" fmla="*/ 2611 h 4502"/>
              <a:gd name="T56" fmla="*/ 31 w 5936"/>
              <a:gd name="T57" fmla="*/ 2154 h 4502"/>
              <a:gd name="T58" fmla="*/ 390 w 5936"/>
              <a:gd name="T59" fmla="*/ 1894 h 4502"/>
              <a:gd name="T60" fmla="*/ 715 w 5936"/>
              <a:gd name="T61" fmla="*/ 2049 h 4502"/>
              <a:gd name="T62" fmla="*/ 963 w 5936"/>
              <a:gd name="T63" fmla="*/ 1840 h 4502"/>
              <a:gd name="T64" fmla="*/ 963 w 5936"/>
              <a:gd name="T65" fmla="*/ 488 h 4502"/>
              <a:gd name="connsiteX0" fmla="*/ 1570 w 9928"/>
              <a:gd name="connsiteY0" fmla="*/ 1083 h 9999"/>
              <a:gd name="connsiteX1" fmla="*/ 1570 w 9928"/>
              <a:gd name="connsiteY1" fmla="*/ 66 h 9999"/>
              <a:gd name="connsiteX2" fmla="*/ 1612 w 9928"/>
              <a:gd name="connsiteY2" fmla="*/ 6 h 9999"/>
              <a:gd name="connsiteX3" fmla="*/ 4278 w 9928"/>
              <a:gd name="connsiteY3" fmla="*/ 8 h 9999"/>
              <a:gd name="connsiteX4" fmla="*/ 4416 w 9928"/>
              <a:gd name="connsiteY4" fmla="*/ 268 h 9999"/>
              <a:gd name="connsiteX5" fmla="*/ 4370 w 9928"/>
              <a:gd name="connsiteY5" fmla="*/ 348 h 9999"/>
              <a:gd name="connsiteX6" fmla="*/ 4168 w 9928"/>
              <a:gd name="connsiteY6" fmla="*/ 896 h 9999"/>
              <a:gd name="connsiteX7" fmla="*/ 4217 w 9928"/>
              <a:gd name="connsiteY7" fmla="*/ 1461 h 9999"/>
              <a:gd name="connsiteX8" fmla="*/ 4576 w 9928"/>
              <a:gd name="connsiteY8" fmla="*/ 1985 h 9999"/>
              <a:gd name="connsiteX9" fmla="*/ 5113 w 9928"/>
              <a:gd name="connsiteY9" fmla="*/ 2087 h 9999"/>
              <a:gd name="connsiteX10" fmla="*/ 5485 w 9928"/>
              <a:gd name="connsiteY10" fmla="*/ 1836 h 9999"/>
              <a:gd name="connsiteX11" fmla="*/ 5723 w 9928"/>
              <a:gd name="connsiteY11" fmla="*/ 1305 h 9999"/>
              <a:gd name="connsiteX12" fmla="*/ 5738 w 9928"/>
              <a:gd name="connsiteY12" fmla="*/ 912 h 9999"/>
              <a:gd name="connsiteX13" fmla="*/ 5521 w 9928"/>
              <a:gd name="connsiteY13" fmla="*/ 332 h 9999"/>
              <a:gd name="connsiteX14" fmla="*/ 5480 w 9928"/>
              <a:gd name="connsiteY14" fmla="*/ 128 h 9999"/>
              <a:gd name="connsiteX15" fmla="*/ 5624 w 9928"/>
              <a:gd name="connsiteY15" fmla="*/ 1 h 9999"/>
              <a:gd name="connsiteX16" fmla="*/ 5809 w 9928"/>
              <a:gd name="connsiteY16" fmla="*/ 1 h 9999"/>
              <a:gd name="connsiteX17" fmla="*/ 6206 w 9928"/>
              <a:gd name="connsiteY17" fmla="*/ 1 h 9999"/>
              <a:gd name="connsiteX18" fmla="*/ 8211 w 9928"/>
              <a:gd name="connsiteY18" fmla="*/ 1 h 9999"/>
              <a:gd name="connsiteX19" fmla="*/ 8300 w 9928"/>
              <a:gd name="connsiteY19" fmla="*/ 6 h 9999"/>
              <a:gd name="connsiteX20" fmla="*/ 8334 w 9928"/>
              <a:gd name="connsiteY20" fmla="*/ 52 h 9999"/>
              <a:gd name="connsiteX21" fmla="*/ 8334 w 9928"/>
              <a:gd name="connsiteY21" fmla="*/ 119 h 9999"/>
              <a:gd name="connsiteX22" fmla="*/ 8334 w 9928"/>
              <a:gd name="connsiteY22" fmla="*/ 4104 h 9999"/>
              <a:gd name="connsiteX23" fmla="*/ 8447 w 9928"/>
              <a:gd name="connsiteY23" fmla="*/ 4459 h 9999"/>
              <a:gd name="connsiteX24" fmla="*/ 8781 w 9928"/>
              <a:gd name="connsiteY24" fmla="*/ 4533 h 9999"/>
              <a:gd name="connsiteX25" fmla="*/ 8905 w 9928"/>
              <a:gd name="connsiteY25" fmla="*/ 4419 h 9999"/>
              <a:gd name="connsiteX26" fmla="*/ 9483 w 9928"/>
              <a:gd name="connsiteY26" fmla="*/ 4235 h 9999"/>
              <a:gd name="connsiteX27" fmla="*/ 9859 w 9928"/>
              <a:gd name="connsiteY27" fmla="*/ 4632 h 9999"/>
              <a:gd name="connsiteX28" fmla="*/ 9904 w 9928"/>
              <a:gd name="connsiteY28" fmla="*/ 5217 h 9999"/>
              <a:gd name="connsiteX29" fmla="*/ 9653 w 9928"/>
              <a:gd name="connsiteY29" fmla="*/ 5672 h 9999"/>
              <a:gd name="connsiteX30" fmla="*/ 9163 w 9928"/>
              <a:gd name="connsiteY30" fmla="*/ 5772 h 9999"/>
              <a:gd name="connsiteX31" fmla="*/ 8873 w 9928"/>
              <a:gd name="connsiteY31" fmla="*/ 5543 h 9999"/>
              <a:gd name="connsiteX32" fmla="*/ 8540 w 9928"/>
              <a:gd name="connsiteY32" fmla="*/ 5472 h 9999"/>
              <a:gd name="connsiteX33" fmla="*/ 8334 w 9928"/>
              <a:gd name="connsiteY33" fmla="*/ 5881 h 9999"/>
              <a:gd name="connsiteX34" fmla="*/ 8334 w 9928"/>
              <a:gd name="connsiteY34" fmla="*/ 9937 h 9999"/>
              <a:gd name="connsiteX35" fmla="*/ 8287 w 9928"/>
              <a:gd name="connsiteY35" fmla="*/ 9997 h 9999"/>
              <a:gd name="connsiteX36" fmla="*/ 5629 w 9928"/>
              <a:gd name="connsiteY36" fmla="*/ 9997 h 9999"/>
              <a:gd name="connsiteX37" fmla="*/ 5506 w 9928"/>
              <a:gd name="connsiteY37" fmla="*/ 9930 h 9999"/>
              <a:gd name="connsiteX38" fmla="*/ 5514 w 9928"/>
              <a:gd name="connsiteY38" fmla="*/ 9681 h 9999"/>
              <a:gd name="connsiteX39" fmla="*/ 5715 w 9928"/>
              <a:gd name="connsiteY39" fmla="*/ 9242 h 9999"/>
              <a:gd name="connsiteX40" fmla="*/ 5726 w 9928"/>
              <a:gd name="connsiteY40" fmla="*/ 8711 h 9999"/>
              <a:gd name="connsiteX41" fmla="*/ 5502 w 9928"/>
              <a:gd name="connsiteY41" fmla="*/ 8189 h 9999"/>
              <a:gd name="connsiteX42" fmla="*/ 5118 w 9928"/>
              <a:gd name="connsiteY42" fmla="*/ 7920 h 9999"/>
              <a:gd name="connsiteX43" fmla="*/ 4714 w 9928"/>
              <a:gd name="connsiteY43" fmla="*/ 7942 h 9999"/>
              <a:gd name="connsiteX44" fmla="*/ 4331 w 9928"/>
              <a:gd name="connsiteY44" fmla="*/ 8289 h 9999"/>
              <a:gd name="connsiteX45" fmla="*/ 4166 w 9928"/>
              <a:gd name="connsiteY45" fmla="*/ 9097 h 9999"/>
              <a:gd name="connsiteX46" fmla="*/ 4387 w 9928"/>
              <a:gd name="connsiteY46" fmla="*/ 9681 h 9999"/>
              <a:gd name="connsiteX47" fmla="*/ 4416 w 9928"/>
              <a:gd name="connsiteY47" fmla="*/ 9892 h 9999"/>
              <a:gd name="connsiteX48" fmla="*/ 4286 w 9928"/>
              <a:gd name="connsiteY48" fmla="*/ 9999 h 9999"/>
              <a:gd name="connsiteX49" fmla="*/ 3289 w 9928"/>
              <a:gd name="connsiteY49" fmla="*/ 9997 h 9999"/>
              <a:gd name="connsiteX50" fmla="*/ 1611 w 9928"/>
              <a:gd name="connsiteY50" fmla="*/ 9997 h 9999"/>
              <a:gd name="connsiteX51" fmla="*/ 1570 w 9928"/>
              <a:gd name="connsiteY51" fmla="*/ 9943 h 9999"/>
              <a:gd name="connsiteX52" fmla="*/ 1570 w 9928"/>
              <a:gd name="connsiteY52" fmla="*/ 5892 h 9999"/>
              <a:gd name="connsiteX53" fmla="*/ 1412 w 9928"/>
              <a:gd name="connsiteY53" fmla="*/ 5501 h 9999"/>
              <a:gd name="connsiteX54" fmla="*/ 1023 w 9928"/>
              <a:gd name="connsiteY54" fmla="*/ 5550 h 9999"/>
              <a:gd name="connsiteX55" fmla="*/ 544 w 9928"/>
              <a:gd name="connsiteY55" fmla="*/ 5799 h 9999"/>
              <a:gd name="connsiteX56" fmla="*/ 0 w 9928"/>
              <a:gd name="connsiteY56" fmla="*/ 4784 h 9999"/>
              <a:gd name="connsiteX57" fmla="*/ 226 w 9928"/>
              <a:gd name="connsiteY57" fmla="*/ 4357 h 9999"/>
              <a:gd name="connsiteX58" fmla="*/ 605 w 9928"/>
              <a:gd name="connsiteY58" fmla="*/ 4206 h 9999"/>
              <a:gd name="connsiteX59" fmla="*/ 967 w 9928"/>
              <a:gd name="connsiteY59" fmla="*/ 4390 h 9999"/>
              <a:gd name="connsiteX60" fmla="*/ 1153 w 9928"/>
              <a:gd name="connsiteY60" fmla="*/ 4550 h 9999"/>
              <a:gd name="connsiteX61" fmla="*/ 1545 w 9928"/>
              <a:gd name="connsiteY61" fmla="*/ 4293 h 9999"/>
              <a:gd name="connsiteX62" fmla="*/ 1570 w 9928"/>
              <a:gd name="connsiteY62" fmla="*/ 4086 h 9999"/>
              <a:gd name="connsiteX63" fmla="*/ 1570 w 9928"/>
              <a:gd name="connsiteY63" fmla="*/ 1083 h 9999"/>
              <a:gd name="connsiteX64" fmla="*/ 1570 w 9928"/>
              <a:gd name="connsiteY64" fmla="*/ 1083 h 9999"/>
              <a:gd name="connsiteX0" fmla="*/ 1354 w 9773"/>
              <a:gd name="connsiteY0" fmla="*/ 1083 h 10000"/>
              <a:gd name="connsiteX1" fmla="*/ 1354 w 9773"/>
              <a:gd name="connsiteY1" fmla="*/ 66 h 10000"/>
              <a:gd name="connsiteX2" fmla="*/ 1397 w 9773"/>
              <a:gd name="connsiteY2" fmla="*/ 6 h 10000"/>
              <a:gd name="connsiteX3" fmla="*/ 4082 w 9773"/>
              <a:gd name="connsiteY3" fmla="*/ 8 h 10000"/>
              <a:gd name="connsiteX4" fmla="*/ 4221 w 9773"/>
              <a:gd name="connsiteY4" fmla="*/ 268 h 10000"/>
              <a:gd name="connsiteX5" fmla="*/ 4175 w 9773"/>
              <a:gd name="connsiteY5" fmla="*/ 348 h 10000"/>
              <a:gd name="connsiteX6" fmla="*/ 3971 w 9773"/>
              <a:gd name="connsiteY6" fmla="*/ 896 h 10000"/>
              <a:gd name="connsiteX7" fmla="*/ 4021 w 9773"/>
              <a:gd name="connsiteY7" fmla="*/ 1461 h 10000"/>
              <a:gd name="connsiteX8" fmla="*/ 4382 w 9773"/>
              <a:gd name="connsiteY8" fmla="*/ 1985 h 10000"/>
              <a:gd name="connsiteX9" fmla="*/ 4923 w 9773"/>
              <a:gd name="connsiteY9" fmla="*/ 2087 h 10000"/>
              <a:gd name="connsiteX10" fmla="*/ 5298 w 9773"/>
              <a:gd name="connsiteY10" fmla="*/ 1836 h 10000"/>
              <a:gd name="connsiteX11" fmla="*/ 5538 w 9773"/>
              <a:gd name="connsiteY11" fmla="*/ 1305 h 10000"/>
              <a:gd name="connsiteX12" fmla="*/ 5553 w 9773"/>
              <a:gd name="connsiteY12" fmla="*/ 912 h 10000"/>
              <a:gd name="connsiteX13" fmla="*/ 5334 w 9773"/>
              <a:gd name="connsiteY13" fmla="*/ 332 h 10000"/>
              <a:gd name="connsiteX14" fmla="*/ 5293 w 9773"/>
              <a:gd name="connsiteY14" fmla="*/ 128 h 10000"/>
              <a:gd name="connsiteX15" fmla="*/ 5438 w 9773"/>
              <a:gd name="connsiteY15" fmla="*/ 1 h 10000"/>
              <a:gd name="connsiteX16" fmla="*/ 5624 w 9773"/>
              <a:gd name="connsiteY16" fmla="*/ 1 h 10000"/>
              <a:gd name="connsiteX17" fmla="*/ 6024 w 9773"/>
              <a:gd name="connsiteY17" fmla="*/ 1 h 10000"/>
              <a:gd name="connsiteX18" fmla="*/ 8044 w 9773"/>
              <a:gd name="connsiteY18" fmla="*/ 1 h 10000"/>
              <a:gd name="connsiteX19" fmla="*/ 8133 w 9773"/>
              <a:gd name="connsiteY19" fmla="*/ 6 h 10000"/>
              <a:gd name="connsiteX20" fmla="*/ 8167 w 9773"/>
              <a:gd name="connsiteY20" fmla="*/ 52 h 10000"/>
              <a:gd name="connsiteX21" fmla="*/ 8167 w 9773"/>
              <a:gd name="connsiteY21" fmla="*/ 119 h 10000"/>
              <a:gd name="connsiteX22" fmla="*/ 8167 w 9773"/>
              <a:gd name="connsiteY22" fmla="*/ 4104 h 10000"/>
              <a:gd name="connsiteX23" fmla="*/ 8281 w 9773"/>
              <a:gd name="connsiteY23" fmla="*/ 4459 h 10000"/>
              <a:gd name="connsiteX24" fmla="*/ 8618 w 9773"/>
              <a:gd name="connsiteY24" fmla="*/ 4533 h 10000"/>
              <a:gd name="connsiteX25" fmla="*/ 8743 w 9773"/>
              <a:gd name="connsiteY25" fmla="*/ 4419 h 10000"/>
              <a:gd name="connsiteX26" fmla="*/ 9325 w 9773"/>
              <a:gd name="connsiteY26" fmla="*/ 4235 h 10000"/>
              <a:gd name="connsiteX27" fmla="*/ 9703 w 9773"/>
              <a:gd name="connsiteY27" fmla="*/ 4632 h 10000"/>
              <a:gd name="connsiteX28" fmla="*/ 9749 w 9773"/>
              <a:gd name="connsiteY28" fmla="*/ 5218 h 10000"/>
              <a:gd name="connsiteX29" fmla="*/ 9496 w 9773"/>
              <a:gd name="connsiteY29" fmla="*/ 5673 h 10000"/>
              <a:gd name="connsiteX30" fmla="*/ 9002 w 9773"/>
              <a:gd name="connsiteY30" fmla="*/ 5773 h 10000"/>
              <a:gd name="connsiteX31" fmla="*/ 8710 w 9773"/>
              <a:gd name="connsiteY31" fmla="*/ 5544 h 10000"/>
              <a:gd name="connsiteX32" fmla="*/ 8375 w 9773"/>
              <a:gd name="connsiteY32" fmla="*/ 5473 h 10000"/>
              <a:gd name="connsiteX33" fmla="*/ 8167 w 9773"/>
              <a:gd name="connsiteY33" fmla="*/ 5882 h 10000"/>
              <a:gd name="connsiteX34" fmla="*/ 8167 w 9773"/>
              <a:gd name="connsiteY34" fmla="*/ 9938 h 10000"/>
              <a:gd name="connsiteX35" fmla="*/ 8120 w 9773"/>
              <a:gd name="connsiteY35" fmla="*/ 9998 h 10000"/>
              <a:gd name="connsiteX36" fmla="*/ 5443 w 9773"/>
              <a:gd name="connsiteY36" fmla="*/ 9998 h 10000"/>
              <a:gd name="connsiteX37" fmla="*/ 5319 w 9773"/>
              <a:gd name="connsiteY37" fmla="*/ 9931 h 10000"/>
              <a:gd name="connsiteX38" fmla="*/ 5327 w 9773"/>
              <a:gd name="connsiteY38" fmla="*/ 9682 h 10000"/>
              <a:gd name="connsiteX39" fmla="*/ 5529 w 9773"/>
              <a:gd name="connsiteY39" fmla="*/ 9243 h 10000"/>
              <a:gd name="connsiteX40" fmla="*/ 5541 w 9773"/>
              <a:gd name="connsiteY40" fmla="*/ 8712 h 10000"/>
              <a:gd name="connsiteX41" fmla="*/ 5315 w 9773"/>
              <a:gd name="connsiteY41" fmla="*/ 8190 h 10000"/>
              <a:gd name="connsiteX42" fmla="*/ 4928 w 9773"/>
              <a:gd name="connsiteY42" fmla="*/ 7921 h 10000"/>
              <a:gd name="connsiteX43" fmla="*/ 4521 w 9773"/>
              <a:gd name="connsiteY43" fmla="*/ 7943 h 10000"/>
              <a:gd name="connsiteX44" fmla="*/ 4135 w 9773"/>
              <a:gd name="connsiteY44" fmla="*/ 8290 h 10000"/>
              <a:gd name="connsiteX45" fmla="*/ 3969 w 9773"/>
              <a:gd name="connsiteY45" fmla="*/ 9098 h 10000"/>
              <a:gd name="connsiteX46" fmla="*/ 4192 w 9773"/>
              <a:gd name="connsiteY46" fmla="*/ 9682 h 10000"/>
              <a:gd name="connsiteX47" fmla="*/ 4221 w 9773"/>
              <a:gd name="connsiteY47" fmla="*/ 9893 h 10000"/>
              <a:gd name="connsiteX48" fmla="*/ 4090 w 9773"/>
              <a:gd name="connsiteY48" fmla="*/ 10000 h 10000"/>
              <a:gd name="connsiteX49" fmla="*/ 3086 w 9773"/>
              <a:gd name="connsiteY49" fmla="*/ 9998 h 10000"/>
              <a:gd name="connsiteX50" fmla="*/ 1396 w 9773"/>
              <a:gd name="connsiteY50" fmla="*/ 9998 h 10000"/>
              <a:gd name="connsiteX51" fmla="*/ 1354 w 9773"/>
              <a:gd name="connsiteY51" fmla="*/ 9944 h 10000"/>
              <a:gd name="connsiteX52" fmla="*/ 1354 w 9773"/>
              <a:gd name="connsiteY52" fmla="*/ 5893 h 10000"/>
              <a:gd name="connsiteX53" fmla="*/ 1195 w 9773"/>
              <a:gd name="connsiteY53" fmla="*/ 5502 h 10000"/>
              <a:gd name="connsiteX54" fmla="*/ 803 w 9773"/>
              <a:gd name="connsiteY54" fmla="*/ 5551 h 10000"/>
              <a:gd name="connsiteX55" fmla="*/ 321 w 9773"/>
              <a:gd name="connsiteY55" fmla="*/ 5800 h 10000"/>
              <a:gd name="connsiteX56" fmla="*/ 1 w 9773"/>
              <a:gd name="connsiteY56" fmla="*/ 4357 h 10000"/>
              <a:gd name="connsiteX57" fmla="*/ 382 w 9773"/>
              <a:gd name="connsiteY57" fmla="*/ 4206 h 10000"/>
              <a:gd name="connsiteX58" fmla="*/ 747 w 9773"/>
              <a:gd name="connsiteY58" fmla="*/ 4390 h 10000"/>
              <a:gd name="connsiteX59" fmla="*/ 934 w 9773"/>
              <a:gd name="connsiteY59" fmla="*/ 4550 h 10000"/>
              <a:gd name="connsiteX60" fmla="*/ 1329 w 9773"/>
              <a:gd name="connsiteY60" fmla="*/ 4293 h 10000"/>
              <a:gd name="connsiteX61" fmla="*/ 1354 w 9773"/>
              <a:gd name="connsiteY61" fmla="*/ 4086 h 10000"/>
              <a:gd name="connsiteX62" fmla="*/ 1354 w 9773"/>
              <a:gd name="connsiteY62" fmla="*/ 1083 h 10000"/>
              <a:gd name="connsiteX63" fmla="*/ 1354 w 9773"/>
              <a:gd name="connsiteY63" fmla="*/ 1083 h 10000"/>
              <a:gd name="connsiteX0" fmla="*/ 1089 w 9703"/>
              <a:gd name="connsiteY0" fmla="*/ 1083 h 10000"/>
              <a:gd name="connsiteX1" fmla="*/ 1089 w 9703"/>
              <a:gd name="connsiteY1" fmla="*/ 66 h 10000"/>
              <a:gd name="connsiteX2" fmla="*/ 1133 w 9703"/>
              <a:gd name="connsiteY2" fmla="*/ 6 h 10000"/>
              <a:gd name="connsiteX3" fmla="*/ 3881 w 9703"/>
              <a:gd name="connsiteY3" fmla="*/ 8 h 10000"/>
              <a:gd name="connsiteX4" fmla="*/ 4023 w 9703"/>
              <a:gd name="connsiteY4" fmla="*/ 268 h 10000"/>
              <a:gd name="connsiteX5" fmla="*/ 3976 w 9703"/>
              <a:gd name="connsiteY5" fmla="*/ 348 h 10000"/>
              <a:gd name="connsiteX6" fmla="*/ 3767 w 9703"/>
              <a:gd name="connsiteY6" fmla="*/ 896 h 10000"/>
              <a:gd name="connsiteX7" fmla="*/ 3818 w 9703"/>
              <a:gd name="connsiteY7" fmla="*/ 1461 h 10000"/>
              <a:gd name="connsiteX8" fmla="*/ 4188 w 9703"/>
              <a:gd name="connsiteY8" fmla="*/ 1985 h 10000"/>
              <a:gd name="connsiteX9" fmla="*/ 4741 w 9703"/>
              <a:gd name="connsiteY9" fmla="*/ 2087 h 10000"/>
              <a:gd name="connsiteX10" fmla="*/ 5125 w 9703"/>
              <a:gd name="connsiteY10" fmla="*/ 1836 h 10000"/>
              <a:gd name="connsiteX11" fmla="*/ 5371 w 9703"/>
              <a:gd name="connsiteY11" fmla="*/ 1305 h 10000"/>
              <a:gd name="connsiteX12" fmla="*/ 5386 w 9703"/>
              <a:gd name="connsiteY12" fmla="*/ 912 h 10000"/>
              <a:gd name="connsiteX13" fmla="*/ 5162 w 9703"/>
              <a:gd name="connsiteY13" fmla="*/ 332 h 10000"/>
              <a:gd name="connsiteX14" fmla="*/ 5120 w 9703"/>
              <a:gd name="connsiteY14" fmla="*/ 128 h 10000"/>
              <a:gd name="connsiteX15" fmla="*/ 5268 w 9703"/>
              <a:gd name="connsiteY15" fmla="*/ 1 h 10000"/>
              <a:gd name="connsiteX16" fmla="*/ 5459 w 9703"/>
              <a:gd name="connsiteY16" fmla="*/ 1 h 10000"/>
              <a:gd name="connsiteX17" fmla="*/ 5868 w 9703"/>
              <a:gd name="connsiteY17" fmla="*/ 1 h 10000"/>
              <a:gd name="connsiteX18" fmla="*/ 7935 w 9703"/>
              <a:gd name="connsiteY18" fmla="*/ 1 h 10000"/>
              <a:gd name="connsiteX19" fmla="*/ 8026 w 9703"/>
              <a:gd name="connsiteY19" fmla="*/ 6 h 10000"/>
              <a:gd name="connsiteX20" fmla="*/ 8061 w 9703"/>
              <a:gd name="connsiteY20" fmla="*/ 52 h 10000"/>
              <a:gd name="connsiteX21" fmla="*/ 8061 w 9703"/>
              <a:gd name="connsiteY21" fmla="*/ 119 h 10000"/>
              <a:gd name="connsiteX22" fmla="*/ 8061 w 9703"/>
              <a:gd name="connsiteY22" fmla="*/ 4104 h 10000"/>
              <a:gd name="connsiteX23" fmla="*/ 8177 w 9703"/>
              <a:gd name="connsiteY23" fmla="*/ 4459 h 10000"/>
              <a:gd name="connsiteX24" fmla="*/ 8522 w 9703"/>
              <a:gd name="connsiteY24" fmla="*/ 4533 h 10000"/>
              <a:gd name="connsiteX25" fmla="*/ 8650 w 9703"/>
              <a:gd name="connsiteY25" fmla="*/ 4419 h 10000"/>
              <a:gd name="connsiteX26" fmla="*/ 9246 w 9703"/>
              <a:gd name="connsiteY26" fmla="*/ 4235 h 10000"/>
              <a:gd name="connsiteX27" fmla="*/ 9632 w 9703"/>
              <a:gd name="connsiteY27" fmla="*/ 4632 h 10000"/>
              <a:gd name="connsiteX28" fmla="*/ 9679 w 9703"/>
              <a:gd name="connsiteY28" fmla="*/ 5218 h 10000"/>
              <a:gd name="connsiteX29" fmla="*/ 9421 w 9703"/>
              <a:gd name="connsiteY29" fmla="*/ 5673 h 10000"/>
              <a:gd name="connsiteX30" fmla="*/ 8915 w 9703"/>
              <a:gd name="connsiteY30" fmla="*/ 5773 h 10000"/>
              <a:gd name="connsiteX31" fmla="*/ 8616 w 9703"/>
              <a:gd name="connsiteY31" fmla="*/ 5544 h 10000"/>
              <a:gd name="connsiteX32" fmla="*/ 8274 w 9703"/>
              <a:gd name="connsiteY32" fmla="*/ 5473 h 10000"/>
              <a:gd name="connsiteX33" fmla="*/ 8061 w 9703"/>
              <a:gd name="connsiteY33" fmla="*/ 5882 h 10000"/>
              <a:gd name="connsiteX34" fmla="*/ 8061 w 9703"/>
              <a:gd name="connsiteY34" fmla="*/ 9938 h 10000"/>
              <a:gd name="connsiteX35" fmla="*/ 8013 w 9703"/>
              <a:gd name="connsiteY35" fmla="*/ 9998 h 10000"/>
              <a:gd name="connsiteX36" fmla="*/ 5273 w 9703"/>
              <a:gd name="connsiteY36" fmla="*/ 9998 h 10000"/>
              <a:gd name="connsiteX37" fmla="*/ 5147 w 9703"/>
              <a:gd name="connsiteY37" fmla="*/ 9931 h 10000"/>
              <a:gd name="connsiteX38" fmla="*/ 5155 w 9703"/>
              <a:gd name="connsiteY38" fmla="*/ 9682 h 10000"/>
              <a:gd name="connsiteX39" fmla="*/ 5361 w 9703"/>
              <a:gd name="connsiteY39" fmla="*/ 9243 h 10000"/>
              <a:gd name="connsiteX40" fmla="*/ 5374 w 9703"/>
              <a:gd name="connsiteY40" fmla="*/ 8712 h 10000"/>
              <a:gd name="connsiteX41" fmla="*/ 5142 w 9703"/>
              <a:gd name="connsiteY41" fmla="*/ 8190 h 10000"/>
              <a:gd name="connsiteX42" fmla="*/ 4746 w 9703"/>
              <a:gd name="connsiteY42" fmla="*/ 7921 h 10000"/>
              <a:gd name="connsiteX43" fmla="*/ 4330 w 9703"/>
              <a:gd name="connsiteY43" fmla="*/ 7943 h 10000"/>
              <a:gd name="connsiteX44" fmla="*/ 3935 w 9703"/>
              <a:gd name="connsiteY44" fmla="*/ 8290 h 10000"/>
              <a:gd name="connsiteX45" fmla="*/ 3765 w 9703"/>
              <a:gd name="connsiteY45" fmla="*/ 9098 h 10000"/>
              <a:gd name="connsiteX46" fmla="*/ 3993 w 9703"/>
              <a:gd name="connsiteY46" fmla="*/ 9682 h 10000"/>
              <a:gd name="connsiteX47" fmla="*/ 4023 w 9703"/>
              <a:gd name="connsiteY47" fmla="*/ 9893 h 10000"/>
              <a:gd name="connsiteX48" fmla="*/ 3889 w 9703"/>
              <a:gd name="connsiteY48" fmla="*/ 10000 h 10000"/>
              <a:gd name="connsiteX49" fmla="*/ 2862 w 9703"/>
              <a:gd name="connsiteY49" fmla="*/ 9998 h 10000"/>
              <a:gd name="connsiteX50" fmla="*/ 1132 w 9703"/>
              <a:gd name="connsiteY50" fmla="*/ 9998 h 10000"/>
              <a:gd name="connsiteX51" fmla="*/ 1089 w 9703"/>
              <a:gd name="connsiteY51" fmla="*/ 9944 h 10000"/>
              <a:gd name="connsiteX52" fmla="*/ 1089 w 9703"/>
              <a:gd name="connsiteY52" fmla="*/ 5893 h 10000"/>
              <a:gd name="connsiteX53" fmla="*/ 927 w 9703"/>
              <a:gd name="connsiteY53" fmla="*/ 5502 h 10000"/>
              <a:gd name="connsiteX54" fmla="*/ 526 w 9703"/>
              <a:gd name="connsiteY54" fmla="*/ 5551 h 10000"/>
              <a:gd name="connsiteX55" fmla="*/ 32 w 9703"/>
              <a:gd name="connsiteY55" fmla="*/ 5800 h 10000"/>
              <a:gd name="connsiteX56" fmla="*/ 95 w 9703"/>
              <a:gd name="connsiteY56" fmla="*/ 4206 h 10000"/>
              <a:gd name="connsiteX57" fmla="*/ 468 w 9703"/>
              <a:gd name="connsiteY57" fmla="*/ 4390 h 10000"/>
              <a:gd name="connsiteX58" fmla="*/ 660 w 9703"/>
              <a:gd name="connsiteY58" fmla="*/ 4550 h 10000"/>
              <a:gd name="connsiteX59" fmla="*/ 1064 w 9703"/>
              <a:gd name="connsiteY59" fmla="*/ 4293 h 10000"/>
              <a:gd name="connsiteX60" fmla="*/ 1089 w 9703"/>
              <a:gd name="connsiteY60" fmla="*/ 4086 h 10000"/>
              <a:gd name="connsiteX61" fmla="*/ 1089 w 9703"/>
              <a:gd name="connsiteY61" fmla="*/ 1083 h 10000"/>
              <a:gd name="connsiteX62" fmla="*/ 1089 w 9703"/>
              <a:gd name="connsiteY62" fmla="*/ 1083 h 10000"/>
              <a:gd name="connsiteX0" fmla="*/ 1090 w 9968"/>
              <a:gd name="connsiteY0" fmla="*/ 1083 h 10000"/>
              <a:gd name="connsiteX1" fmla="*/ 1090 w 9968"/>
              <a:gd name="connsiteY1" fmla="*/ 66 h 10000"/>
              <a:gd name="connsiteX2" fmla="*/ 1136 w 9968"/>
              <a:gd name="connsiteY2" fmla="*/ 6 h 10000"/>
              <a:gd name="connsiteX3" fmla="*/ 3968 w 9968"/>
              <a:gd name="connsiteY3" fmla="*/ 8 h 10000"/>
              <a:gd name="connsiteX4" fmla="*/ 4114 w 9968"/>
              <a:gd name="connsiteY4" fmla="*/ 268 h 10000"/>
              <a:gd name="connsiteX5" fmla="*/ 4066 w 9968"/>
              <a:gd name="connsiteY5" fmla="*/ 348 h 10000"/>
              <a:gd name="connsiteX6" fmla="*/ 3850 w 9968"/>
              <a:gd name="connsiteY6" fmla="*/ 896 h 10000"/>
              <a:gd name="connsiteX7" fmla="*/ 3903 w 9968"/>
              <a:gd name="connsiteY7" fmla="*/ 1461 h 10000"/>
              <a:gd name="connsiteX8" fmla="*/ 4284 w 9968"/>
              <a:gd name="connsiteY8" fmla="*/ 1985 h 10000"/>
              <a:gd name="connsiteX9" fmla="*/ 4854 w 9968"/>
              <a:gd name="connsiteY9" fmla="*/ 2087 h 10000"/>
              <a:gd name="connsiteX10" fmla="*/ 5250 w 9968"/>
              <a:gd name="connsiteY10" fmla="*/ 1836 h 10000"/>
              <a:gd name="connsiteX11" fmla="*/ 5503 w 9968"/>
              <a:gd name="connsiteY11" fmla="*/ 1305 h 10000"/>
              <a:gd name="connsiteX12" fmla="*/ 5519 w 9968"/>
              <a:gd name="connsiteY12" fmla="*/ 912 h 10000"/>
              <a:gd name="connsiteX13" fmla="*/ 5288 w 9968"/>
              <a:gd name="connsiteY13" fmla="*/ 332 h 10000"/>
              <a:gd name="connsiteX14" fmla="*/ 5245 w 9968"/>
              <a:gd name="connsiteY14" fmla="*/ 128 h 10000"/>
              <a:gd name="connsiteX15" fmla="*/ 5397 w 9968"/>
              <a:gd name="connsiteY15" fmla="*/ 1 h 10000"/>
              <a:gd name="connsiteX16" fmla="*/ 5594 w 9968"/>
              <a:gd name="connsiteY16" fmla="*/ 1 h 10000"/>
              <a:gd name="connsiteX17" fmla="*/ 6016 w 9968"/>
              <a:gd name="connsiteY17" fmla="*/ 1 h 10000"/>
              <a:gd name="connsiteX18" fmla="*/ 8146 w 9968"/>
              <a:gd name="connsiteY18" fmla="*/ 1 h 10000"/>
              <a:gd name="connsiteX19" fmla="*/ 8240 w 9968"/>
              <a:gd name="connsiteY19" fmla="*/ 6 h 10000"/>
              <a:gd name="connsiteX20" fmla="*/ 8276 w 9968"/>
              <a:gd name="connsiteY20" fmla="*/ 52 h 10000"/>
              <a:gd name="connsiteX21" fmla="*/ 8276 w 9968"/>
              <a:gd name="connsiteY21" fmla="*/ 119 h 10000"/>
              <a:gd name="connsiteX22" fmla="*/ 8276 w 9968"/>
              <a:gd name="connsiteY22" fmla="*/ 4104 h 10000"/>
              <a:gd name="connsiteX23" fmla="*/ 8395 w 9968"/>
              <a:gd name="connsiteY23" fmla="*/ 4459 h 10000"/>
              <a:gd name="connsiteX24" fmla="*/ 8751 w 9968"/>
              <a:gd name="connsiteY24" fmla="*/ 4533 h 10000"/>
              <a:gd name="connsiteX25" fmla="*/ 8883 w 9968"/>
              <a:gd name="connsiteY25" fmla="*/ 4419 h 10000"/>
              <a:gd name="connsiteX26" fmla="*/ 9497 w 9968"/>
              <a:gd name="connsiteY26" fmla="*/ 4235 h 10000"/>
              <a:gd name="connsiteX27" fmla="*/ 9895 w 9968"/>
              <a:gd name="connsiteY27" fmla="*/ 4632 h 10000"/>
              <a:gd name="connsiteX28" fmla="*/ 9943 w 9968"/>
              <a:gd name="connsiteY28" fmla="*/ 5218 h 10000"/>
              <a:gd name="connsiteX29" fmla="*/ 9677 w 9968"/>
              <a:gd name="connsiteY29" fmla="*/ 5673 h 10000"/>
              <a:gd name="connsiteX30" fmla="*/ 9156 w 9968"/>
              <a:gd name="connsiteY30" fmla="*/ 5773 h 10000"/>
              <a:gd name="connsiteX31" fmla="*/ 8848 w 9968"/>
              <a:gd name="connsiteY31" fmla="*/ 5544 h 10000"/>
              <a:gd name="connsiteX32" fmla="*/ 8495 w 9968"/>
              <a:gd name="connsiteY32" fmla="*/ 5473 h 10000"/>
              <a:gd name="connsiteX33" fmla="*/ 8276 w 9968"/>
              <a:gd name="connsiteY33" fmla="*/ 5882 h 10000"/>
              <a:gd name="connsiteX34" fmla="*/ 8276 w 9968"/>
              <a:gd name="connsiteY34" fmla="*/ 9938 h 10000"/>
              <a:gd name="connsiteX35" fmla="*/ 8226 w 9968"/>
              <a:gd name="connsiteY35" fmla="*/ 9998 h 10000"/>
              <a:gd name="connsiteX36" fmla="*/ 5402 w 9968"/>
              <a:gd name="connsiteY36" fmla="*/ 9998 h 10000"/>
              <a:gd name="connsiteX37" fmla="*/ 5273 w 9968"/>
              <a:gd name="connsiteY37" fmla="*/ 9931 h 10000"/>
              <a:gd name="connsiteX38" fmla="*/ 5281 w 9968"/>
              <a:gd name="connsiteY38" fmla="*/ 9682 h 10000"/>
              <a:gd name="connsiteX39" fmla="*/ 5493 w 9968"/>
              <a:gd name="connsiteY39" fmla="*/ 9243 h 10000"/>
              <a:gd name="connsiteX40" fmla="*/ 5506 w 9968"/>
              <a:gd name="connsiteY40" fmla="*/ 8712 h 10000"/>
              <a:gd name="connsiteX41" fmla="*/ 5267 w 9968"/>
              <a:gd name="connsiteY41" fmla="*/ 8190 h 10000"/>
              <a:gd name="connsiteX42" fmla="*/ 4859 w 9968"/>
              <a:gd name="connsiteY42" fmla="*/ 7921 h 10000"/>
              <a:gd name="connsiteX43" fmla="*/ 4431 w 9968"/>
              <a:gd name="connsiteY43" fmla="*/ 7943 h 10000"/>
              <a:gd name="connsiteX44" fmla="*/ 4023 w 9968"/>
              <a:gd name="connsiteY44" fmla="*/ 8290 h 10000"/>
              <a:gd name="connsiteX45" fmla="*/ 3848 w 9968"/>
              <a:gd name="connsiteY45" fmla="*/ 9098 h 10000"/>
              <a:gd name="connsiteX46" fmla="*/ 4083 w 9968"/>
              <a:gd name="connsiteY46" fmla="*/ 9682 h 10000"/>
              <a:gd name="connsiteX47" fmla="*/ 4114 w 9968"/>
              <a:gd name="connsiteY47" fmla="*/ 9893 h 10000"/>
              <a:gd name="connsiteX48" fmla="*/ 3976 w 9968"/>
              <a:gd name="connsiteY48" fmla="*/ 10000 h 10000"/>
              <a:gd name="connsiteX49" fmla="*/ 2918 w 9968"/>
              <a:gd name="connsiteY49" fmla="*/ 9998 h 10000"/>
              <a:gd name="connsiteX50" fmla="*/ 1135 w 9968"/>
              <a:gd name="connsiteY50" fmla="*/ 9998 h 10000"/>
              <a:gd name="connsiteX51" fmla="*/ 1090 w 9968"/>
              <a:gd name="connsiteY51" fmla="*/ 9944 h 10000"/>
              <a:gd name="connsiteX52" fmla="*/ 1090 w 9968"/>
              <a:gd name="connsiteY52" fmla="*/ 5893 h 10000"/>
              <a:gd name="connsiteX53" fmla="*/ 923 w 9968"/>
              <a:gd name="connsiteY53" fmla="*/ 5502 h 10000"/>
              <a:gd name="connsiteX54" fmla="*/ 510 w 9968"/>
              <a:gd name="connsiteY54" fmla="*/ 5551 h 10000"/>
              <a:gd name="connsiteX55" fmla="*/ 1 w 9968"/>
              <a:gd name="connsiteY55" fmla="*/ 5800 h 10000"/>
              <a:gd name="connsiteX56" fmla="*/ 450 w 9968"/>
              <a:gd name="connsiteY56" fmla="*/ 4390 h 10000"/>
              <a:gd name="connsiteX57" fmla="*/ 648 w 9968"/>
              <a:gd name="connsiteY57" fmla="*/ 4550 h 10000"/>
              <a:gd name="connsiteX58" fmla="*/ 1065 w 9968"/>
              <a:gd name="connsiteY58" fmla="*/ 4293 h 10000"/>
              <a:gd name="connsiteX59" fmla="*/ 1090 w 9968"/>
              <a:gd name="connsiteY59" fmla="*/ 4086 h 10000"/>
              <a:gd name="connsiteX60" fmla="*/ 1090 w 9968"/>
              <a:gd name="connsiteY60" fmla="*/ 1083 h 10000"/>
              <a:gd name="connsiteX61" fmla="*/ 1090 w 9968"/>
              <a:gd name="connsiteY61" fmla="*/ 1083 h 10000"/>
              <a:gd name="connsiteX0" fmla="*/ 1093 w 10000"/>
              <a:gd name="connsiteY0" fmla="*/ 1083 h 10000"/>
              <a:gd name="connsiteX1" fmla="*/ 1093 w 10000"/>
              <a:gd name="connsiteY1" fmla="*/ 66 h 10000"/>
              <a:gd name="connsiteX2" fmla="*/ 1140 w 10000"/>
              <a:gd name="connsiteY2" fmla="*/ 6 h 10000"/>
              <a:gd name="connsiteX3" fmla="*/ 3981 w 10000"/>
              <a:gd name="connsiteY3" fmla="*/ 8 h 10000"/>
              <a:gd name="connsiteX4" fmla="*/ 4127 w 10000"/>
              <a:gd name="connsiteY4" fmla="*/ 268 h 10000"/>
              <a:gd name="connsiteX5" fmla="*/ 4079 w 10000"/>
              <a:gd name="connsiteY5" fmla="*/ 348 h 10000"/>
              <a:gd name="connsiteX6" fmla="*/ 3862 w 10000"/>
              <a:gd name="connsiteY6" fmla="*/ 896 h 10000"/>
              <a:gd name="connsiteX7" fmla="*/ 3916 w 10000"/>
              <a:gd name="connsiteY7" fmla="*/ 1461 h 10000"/>
              <a:gd name="connsiteX8" fmla="*/ 4298 w 10000"/>
              <a:gd name="connsiteY8" fmla="*/ 1985 h 10000"/>
              <a:gd name="connsiteX9" fmla="*/ 4870 w 10000"/>
              <a:gd name="connsiteY9" fmla="*/ 2087 h 10000"/>
              <a:gd name="connsiteX10" fmla="*/ 5267 w 10000"/>
              <a:gd name="connsiteY10" fmla="*/ 1836 h 10000"/>
              <a:gd name="connsiteX11" fmla="*/ 5521 w 10000"/>
              <a:gd name="connsiteY11" fmla="*/ 1305 h 10000"/>
              <a:gd name="connsiteX12" fmla="*/ 5537 w 10000"/>
              <a:gd name="connsiteY12" fmla="*/ 912 h 10000"/>
              <a:gd name="connsiteX13" fmla="*/ 5305 w 10000"/>
              <a:gd name="connsiteY13" fmla="*/ 332 h 10000"/>
              <a:gd name="connsiteX14" fmla="*/ 5262 w 10000"/>
              <a:gd name="connsiteY14" fmla="*/ 128 h 10000"/>
              <a:gd name="connsiteX15" fmla="*/ 5414 w 10000"/>
              <a:gd name="connsiteY15" fmla="*/ 1 h 10000"/>
              <a:gd name="connsiteX16" fmla="*/ 5612 w 10000"/>
              <a:gd name="connsiteY16" fmla="*/ 1 h 10000"/>
              <a:gd name="connsiteX17" fmla="*/ 6035 w 10000"/>
              <a:gd name="connsiteY17" fmla="*/ 1 h 10000"/>
              <a:gd name="connsiteX18" fmla="*/ 8172 w 10000"/>
              <a:gd name="connsiteY18" fmla="*/ 1 h 10000"/>
              <a:gd name="connsiteX19" fmla="*/ 8266 w 10000"/>
              <a:gd name="connsiteY19" fmla="*/ 6 h 10000"/>
              <a:gd name="connsiteX20" fmla="*/ 8303 w 10000"/>
              <a:gd name="connsiteY20" fmla="*/ 52 h 10000"/>
              <a:gd name="connsiteX21" fmla="*/ 8303 w 10000"/>
              <a:gd name="connsiteY21" fmla="*/ 119 h 10000"/>
              <a:gd name="connsiteX22" fmla="*/ 8303 w 10000"/>
              <a:gd name="connsiteY22" fmla="*/ 4104 h 10000"/>
              <a:gd name="connsiteX23" fmla="*/ 8422 w 10000"/>
              <a:gd name="connsiteY23" fmla="*/ 4459 h 10000"/>
              <a:gd name="connsiteX24" fmla="*/ 8779 w 10000"/>
              <a:gd name="connsiteY24" fmla="*/ 4533 h 10000"/>
              <a:gd name="connsiteX25" fmla="*/ 8912 w 10000"/>
              <a:gd name="connsiteY25" fmla="*/ 4419 h 10000"/>
              <a:gd name="connsiteX26" fmla="*/ 9527 w 10000"/>
              <a:gd name="connsiteY26" fmla="*/ 4235 h 10000"/>
              <a:gd name="connsiteX27" fmla="*/ 9927 w 10000"/>
              <a:gd name="connsiteY27" fmla="*/ 4632 h 10000"/>
              <a:gd name="connsiteX28" fmla="*/ 9975 w 10000"/>
              <a:gd name="connsiteY28" fmla="*/ 5218 h 10000"/>
              <a:gd name="connsiteX29" fmla="*/ 9708 w 10000"/>
              <a:gd name="connsiteY29" fmla="*/ 5673 h 10000"/>
              <a:gd name="connsiteX30" fmla="*/ 9185 w 10000"/>
              <a:gd name="connsiteY30" fmla="*/ 5773 h 10000"/>
              <a:gd name="connsiteX31" fmla="*/ 8876 w 10000"/>
              <a:gd name="connsiteY31" fmla="*/ 5544 h 10000"/>
              <a:gd name="connsiteX32" fmla="*/ 8522 w 10000"/>
              <a:gd name="connsiteY32" fmla="*/ 5473 h 10000"/>
              <a:gd name="connsiteX33" fmla="*/ 8303 w 10000"/>
              <a:gd name="connsiteY33" fmla="*/ 5882 h 10000"/>
              <a:gd name="connsiteX34" fmla="*/ 8303 w 10000"/>
              <a:gd name="connsiteY34" fmla="*/ 9938 h 10000"/>
              <a:gd name="connsiteX35" fmla="*/ 8252 w 10000"/>
              <a:gd name="connsiteY35" fmla="*/ 9998 h 10000"/>
              <a:gd name="connsiteX36" fmla="*/ 5419 w 10000"/>
              <a:gd name="connsiteY36" fmla="*/ 9998 h 10000"/>
              <a:gd name="connsiteX37" fmla="*/ 5290 w 10000"/>
              <a:gd name="connsiteY37" fmla="*/ 9931 h 10000"/>
              <a:gd name="connsiteX38" fmla="*/ 5298 w 10000"/>
              <a:gd name="connsiteY38" fmla="*/ 9682 h 10000"/>
              <a:gd name="connsiteX39" fmla="*/ 5511 w 10000"/>
              <a:gd name="connsiteY39" fmla="*/ 9243 h 10000"/>
              <a:gd name="connsiteX40" fmla="*/ 5524 w 10000"/>
              <a:gd name="connsiteY40" fmla="*/ 8712 h 10000"/>
              <a:gd name="connsiteX41" fmla="*/ 5284 w 10000"/>
              <a:gd name="connsiteY41" fmla="*/ 8190 h 10000"/>
              <a:gd name="connsiteX42" fmla="*/ 4875 w 10000"/>
              <a:gd name="connsiteY42" fmla="*/ 7921 h 10000"/>
              <a:gd name="connsiteX43" fmla="*/ 4445 w 10000"/>
              <a:gd name="connsiteY43" fmla="*/ 7943 h 10000"/>
              <a:gd name="connsiteX44" fmla="*/ 4036 w 10000"/>
              <a:gd name="connsiteY44" fmla="*/ 8290 h 10000"/>
              <a:gd name="connsiteX45" fmla="*/ 3860 w 10000"/>
              <a:gd name="connsiteY45" fmla="*/ 9098 h 10000"/>
              <a:gd name="connsiteX46" fmla="*/ 4096 w 10000"/>
              <a:gd name="connsiteY46" fmla="*/ 9682 h 10000"/>
              <a:gd name="connsiteX47" fmla="*/ 4127 w 10000"/>
              <a:gd name="connsiteY47" fmla="*/ 9893 h 10000"/>
              <a:gd name="connsiteX48" fmla="*/ 3989 w 10000"/>
              <a:gd name="connsiteY48" fmla="*/ 10000 h 10000"/>
              <a:gd name="connsiteX49" fmla="*/ 2927 w 10000"/>
              <a:gd name="connsiteY49" fmla="*/ 9998 h 10000"/>
              <a:gd name="connsiteX50" fmla="*/ 1139 w 10000"/>
              <a:gd name="connsiteY50" fmla="*/ 9998 h 10000"/>
              <a:gd name="connsiteX51" fmla="*/ 1093 w 10000"/>
              <a:gd name="connsiteY51" fmla="*/ 9944 h 10000"/>
              <a:gd name="connsiteX52" fmla="*/ 1093 w 10000"/>
              <a:gd name="connsiteY52" fmla="*/ 5893 h 10000"/>
              <a:gd name="connsiteX53" fmla="*/ 926 w 10000"/>
              <a:gd name="connsiteY53" fmla="*/ 5502 h 10000"/>
              <a:gd name="connsiteX54" fmla="*/ 512 w 10000"/>
              <a:gd name="connsiteY54" fmla="*/ 5551 h 10000"/>
              <a:gd name="connsiteX55" fmla="*/ 1 w 10000"/>
              <a:gd name="connsiteY55" fmla="*/ 5800 h 10000"/>
              <a:gd name="connsiteX56" fmla="*/ 650 w 10000"/>
              <a:gd name="connsiteY56" fmla="*/ 4550 h 10000"/>
              <a:gd name="connsiteX57" fmla="*/ 1068 w 10000"/>
              <a:gd name="connsiteY57" fmla="*/ 4293 h 10000"/>
              <a:gd name="connsiteX58" fmla="*/ 1093 w 10000"/>
              <a:gd name="connsiteY58" fmla="*/ 4086 h 10000"/>
              <a:gd name="connsiteX59" fmla="*/ 1093 w 10000"/>
              <a:gd name="connsiteY59" fmla="*/ 1083 h 10000"/>
              <a:gd name="connsiteX60" fmla="*/ 1093 w 10000"/>
              <a:gd name="connsiteY60" fmla="*/ 1083 h 10000"/>
              <a:gd name="connsiteX0" fmla="*/ 1104 w 10011"/>
              <a:gd name="connsiteY0" fmla="*/ 1083 h 10000"/>
              <a:gd name="connsiteX1" fmla="*/ 1104 w 10011"/>
              <a:gd name="connsiteY1" fmla="*/ 66 h 10000"/>
              <a:gd name="connsiteX2" fmla="*/ 1151 w 10011"/>
              <a:gd name="connsiteY2" fmla="*/ 6 h 10000"/>
              <a:gd name="connsiteX3" fmla="*/ 3992 w 10011"/>
              <a:gd name="connsiteY3" fmla="*/ 8 h 10000"/>
              <a:gd name="connsiteX4" fmla="*/ 4138 w 10011"/>
              <a:gd name="connsiteY4" fmla="*/ 268 h 10000"/>
              <a:gd name="connsiteX5" fmla="*/ 4090 w 10011"/>
              <a:gd name="connsiteY5" fmla="*/ 348 h 10000"/>
              <a:gd name="connsiteX6" fmla="*/ 3873 w 10011"/>
              <a:gd name="connsiteY6" fmla="*/ 896 h 10000"/>
              <a:gd name="connsiteX7" fmla="*/ 3927 w 10011"/>
              <a:gd name="connsiteY7" fmla="*/ 1461 h 10000"/>
              <a:gd name="connsiteX8" fmla="*/ 4309 w 10011"/>
              <a:gd name="connsiteY8" fmla="*/ 1985 h 10000"/>
              <a:gd name="connsiteX9" fmla="*/ 4881 w 10011"/>
              <a:gd name="connsiteY9" fmla="*/ 2087 h 10000"/>
              <a:gd name="connsiteX10" fmla="*/ 5278 w 10011"/>
              <a:gd name="connsiteY10" fmla="*/ 1836 h 10000"/>
              <a:gd name="connsiteX11" fmla="*/ 5532 w 10011"/>
              <a:gd name="connsiteY11" fmla="*/ 1305 h 10000"/>
              <a:gd name="connsiteX12" fmla="*/ 5548 w 10011"/>
              <a:gd name="connsiteY12" fmla="*/ 912 h 10000"/>
              <a:gd name="connsiteX13" fmla="*/ 5316 w 10011"/>
              <a:gd name="connsiteY13" fmla="*/ 332 h 10000"/>
              <a:gd name="connsiteX14" fmla="*/ 5273 w 10011"/>
              <a:gd name="connsiteY14" fmla="*/ 128 h 10000"/>
              <a:gd name="connsiteX15" fmla="*/ 5425 w 10011"/>
              <a:gd name="connsiteY15" fmla="*/ 1 h 10000"/>
              <a:gd name="connsiteX16" fmla="*/ 5623 w 10011"/>
              <a:gd name="connsiteY16" fmla="*/ 1 h 10000"/>
              <a:gd name="connsiteX17" fmla="*/ 6046 w 10011"/>
              <a:gd name="connsiteY17" fmla="*/ 1 h 10000"/>
              <a:gd name="connsiteX18" fmla="*/ 8183 w 10011"/>
              <a:gd name="connsiteY18" fmla="*/ 1 h 10000"/>
              <a:gd name="connsiteX19" fmla="*/ 8277 w 10011"/>
              <a:gd name="connsiteY19" fmla="*/ 6 h 10000"/>
              <a:gd name="connsiteX20" fmla="*/ 8314 w 10011"/>
              <a:gd name="connsiteY20" fmla="*/ 52 h 10000"/>
              <a:gd name="connsiteX21" fmla="*/ 8314 w 10011"/>
              <a:gd name="connsiteY21" fmla="*/ 119 h 10000"/>
              <a:gd name="connsiteX22" fmla="*/ 8314 w 10011"/>
              <a:gd name="connsiteY22" fmla="*/ 4104 h 10000"/>
              <a:gd name="connsiteX23" fmla="*/ 8433 w 10011"/>
              <a:gd name="connsiteY23" fmla="*/ 4459 h 10000"/>
              <a:gd name="connsiteX24" fmla="*/ 8790 w 10011"/>
              <a:gd name="connsiteY24" fmla="*/ 4533 h 10000"/>
              <a:gd name="connsiteX25" fmla="*/ 8923 w 10011"/>
              <a:gd name="connsiteY25" fmla="*/ 4419 h 10000"/>
              <a:gd name="connsiteX26" fmla="*/ 9538 w 10011"/>
              <a:gd name="connsiteY26" fmla="*/ 4235 h 10000"/>
              <a:gd name="connsiteX27" fmla="*/ 9938 w 10011"/>
              <a:gd name="connsiteY27" fmla="*/ 4632 h 10000"/>
              <a:gd name="connsiteX28" fmla="*/ 9986 w 10011"/>
              <a:gd name="connsiteY28" fmla="*/ 5218 h 10000"/>
              <a:gd name="connsiteX29" fmla="*/ 9719 w 10011"/>
              <a:gd name="connsiteY29" fmla="*/ 5673 h 10000"/>
              <a:gd name="connsiteX30" fmla="*/ 9196 w 10011"/>
              <a:gd name="connsiteY30" fmla="*/ 5773 h 10000"/>
              <a:gd name="connsiteX31" fmla="*/ 8887 w 10011"/>
              <a:gd name="connsiteY31" fmla="*/ 5544 h 10000"/>
              <a:gd name="connsiteX32" fmla="*/ 8533 w 10011"/>
              <a:gd name="connsiteY32" fmla="*/ 5473 h 10000"/>
              <a:gd name="connsiteX33" fmla="*/ 8314 w 10011"/>
              <a:gd name="connsiteY33" fmla="*/ 5882 h 10000"/>
              <a:gd name="connsiteX34" fmla="*/ 8314 w 10011"/>
              <a:gd name="connsiteY34" fmla="*/ 9938 h 10000"/>
              <a:gd name="connsiteX35" fmla="*/ 8263 w 10011"/>
              <a:gd name="connsiteY35" fmla="*/ 9998 h 10000"/>
              <a:gd name="connsiteX36" fmla="*/ 5430 w 10011"/>
              <a:gd name="connsiteY36" fmla="*/ 9998 h 10000"/>
              <a:gd name="connsiteX37" fmla="*/ 5301 w 10011"/>
              <a:gd name="connsiteY37" fmla="*/ 9931 h 10000"/>
              <a:gd name="connsiteX38" fmla="*/ 5309 w 10011"/>
              <a:gd name="connsiteY38" fmla="*/ 9682 h 10000"/>
              <a:gd name="connsiteX39" fmla="*/ 5522 w 10011"/>
              <a:gd name="connsiteY39" fmla="*/ 9243 h 10000"/>
              <a:gd name="connsiteX40" fmla="*/ 5535 w 10011"/>
              <a:gd name="connsiteY40" fmla="*/ 8712 h 10000"/>
              <a:gd name="connsiteX41" fmla="*/ 5295 w 10011"/>
              <a:gd name="connsiteY41" fmla="*/ 8190 h 10000"/>
              <a:gd name="connsiteX42" fmla="*/ 4886 w 10011"/>
              <a:gd name="connsiteY42" fmla="*/ 7921 h 10000"/>
              <a:gd name="connsiteX43" fmla="*/ 4456 w 10011"/>
              <a:gd name="connsiteY43" fmla="*/ 7943 h 10000"/>
              <a:gd name="connsiteX44" fmla="*/ 4047 w 10011"/>
              <a:gd name="connsiteY44" fmla="*/ 8290 h 10000"/>
              <a:gd name="connsiteX45" fmla="*/ 3871 w 10011"/>
              <a:gd name="connsiteY45" fmla="*/ 9098 h 10000"/>
              <a:gd name="connsiteX46" fmla="*/ 4107 w 10011"/>
              <a:gd name="connsiteY46" fmla="*/ 9682 h 10000"/>
              <a:gd name="connsiteX47" fmla="*/ 4138 w 10011"/>
              <a:gd name="connsiteY47" fmla="*/ 9893 h 10000"/>
              <a:gd name="connsiteX48" fmla="*/ 4000 w 10011"/>
              <a:gd name="connsiteY48" fmla="*/ 10000 h 10000"/>
              <a:gd name="connsiteX49" fmla="*/ 2938 w 10011"/>
              <a:gd name="connsiteY49" fmla="*/ 9998 h 10000"/>
              <a:gd name="connsiteX50" fmla="*/ 1150 w 10011"/>
              <a:gd name="connsiteY50" fmla="*/ 9998 h 10000"/>
              <a:gd name="connsiteX51" fmla="*/ 1104 w 10011"/>
              <a:gd name="connsiteY51" fmla="*/ 9944 h 10000"/>
              <a:gd name="connsiteX52" fmla="*/ 1104 w 10011"/>
              <a:gd name="connsiteY52" fmla="*/ 5893 h 10000"/>
              <a:gd name="connsiteX53" fmla="*/ 937 w 10011"/>
              <a:gd name="connsiteY53" fmla="*/ 5502 h 10000"/>
              <a:gd name="connsiteX54" fmla="*/ 523 w 10011"/>
              <a:gd name="connsiteY54" fmla="*/ 5551 h 10000"/>
              <a:gd name="connsiteX55" fmla="*/ 12 w 10011"/>
              <a:gd name="connsiteY55" fmla="*/ 5800 h 10000"/>
              <a:gd name="connsiteX56" fmla="*/ 1079 w 10011"/>
              <a:gd name="connsiteY56" fmla="*/ 4293 h 10000"/>
              <a:gd name="connsiteX57" fmla="*/ 1104 w 10011"/>
              <a:gd name="connsiteY57" fmla="*/ 4086 h 10000"/>
              <a:gd name="connsiteX58" fmla="*/ 1104 w 10011"/>
              <a:gd name="connsiteY58" fmla="*/ 1083 h 10000"/>
              <a:gd name="connsiteX59" fmla="*/ 1104 w 10011"/>
              <a:gd name="connsiteY59" fmla="*/ 1083 h 10000"/>
              <a:gd name="connsiteX0" fmla="*/ 583 w 9490"/>
              <a:gd name="connsiteY0" fmla="*/ 1083 h 10000"/>
              <a:gd name="connsiteX1" fmla="*/ 583 w 9490"/>
              <a:gd name="connsiteY1" fmla="*/ 66 h 10000"/>
              <a:gd name="connsiteX2" fmla="*/ 630 w 9490"/>
              <a:gd name="connsiteY2" fmla="*/ 6 h 10000"/>
              <a:gd name="connsiteX3" fmla="*/ 3471 w 9490"/>
              <a:gd name="connsiteY3" fmla="*/ 8 h 10000"/>
              <a:gd name="connsiteX4" fmla="*/ 3617 w 9490"/>
              <a:gd name="connsiteY4" fmla="*/ 268 h 10000"/>
              <a:gd name="connsiteX5" fmla="*/ 3569 w 9490"/>
              <a:gd name="connsiteY5" fmla="*/ 348 h 10000"/>
              <a:gd name="connsiteX6" fmla="*/ 3352 w 9490"/>
              <a:gd name="connsiteY6" fmla="*/ 896 h 10000"/>
              <a:gd name="connsiteX7" fmla="*/ 3406 w 9490"/>
              <a:gd name="connsiteY7" fmla="*/ 1461 h 10000"/>
              <a:gd name="connsiteX8" fmla="*/ 3788 w 9490"/>
              <a:gd name="connsiteY8" fmla="*/ 1985 h 10000"/>
              <a:gd name="connsiteX9" fmla="*/ 4360 w 9490"/>
              <a:gd name="connsiteY9" fmla="*/ 2087 h 10000"/>
              <a:gd name="connsiteX10" fmla="*/ 4757 w 9490"/>
              <a:gd name="connsiteY10" fmla="*/ 1836 h 10000"/>
              <a:gd name="connsiteX11" fmla="*/ 5011 w 9490"/>
              <a:gd name="connsiteY11" fmla="*/ 1305 h 10000"/>
              <a:gd name="connsiteX12" fmla="*/ 5027 w 9490"/>
              <a:gd name="connsiteY12" fmla="*/ 912 h 10000"/>
              <a:gd name="connsiteX13" fmla="*/ 4795 w 9490"/>
              <a:gd name="connsiteY13" fmla="*/ 332 h 10000"/>
              <a:gd name="connsiteX14" fmla="*/ 4752 w 9490"/>
              <a:gd name="connsiteY14" fmla="*/ 128 h 10000"/>
              <a:gd name="connsiteX15" fmla="*/ 4904 w 9490"/>
              <a:gd name="connsiteY15" fmla="*/ 1 h 10000"/>
              <a:gd name="connsiteX16" fmla="*/ 5102 w 9490"/>
              <a:gd name="connsiteY16" fmla="*/ 1 h 10000"/>
              <a:gd name="connsiteX17" fmla="*/ 5525 w 9490"/>
              <a:gd name="connsiteY17" fmla="*/ 1 h 10000"/>
              <a:gd name="connsiteX18" fmla="*/ 7662 w 9490"/>
              <a:gd name="connsiteY18" fmla="*/ 1 h 10000"/>
              <a:gd name="connsiteX19" fmla="*/ 7756 w 9490"/>
              <a:gd name="connsiteY19" fmla="*/ 6 h 10000"/>
              <a:gd name="connsiteX20" fmla="*/ 7793 w 9490"/>
              <a:gd name="connsiteY20" fmla="*/ 52 h 10000"/>
              <a:gd name="connsiteX21" fmla="*/ 7793 w 9490"/>
              <a:gd name="connsiteY21" fmla="*/ 119 h 10000"/>
              <a:gd name="connsiteX22" fmla="*/ 7793 w 9490"/>
              <a:gd name="connsiteY22" fmla="*/ 4104 h 10000"/>
              <a:gd name="connsiteX23" fmla="*/ 7912 w 9490"/>
              <a:gd name="connsiteY23" fmla="*/ 4459 h 10000"/>
              <a:gd name="connsiteX24" fmla="*/ 8269 w 9490"/>
              <a:gd name="connsiteY24" fmla="*/ 4533 h 10000"/>
              <a:gd name="connsiteX25" fmla="*/ 8402 w 9490"/>
              <a:gd name="connsiteY25" fmla="*/ 4419 h 10000"/>
              <a:gd name="connsiteX26" fmla="*/ 9017 w 9490"/>
              <a:gd name="connsiteY26" fmla="*/ 4235 h 10000"/>
              <a:gd name="connsiteX27" fmla="*/ 9417 w 9490"/>
              <a:gd name="connsiteY27" fmla="*/ 4632 h 10000"/>
              <a:gd name="connsiteX28" fmla="*/ 9465 w 9490"/>
              <a:gd name="connsiteY28" fmla="*/ 5218 h 10000"/>
              <a:gd name="connsiteX29" fmla="*/ 9198 w 9490"/>
              <a:gd name="connsiteY29" fmla="*/ 5673 h 10000"/>
              <a:gd name="connsiteX30" fmla="*/ 8675 w 9490"/>
              <a:gd name="connsiteY30" fmla="*/ 5773 h 10000"/>
              <a:gd name="connsiteX31" fmla="*/ 8366 w 9490"/>
              <a:gd name="connsiteY31" fmla="*/ 5544 h 10000"/>
              <a:gd name="connsiteX32" fmla="*/ 8012 w 9490"/>
              <a:gd name="connsiteY32" fmla="*/ 5473 h 10000"/>
              <a:gd name="connsiteX33" fmla="*/ 7793 w 9490"/>
              <a:gd name="connsiteY33" fmla="*/ 5882 h 10000"/>
              <a:gd name="connsiteX34" fmla="*/ 7793 w 9490"/>
              <a:gd name="connsiteY34" fmla="*/ 9938 h 10000"/>
              <a:gd name="connsiteX35" fmla="*/ 7742 w 9490"/>
              <a:gd name="connsiteY35" fmla="*/ 9998 h 10000"/>
              <a:gd name="connsiteX36" fmla="*/ 4909 w 9490"/>
              <a:gd name="connsiteY36" fmla="*/ 9998 h 10000"/>
              <a:gd name="connsiteX37" fmla="*/ 4780 w 9490"/>
              <a:gd name="connsiteY37" fmla="*/ 9931 h 10000"/>
              <a:gd name="connsiteX38" fmla="*/ 4788 w 9490"/>
              <a:gd name="connsiteY38" fmla="*/ 9682 h 10000"/>
              <a:gd name="connsiteX39" fmla="*/ 5001 w 9490"/>
              <a:gd name="connsiteY39" fmla="*/ 9243 h 10000"/>
              <a:gd name="connsiteX40" fmla="*/ 5014 w 9490"/>
              <a:gd name="connsiteY40" fmla="*/ 8712 h 10000"/>
              <a:gd name="connsiteX41" fmla="*/ 4774 w 9490"/>
              <a:gd name="connsiteY41" fmla="*/ 8190 h 10000"/>
              <a:gd name="connsiteX42" fmla="*/ 4365 w 9490"/>
              <a:gd name="connsiteY42" fmla="*/ 7921 h 10000"/>
              <a:gd name="connsiteX43" fmla="*/ 3935 w 9490"/>
              <a:gd name="connsiteY43" fmla="*/ 7943 h 10000"/>
              <a:gd name="connsiteX44" fmla="*/ 3526 w 9490"/>
              <a:gd name="connsiteY44" fmla="*/ 8290 h 10000"/>
              <a:gd name="connsiteX45" fmla="*/ 3350 w 9490"/>
              <a:gd name="connsiteY45" fmla="*/ 9098 h 10000"/>
              <a:gd name="connsiteX46" fmla="*/ 3586 w 9490"/>
              <a:gd name="connsiteY46" fmla="*/ 9682 h 10000"/>
              <a:gd name="connsiteX47" fmla="*/ 3617 w 9490"/>
              <a:gd name="connsiteY47" fmla="*/ 9893 h 10000"/>
              <a:gd name="connsiteX48" fmla="*/ 3479 w 9490"/>
              <a:gd name="connsiteY48" fmla="*/ 10000 h 10000"/>
              <a:gd name="connsiteX49" fmla="*/ 2417 w 9490"/>
              <a:gd name="connsiteY49" fmla="*/ 9998 h 10000"/>
              <a:gd name="connsiteX50" fmla="*/ 629 w 9490"/>
              <a:gd name="connsiteY50" fmla="*/ 9998 h 10000"/>
              <a:gd name="connsiteX51" fmla="*/ 583 w 9490"/>
              <a:gd name="connsiteY51" fmla="*/ 9944 h 10000"/>
              <a:gd name="connsiteX52" fmla="*/ 583 w 9490"/>
              <a:gd name="connsiteY52" fmla="*/ 5893 h 10000"/>
              <a:gd name="connsiteX53" fmla="*/ 416 w 9490"/>
              <a:gd name="connsiteY53" fmla="*/ 5502 h 10000"/>
              <a:gd name="connsiteX54" fmla="*/ 2 w 9490"/>
              <a:gd name="connsiteY54" fmla="*/ 5551 h 10000"/>
              <a:gd name="connsiteX55" fmla="*/ 558 w 9490"/>
              <a:gd name="connsiteY55" fmla="*/ 4293 h 10000"/>
              <a:gd name="connsiteX56" fmla="*/ 583 w 9490"/>
              <a:gd name="connsiteY56" fmla="*/ 4086 h 10000"/>
              <a:gd name="connsiteX57" fmla="*/ 583 w 9490"/>
              <a:gd name="connsiteY57" fmla="*/ 1083 h 10000"/>
              <a:gd name="connsiteX58" fmla="*/ 583 w 9490"/>
              <a:gd name="connsiteY58" fmla="*/ 1083 h 10000"/>
              <a:gd name="connsiteX0" fmla="*/ 177 w 9563"/>
              <a:gd name="connsiteY0" fmla="*/ 1083 h 10000"/>
              <a:gd name="connsiteX1" fmla="*/ 177 w 9563"/>
              <a:gd name="connsiteY1" fmla="*/ 66 h 10000"/>
              <a:gd name="connsiteX2" fmla="*/ 227 w 9563"/>
              <a:gd name="connsiteY2" fmla="*/ 6 h 10000"/>
              <a:gd name="connsiteX3" fmla="*/ 3221 w 9563"/>
              <a:gd name="connsiteY3" fmla="*/ 8 h 10000"/>
              <a:gd name="connsiteX4" fmla="*/ 3374 w 9563"/>
              <a:gd name="connsiteY4" fmla="*/ 268 h 10000"/>
              <a:gd name="connsiteX5" fmla="*/ 3324 w 9563"/>
              <a:gd name="connsiteY5" fmla="*/ 348 h 10000"/>
              <a:gd name="connsiteX6" fmla="*/ 3095 w 9563"/>
              <a:gd name="connsiteY6" fmla="*/ 896 h 10000"/>
              <a:gd name="connsiteX7" fmla="*/ 3152 w 9563"/>
              <a:gd name="connsiteY7" fmla="*/ 1461 h 10000"/>
              <a:gd name="connsiteX8" fmla="*/ 3555 w 9563"/>
              <a:gd name="connsiteY8" fmla="*/ 1985 h 10000"/>
              <a:gd name="connsiteX9" fmla="*/ 4157 w 9563"/>
              <a:gd name="connsiteY9" fmla="*/ 2087 h 10000"/>
              <a:gd name="connsiteX10" fmla="*/ 4576 w 9563"/>
              <a:gd name="connsiteY10" fmla="*/ 1836 h 10000"/>
              <a:gd name="connsiteX11" fmla="*/ 4843 w 9563"/>
              <a:gd name="connsiteY11" fmla="*/ 1305 h 10000"/>
              <a:gd name="connsiteX12" fmla="*/ 4860 w 9563"/>
              <a:gd name="connsiteY12" fmla="*/ 912 h 10000"/>
              <a:gd name="connsiteX13" fmla="*/ 4616 w 9563"/>
              <a:gd name="connsiteY13" fmla="*/ 332 h 10000"/>
              <a:gd name="connsiteX14" fmla="*/ 4570 w 9563"/>
              <a:gd name="connsiteY14" fmla="*/ 128 h 10000"/>
              <a:gd name="connsiteX15" fmla="*/ 4731 w 9563"/>
              <a:gd name="connsiteY15" fmla="*/ 1 h 10000"/>
              <a:gd name="connsiteX16" fmla="*/ 4939 w 9563"/>
              <a:gd name="connsiteY16" fmla="*/ 1 h 10000"/>
              <a:gd name="connsiteX17" fmla="*/ 5385 w 9563"/>
              <a:gd name="connsiteY17" fmla="*/ 1 h 10000"/>
              <a:gd name="connsiteX18" fmla="*/ 7637 w 9563"/>
              <a:gd name="connsiteY18" fmla="*/ 1 h 10000"/>
              <a:gd name="connsiteX19" fmla="*/ 7736 w 9563"/>
              <a:gd name="connsiteY19" fmla="*/ 6 h 10000"/>
              <a:gd name="connsiteX20" fmla="*/ 7775 w 9563"/>
              <a:gd name="connsiteY20" fmla="*/ 52 h 10000"/>
              <a:gd name="connsiteX21" fmla="*/ 7775 w 9563"/>
              <a:gd name="connsiteY21" fmla="*/ 119 h 10000"/>
              <a:gd name="connsiteX22" fmla="*/ 7775 w 9563"/>
              <a:gd name="connsiteY22" fmla="*/ 4104 h 10000"/>
              <a:gd name="connsiteX23" fmla="*/ 7900 w 9563"/>
              <a:gd name="connsiteY23" fmla="*/ 4459 h 10000"/>
              <a:gd name="connsiteX24" fmla="*/ 8276 w 9563"/>
              <a:gd name="connsiteY24" fmla="*/ 4533 h 10000"/>
              <a:gd name="connsiteX25" fmla="*/ 8417 w 9563"/>
              <a:gd name="connsiteY25" fmla="*/ 4419 h 10000"/>
              <a:gd name="connsiteX26" fmla="*/ 9065 w 9563"/>
              <a:gd name="connsiteY26" fmla="*/ 4235 h 10000"/>
              <a:gd name="connsiteX27" fmla="*/ 9486 w 9563"/>
              <a:gd name="connsiteY27" fmla="*/ 4632 h 10000"/>
              <a:gd name="connsiteX28" fmla="*/ 9537 w 9563"/>
              <a:gd name="connsiteY28" fmla="*/ 5218 h 10000"/>
              <a:gd name="connsiteX29" fmla="*/ 9255 w 9563"/>
              <a:gd name="connsiteY29" fmla="*/ 5673 h 10000"/>
              <a:gd name="connsiteX30" fmla="*/ 8704 w 9563"/>
              <a:gd name="connsiteY30" fmla="*/ 5773 h 10000"/>
              <a:gd name="connsiteX31" fmla="*/ 8379 w 9563"/>
              <a:gd name="connsiteY31" fmla="*/ 5544 h 10000"/>
              <a:gd name="connsiteX32" fmla="*/ 8006 w 9563"/>
              <a:gd name="connsiteY32" fmla="*/ 5473 h 10000"/>
              <a:gd name="connsiteX33" fmla="*/ 7775 w 9563"/>
              <a:gd name="connsiteY33" fmla="*/ 5882 h 10000"/>
              <a:gd name="connsiteX34" fmla="*/ 7775 w 9563"/>
              <a:gd name="connsiteY34" fmla="*/ 9938 h 10000"/>
              <a:gd name="connsiteX35" fmla="*/ 7721 w 9563"/>
              <a:gd name="connsiteY35" fmla="*/ 9998 h 10000"/>
              <a:gd name="connsiteX36" fmla="*/ 4736 w 9563"/>
              <a:gd name="connsiteY36" fmla="*/ 9998 h 10000"/>
              <a:gd name="connsiteX37" fmla="*/ 4600 w 9563"/>
              <a:gd name="connsiteY37" fmla="*/ 9931 h 10000"/>
              <a:gd name="connsiteX38" fmla="*/ 4608 w 9563"/>
              <a:gd name="connsiteY38" fmla="*/ 9682 h 10000"/>
              <a:gd name="connsiteX39" fmla="*/ 4833 w 9563"/>
              <a:gd name="connsiteY39" fmla="*/ 9243 h 10000"/>
              <a:gd name="connsiteX40" fmla="*/ 4846 w 9563"/>
              <a:gd name="connsiteY40" fmla="*/ 8712 h 10000"/>
              <a:gd name="connsiteX41" fmla="*/ 4594 w 9563"/>
              <a:gd name="connsiteY41" fmla="*/ 8190 h 10000"/>
              <a:gd name="connsiteX42" fmla="*/ 4163 w 9563"/>
              <a:gd name="connsiteY42" fmla="*/ 7921 h 10000"/>
              <a:gd name="connsiteX43" fmla="*/ 3709 w 9563"/>
              <a:gd name="connsiteY43" fmla="*/ 7943 h 10000"/>
              <a:gd name="connsiteX44" fmla="*/ 3278 w 9563"/>
              <a:gd name="connsiteY44" fmla="*/ 8290 h 10000"/>
              <a:gd name="connsiteX45" fmla="*/ 3093 w 9563"/>
              <a:gd name="connsiteY45" fmla="*/ 9098 h 10000"/>
              <a:gd name="connsiteX46" fmla="*/ 3342 w 9563"/>
              <a:gd name="connsiteY46" fmla="*/ 9682 h 10000"/>
              <a:gd name="connsiteX47" fmla="*/ 3374 w 9563"/>
              <a:gd name="connsiteY47" fmla="*/ 9893 h 10000"/>
              <a:gd name="connsiteX48" fmla="*/ 3229 w 9563"/>
              <a:gd name="connsiteY48" fmla="*/ 10000 h 10000"/>
              <a:gd name="connsiteX49" fmla="*/ 2110 w 9563"/>
              <a:gd name="connsiteY49" fmla="*/ 9998 h 10000"/>
              <a:gd name="connsiteX50" fmla="*/ 226 w 9563"/>
              <a:gd name="connsiteY50" fmla="*/ 9998 h 10000"/>
              <a:gd name="connsiteX51" fmla="*/ 177 w 9563"/>
              <a:gd name="connsiteY51" fmla="*/ 9944 h 10000"/>
              <a:gd name="connsiteX52" fmla="*/ 177 w 9563"/>
              <a:gd name="connsiteY52" fmla="*/ 5893 h 10000"/>
              <a:gd name="connsiteX53" fmla="*/ 1 w 9563"/>
              <a:gd name="connsiteY53" fmla="*/ 5502 h 10000"/>
              <a:gd name="connsiteX54" fmla="*/ 151 w 9563"/>
              <a:gd name="connsiteY54" fmla="*/ 4293 h 10000"/>
              <a:gd name="connsiteX55" fmla="*/ 177 w 9563"/>
              <a:gd name="connsiteY55" fmla="*/ 4086 h 10000"/>
              <a:gd name="connsiteX56" fmla="*/ 177 w 9563"/>
              <a:gd name="connsiteY56" fmla="*/ 1083 h 10000"/>
              <a:gd name="connsiteX57" fmla="*/ 177 w 9563"/>
              <a:gd name="connsiteY57" fmla="*/ 1083 h 10000"/>
              <a:gd name="connsiteX0" fmla="*/ 27 w 9842"/>
              <a:gd name="connsiteY0" fmla="*/ 1083 h 10000"/>
              <a:gd name="connsiteX1" fmla="*/ 27 w 9842"/>
              <a:gd name="connsiteY1" fmla="*/ 66 h 10000"/>
              <a:gd name="connsiteX2" fmla="*/ 79 w 9842"/>
              <a:gd name="connsiteY2" fmla="*/ 6 h 10000"/>
              <a:gd name="connsiteX3" fmla="*/ 3210 w 9842"/>
              <a:gd name="connsiteY3" fmla="*/ 8 h 10000"/>
              <a:gd name="connsiteX4" fmla="*/ 3370 w 9842"/>
              <a:gd name="connsiteY4" fmla="*/ 268 h 10000"/>
              <a:gd name="connsiteX5" fmla="*/ 3318 w 9842"/>
              <a:gd name="connsiteY5" fmla="*/ 348 h 10000"/>
              <a:gd name="connsiteX6" fmla="*/ 3078 w 9842"/>
              <a:gd name="connsiteY6" fmla="*/ 896 h 10000"/>
              <a:gd name="connsiteX7" fmla="*/ 3138 w 9842"/>
              <a:gd name="connsiteY7" fmla="*/ 1461 h 10000"/>
              <a:gd name="connsiteX8" fmla="*/ 3559 w 9842"/>
              <a:gd name="connsiteY8" fmla="*/ 1985 h 10000"/>
              <a:gd name="connsiteX9" fmla="*/ 4189 w 9842"/>
              <a:gd name="connsiteY9" fmla="*/ 2087 h 10000"/>
              <a:gd name="connsiteX10" fmla="*/ 4627 w 9842"/>
              <a:gd name="connsiteY10" fmla="*/ 1836 h 10000"/>
              <a:gd name="connsiteX11" fmla="*/ 4906 w 9842"/>
              <a:gd name="connsiteY11" fmla="*/ 1305 h 10000"/>
              <a:gd name="connsiteX12" fmla="*/ 4924 w 9842"/>
              <a:gd name="connsiteY12" fmla="*/ 912 h 10000"/>
              <a:gd name="connsiteX13" fmla="*/ 4669 w 9842"/>
              <a:gd name="connsiteY13" fmla="*/ 332 h 10000"/>
              <a:gd name="connsiteX14" fmla="*/ 4621 w 9842"/>
              <a:gd name="connsiteY14" fmla="*/ 128 h 10000"/>
              <a:gd name="connsiteX15" fmla="*/ 4789 w 9842"/>
              <a:gd name="connsiteY15" fmla="*/ 1 h 10000"/>
              <a:gd name="connsiteX16" fmla="*/ 5007 w 9842"/>
              <a:gd name="connsiteY16" fmla="*/ 1 h 10000"/>
              <a:gd name="connsiteX17" fmla="*/ 5473 w 9842"/>
              <a:gd name="connsiteY17" fmla="*/ 1 h 10000"/>
              <a:gd name="connsiteX18" fmla="*/ 7828 w 9842"/>
              <a:gd name="connsiteY18" fmla="*/ 1 h 10000"/>
              <a:gd name="connsiteX19" fmla="*/ 7932 w 9842"/>
              <a:gd name="connsiteY19" fmla="*/ 6 h 10000"/>
              <a:gd name="connsiteX20" fmla="*/ 7972 w 9842"/>
              <a:gd name="connsiteY20" fmla="*/ 52 h 10000"/>
              <a:gd name="connsiteX21" fmla="*/ 7972 w 9842"/>
              <a:gd name="connsiteY21" fmla="*/ 119 h 10000"/>
              <a:gd name="connsiteX22" fmla="*/ 7972 w 9842"/>
              <a:gd name="connsiteY22" fmla="*/ 4104 h 10000"/>
              <a:gd name="connsiteX23" fmla="*/ 8103 w 9842"/>
              <a:gd name="connsiteY23" fmla="*/ 4459 h 10000"/>
              <a:gd name="connsiteX24" fmla="*/ 8496 w 9842"/>
              <a:gd name="connsiteY24" fmla="*/ 4533 h 10000"/>
              <a:gd name="connsiteX25" fmla="*/ 8644 w 9842"/>
              <a:gd name="connsiteY25" fmla="*/ 4419 h 10000"/>
              <a:gd name="connsiteX26" fmla="*/ 9321 w 9842"/>
              <a:gd name="connsiteY26" fmla="*/ 4235 h 10000"/>
              <a:gd name="connsiteX27" fmla="*/ 9761 w 9842"/>
              <a:gd name="connsiteY27" fmla="*/ 4632 h 10000"/>
              <a:gd name="connsiteX28" fmla="*/ 9815 w 9842"/>
              <a:gd name="connsiteY28" fmla="*/ 5218 h 10000"/>
              <a:gd name="connsiteX29" fmla="*/ 9520 w 9842"/>
              <a:gd name="connsiteY29" fmla="*/ 5673 h 10000"/>
              <a:gd name="connsiteX30" fmla="*/ 8944 w 9842"/>
              <a:gd name="connsiteY30" fmla="*/ 5773 h 10000"/>
              <a:gd name="connsiteX31" fmla="*/ 8604 w 9842"/>
              <a:gd name="connsiteY31" fmla="*/ 5544 h 10000"/>
              <a:gd name="connsiteX32" fmla="*/ 8214 w 9842"/>
              <a:gd name="connsiteY32" fmla="*/ 5473 h 10000"/>
              <a:gd name="connsiteX33" fmla="*/ 7972 w 9842"/>
              <a:gd name="connsiteY33" fmla="*/ 5882 h 10000"/>
              <a:gd name="connsiteX34" fmla="*/ 7972 w 9842"/>
              <a:gd name="connsiteY34" fmla="*/ 9938 h 10000"/>
              <a:gd name="connsiteX35" fmla="*/ 7916 w 9842"/>
              <a:gd name="connsiteY35" fmla="*/ 9998 h 10000"/>
              <a:gd name="connsiteX36" fmla="*/ 4794 w 9842"/>
              <a:gd name="connsiteY36" fmla="*/ 9998 h 10000"/>
              <a:gd name="connsiteX37" fmla="*/ 4652 w 9842"/>
              <a:gd name="connsiteY37" fmla="*/ 9931 h 10000"/>
              <a:gd name="connsiteX38" fmla="*/ 4661 w 9842"/>
              <a:gd name="connsiteY38" fmla="*/ 9682 h 10000"/>
              <a:gd name="connsiteX39" fmla="*/ 4896 w 9842"/>
              <a:gd name="connsiteY39" fmla="*/ 9243 h 10000"/>
              <a:gd name="connsiteX40" fmla="*/ 4909 w 9842"/>
              <a:gd name="connsiteY40" fmla="*/ 8712 h 10000"/>
              <a:gd name="connsiteX41" fmla="*/ 4646 w 9842"/>
              <a:gd name="connsiteY41" fmla="*/ 8190 h 10000"/>
              <a:gd name="connsiteX42" fmla="*/ 4195 w 9842"/>
              <a:gd name="connsiteY42" fmla="*/ 7921 h 10000"/>
              <a:gd name="connsiteX43" fmla="*/ 3720 w 9842"/>
              <a:gd name="connsiteY43" fmla="*/ 7943 h 10000"/>
              <a:gd name="connsiteX44" fmla="*/ 3270 w 9842"/>
              <a:gd name="connsiteY44" fmla="*/ 8290 h 10000"/>
              <a:gd name="connsiteX45" fmla="*/ 3076 w 9842"/>
              <a:gd name="connsiteY45" fmla="*/ 9098 h 10000"/>
              <a:gd name="connsiteX46" fmla="*/ 3337 w 9842"/>
              <a:gd name="connsiteY46" fmla="*/ 9682 h 10000"/>
              <a:gd name="connsiteX47" fmla="*/ 3370 w 9842"/>
              <a:gd name="connsiteY47" fmla="*/ 9893 h 10000"/>
              <a:gd name="connsiteX48" fmla="*/ 3219 w 9842"/>
              <a:gd name="connsiteY48" fmla="*/ 10000 h 10000"/>
              <a:gd name="connsiteX49" fmla="*/ 2048 w 9842"/>
              <a:gd name="connsiteY49" fmla="*/ 9998 h 10000"/>
              <a:gd name="connsiteX50" fmla="*/ 78 w 9842"/>
              <a:gd name="connsiteY50" fmla="*/ 9998 h 10000"/>
              <a:gd name="connsiteX51" fmla="*/ 27 w 9842"/>
              <a:gd name="connsiteY51" fmla="*/ 9944 h 10000"/>
              <a:gd name="connsiteX52" fmla="*/ 27 w 9842"/>
              <a:gd name="connsiteY52" fmla="*/ 5893 h 10000"/>
              <a:gd name="connsiteX53" fmla="*/ 0 w 9842"/>
              <a:gd name="connsiteY53" fmla="*/ 4293 h 10000"/>
              <a:gd name="connsiteX54" fmla="*/ 27 w 9842"/>
              <a:gd name="connsiteY54" fmla="*/ 4086 h 10000"/>
              <a:gd name="connsiteX55" fmla="*/ 27 w 9842"/>
              <a:gd name="connsiteY55" fmla="*/ 1083 h 10000"/>
              <a:gd name="connsiteX56" fmla="*/ 27 w 9842"/>
              <a:gd name="connsiteY56" fmla="*/ 1083 h 10000"/>
              <a:gd name="connsiteX0" fmla="*/ 1 w 9974"/>
              <a:gd name="connsiteY0" fmla="*/ 1083 h 10000"/>
              <a:gd name="connsiteX1" fmla="*/ 1 w 9974"/>
              <a:gd name="connsiteY1" fmla="*/ 66 h 10000"/>
              <a:gd name="connsiteX2" fmla="*/ 54 w 9974"/>
              <a:gd name="connsiteY2" fmla="*/ 6 h 10000"/>
              <a:gd name="connsiteX3" fmla="*/ 3236 w 9974"/>
              <a:gd name="connsiteY3" fmla="*/ 8 h 10000"/>
              <a:gd name="connsiteX4" fmla="*/ 3398 w 9974"/>
              <a:gd name="connsiteY4" fmla="*/ 268 h 10000"/>
              <a:gd name="connsiteX5" fmla="*/ 3345 w 9974"/>
              <a:gd name="connsiteY5" fmla="*/ 348 h 10000"/>
              <a:gd name="connsiteX6" fmla="*/ 3101 w 9974"/>
              <a:gd name="connsiteY6" fmla="*/ 896 h 10000"/>
              <a:gd name="connsiteX7" fmla="*/ 3162 w 9974"/>
              <a:gd name="connsiteY7" fmla="*/ 1461 h 10000"/>
              <a:gd name="connsiteX8" fmla="*/ 3590 w 9974"/>
              <a:gd name="connsiteY8" fmla="*/ 1985 h 10000"/>
              <a:gd name="connsiteX9" fmla="*/ 4230 w 9974"/>
              <a:gd name="connsiteY9" fmla="*/ 2087 h 10000"/>
              <a:gd name="connsiteX10" fmla="*/ 4675 w 9974"/>
              <a:gd name="connsiteY10" fmla="*/ 1836 h 10000"/>
              <a:gd name="connsiteX11" fmla="*/ 4959 w 9974"/>
              <a:gd name="connsiteY11" fmla="*/ 1305 h 10000"/>
              <a:gd name="connsiteX12" fmla="*/ 4977 w 9974"/>
              <a:gd name="connsiteY12" fmla="*/ 912 h 10000"/>
              <a:gd name="connsiteX13" fmla="*/ 4718 w 9974"/>
              <a:gd name="connsiteY13" fmla="*/ 332 h 10000"/>
              <a:gd name="connsiteX14" fmla="*/ 4669 w 9974"/>
              <a:gd name="connsiteY14" fmla="*/ 128 h 10000"/>
              <a:gd name="connsiteX15" fmla="*/ 4840 w 9974"/>
              <a:gd name="connsiteY15" fmla="*/ 1 h 10000"/>
              <a:gd name="connsiteX16" fmla="*/ 5061 w 9974"/>
              <a:gd name="connsiteY16" fmla="*/ 1 h 10000"/>
              <a:gd name="connsiteX17" fmla="*/ 5535 w 9974"/>
              <a:gd name="connsiteY17" fmla="*/ 1 h 10000"/>
              <a:gd name="connsiteX18" fmla="*/ 7928 w 9974"/>
              <a:gd name="connsiteY18" fmla="*/ 1 h 10000"/>
              <a:gd name="connsiteX19" fmla="*/ 8033 w 9974"/>
              <a:gd name="connsiteY19" fmla="*/ 6 h 10000"/>
              <a:gd name="connsiteX20" fmla="*/ 8074 w 9974"/>
              <a:gd name="connsiteY20" fmla="*/ 52 h 10000"/>
              <a:gd name="connsiteX21" fmla="*/ 8074 w 9974"/>
              <a:gd name="connsiteY21" fmla="*/ 119 h 10000"/>
              <a:gd name="connsiteX22" fmla="*/ 8074 w 9974"/>
              <a:gd name="connsiteY22" fmla="*/ 4104 h 10000"/>
              <a:gd name="connsiteX23" fmla="*/ 8207 w 9974"/>
              <a:gd name="connsiteY23" fmla="*/ 4459 h 10000"/>
              <a:gd name="connsiteX24" fmla="*/ 8606 w 9974"/>
              <a:gd name="connsiteY24" fmla="*/ 4533 h 10000"/>
              <a:gd name="connsiteX25" fmla="*/ 8757 w 9974"/>
              <a:gd name="connsiteY25" fmla="*/ 4419 h 10000"/>
              <a:gd name="connsiteX26" fmla="*/ 9445 w 9974"/>
              <a:gd name="connsiteY26" fmla="*/ 4235 h 10000"/>
              <a:gd name="connsiteX27" fmla="*/ 9892 w 9974"/>
              <a:gd name="connsiteY27" fmla="*/ 4632 h 10000"/>
              <a:gd name="connsiteX28" fmla="*/ 9947 w 9974"/>
              <a:gd name="connsiteY28" fmla="*/ 5218 h 10000"/>
              <a:gd name="connsiteX29" fmla="*/ 9647 w 9974"/>
              <a:gd name="connsiteY29" fmla="*/ 5673 h 10000"/>
              <a:gd name="connsiteX30" fmla="*/ 9062 w 9974"/>
              <a:gd name="connsiteY30" fmla="*/ 5773 h 10000"/>
              <a:gd name="connsiteX31" fmla="*/ 8716 w 9974"/>
              <a:gd name="connsiteY31" fmla="*/ 5544 h 10000"/>
              <a:gd name="connsiteX32" fmla="*/ 8320 w 9974"/>
              <a:gd name="connsiteY32" fmla="*/ 5473 h 10000"/>
              <a:gd name="connsiteX33" fmla="*/ 8074 w 9974"/>
              <a:gd name="connsiteY33" fmla="*/ 5882 h 10000"/>
              <a:gd name="connsiteX34" fmla="*/ 8074 w 9974"/>
              <a:gd name="connsiteY34" fmla="*/ 9938 h 10000"/>
              <a:gd name="connsiteX35" fmla="*/ 8017 w 9974"/>
              <a:gd name="connsiteY35" fmla="*/ 9998 h 10000"/>
              <a:gd name="connsiteX36" fmla="*/ 4845 w 9974"/>
              <a:gd name="connsiteY36" fmla="*/ 9998 h 10000"/>
              <a:gd name="connsiteX37" fmla="*/ 4701 w 9974"/>
              <a:gd name="connsiteY37" fmla="*/ 9931 h 10000"/>
              <a:gd name="connsiteX38" fmla="*/ 4710 w 9974"/>
              <a:gd name="connsiteY38" fmla="*/ 9682 h 10000"/>
              <a:gd name="connsiteX39" fmla="*/ 4949 w 9974"/>
              <a:gd name="connsiteY39" fmla="*/ 9243 h 10000"/>
              <a:gd name="connsiteX40" fmla="*/ 4962 w 9974"/>
              <a:gd name="connsiteY40" fmla="*/ 8712 h 10000"/>
              <a:gd name="connsiteX41" fmla="*/ 4695 w 9974"/>
              <a:gd name="connsiteY41" fmla="*/ 8190 h 10000"/>
              <a:gd name="connsiteX42" fmla="*/ 4236 w 9974"/>
              <a:gd name="connsiteY42" fmla="*/ 7921 h 10000"/>
              <a:gd name="connsiteX43" fmla="*/ 3754 w 9974"/>
              <a:gd name="connsiteY43" fmla="*/ 7943 h 10000"/>
              <a:gd name="connsiteX44" fmla="*/ 3296 w 9974"/>
              <a:gd name="connsiteY44" fmla="*/ 8290 h 10000"/>
              <a:gd name="connsiteX45" fmla="*/ 3099 w 9974"/>
              <a:gd name="connsiteY45" fmla="*/ 9098 h 10000"/>
              <a:gd name="connsiteX46" fmla="*/ 3365 w 9974"/>
              <a:gd name="connsiteY46" fmla="*/ 9682 h 10000"/>
              <a:gd name="connsiteX47" fmla="*/ 3398 w 9974"/>
              <a:gd name="connsiteY47" fmla="*/ 9893 h 10000"/>
              <a:gd name="connsiteX48" fmla="*/ 3245 w 9974"/>
              <a:gd name="connsiteY48" fmla="*/ 10000 h 10000"/>
              <a:gd name="connsiteX49" fmla="*/ 2055 w 9974"/>
              <a:gd name="connsiteY49" fmla="*/ 9998 h 10000"/>
              <a:gd name="connsiteX50" fmla="*/ 53 w 9974"/>
              <a:gd name="connsiteY50" fmla="*/ 9998 h 10000"/>
              <a:gd name="connsiteX51" fmla="*/ 1 w 9974"/>
              <a:gd name="connsiteY51" fmla="*/ 9944 h 10000"/>
              <a:gd name="connsiteX52" fmla="*/ 1 w 9974"/>
              <a:gd name="connsiteY52" fmla="*/ 5893 h 10000"/>
              <a:gd name="connsiteX53" fmla="*/ 1 w 9974"/>
              <a:gd name="connsiteY53" fmla="*/ 4086 h 10000"/>
              <a:gd name="connsiteX54" fmla="*/ 1 w 9974"/>
              <a:gd name="connsiteY54" fmla="*/ 1083 h 10000"/>
              <a:gd name="connsiteX55" fmla="*/ 1 w 9974"/>
              <a:gd name="connsiteY55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4707 w 10000"/>
              <a:gd name="connsiteY41" fmla="*/ 8190 h 10000"/>
              <a:gd name="connsiteX42" fmla="*/ 3764 w 10000"/>
              <a:gd name="connsiteY42" fmla="*/ 7943 h 10000"/>
              <a:gd name="connsiteX43" fmla="*/ 3305 w 10000"/>
              <a:gd name="connsiteY43" fmla="*/ 8290 h 10000"/>
              <a:gd name="connsiteX44" fmla="*/ 3107 w 10000"/>
              <a:gd name="connsiteY44" fmla="*/ 9098 h 10000"/>
              <a:gd name="connsiteX45" fmla="*/ 3374 w 10000"/>
              <a:gd name="connsiteY45" fmla="*/ 9682 h 10000"/>
              <a:gd name="connsiteX46" fmla="*/ 3407 w 10000"/>
              <a:gd name="connsiteY46" fmla="*/ 9893 h 10000"/>
              <a:gd name="connsiteX47" fmla="*/ 3253 w 10000"/>
              <a:gd name="connsiteY47" fmla="*/ 10000 h 10000"/>
              <a:gd name="connsiteX48" fmla="*/ 2060 w 10000"/>
              <a:gd name="connsiteY48" fmla="*/ 9998 h 10000"/>
              <a:gd name="connsiteX49" fmla="*/ 53 w 10000"/>
              <a:gd name="connsiteY49" fmla="*/ 9998 h 10000"/>
              <a:gd name="connsiteX50" fmla="*/ 1 w 10000"/>
              <a:gd name="connsiteY50" fmla="*/ 9944 h 10000"/>
              <a:gd name="connsiteX51" fmla="*/ 1 w 10000"/>
              <a:gd name="connsiteY51" fmla="*/ 5893 h 10000"/>
              <a:gd name="connsiteX52" fmla="*/ 1 w 10000"/>
              <a:gd name="connsiteY52" fmla="*/ 4086 h 10000"/>
              <a:gd name="connsiteX53" fmla="*/ 1 w 10000"/>
              <a:gd name="connsiteY53" fmla="*/ 1083 h 10000"/>
              <a:gd name="connsiteX54" fmla="*/ 1 w 10000"/>
              <a:gd name="connsiteY54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3764 w 10000"/>
              <a:gd name="connsiteY41" fmla="*/ 7943 h 10000"/>
              <a:gd name="connsiteX42" fmla="*/ 3305 w 10000"/>
              <a:gd name="connsiteY42" fmla="*/ 8290 h 10000"/>
              <a:gd name="connsiteX43" fmla="*/ 3107 w 10000"/>
              <a:gd name="connsiteY43" fmla="*/ 9098 h 10000"/>
              <a:gd name="connsiteX44" fmla="*/ 3374 w 10000"/>
              <a:gd name="connsiteY44" fmla="*/ 9682 h 10000"/>
              <a:gd name="connsiteX45" fmla="*/ 3407 w 10000"/>
              <a:gd name="connsiteY45" fmla="*/ 9893 h 10000"/>
              <a:gd name="connsiteX46" fmla="*/ 3253 w 10000"/>
              <a:gd name="connsiteY46" fmla="*/ 10000 h 10000"/>
              <a:gd name="connsiteX47" fmla="*/ 2060 w 10000"/>
              <a:gd name="connsiteY47" fmla="*/ 9998 h 10000"/>
              <a:gd name="connsiteX48" fmla="*/ 53 w 10000"/>
              <a:gd name="connsiteY48" fmla="*/ 9998 h 10000"/>
              <a:gd name="connsiteX49" fmla="*/ 1 w 10000"/>
              <a:gd name="connsiteY49" fmla="*/ 9944 h 10000"/>
              <a:gd name="connsiteX50" fmla="*/ 1 w 10000"/>
              <a:gd name="connsiteY50" fmla="*/ 5893 h 10000"/>
              <a:gd name="connsiteX51" fmla="*/ 1 w 10000"/>
              <a:gd name="connsiteY51" fmla="*/ 4086 h 10000"/>
              <a:gd name="connsiteX52" fmla="*/ 1 w 10000"/>
              <a:gd name="connsiteY52" fmla="*/ 1083 h 10000"/>
              <a:gd name="connsiteX53" fmla="*/ 1 w 10000"/>
              <a:gd name="connsiteY53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3764 w 10000"/>
              <a:gd name="connsiteY40" fmla="*/ 7943 h 10000"/>
              <a:gd name="connsiteX41" fmla="*/ 3305 w 10000"/>
              <a:gd name="connsiteY41" fmla="*/ 8290 h 10000"/>
              <a:gd name="connsiteX42" fmla="*/ 3107 w 10000"/>
              <a:gd name="connsiteY42" fmla="*/ 9098 h 10000"/>
              <a:gd name="connsiteX43" fmla="*/ 3374 w 10000"/>
              <a:gd name="connsiteY43" fmla="*/ 9682 h 10000"/>
              <a:gd name="connsiteX44" fmla="*/ 3407 w 10000"/>
              <a:gd name="connsiteY44" fmla="*/ 9893 h 10000"/>
              <a:gd name="connsiteX45" fmla="*/ 3253 w 10000"/>
              <a:gd name="connsiteY45" fmla="*/ 10000 h 10000"/>
              <a:gd name="connsiteX46" fmla="*/ 2060 w 10000"/>
              <a:gd name="connsiteY46" fmla="*/ 9998 h 10000"/>
              <a:gd name="connsiteX47" fmla="*/ 53 w 10000"/>
              <a:gd name="connsiteY47" fmla="*/ 9998 h 10000"/>
              <a:gd name="connsiteX48" fmla="*/ 1 w 10000"/>
              <a:gd name="connsiteY48" fmla="*/ 9944 h 10000"/>
              <a:gd name="connsiteX49" fmla="*/ 1 w 10000"/>
              <a:gd name="connsiteY49" fmla="*/ 5893 h 10000"/>
              <a:gd name="connsiteX50" fmla="*/ 1 w 10000"/>
              <a:gd name="connsiteY50" fmla="*/ 4086 h 10000"/>
              <a:gd name="connsiteX51" fmla="*/ 1 w 10000"/>
              <a:gd name="connsiteY51" fmla="*/ 1083 h 10000"/>
              <a:gd name="connsiteX52" fmla="*/ 1 w 10000"/>
              <a:gd name="connsiteY52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3764 w 10000"/>
              <a:gd name="connsiteY39" fmla="*/ 7943 h 10000"/>
              <a:gd name="connsiteX40" fmla="*/ 3305 w 10000"/>
              <a:gd name="connsiteY40" fmla="*/ 8290 h 10000"/>
              <a:gd name="connsiteX41" fmla="*/ 3107 w 10000"/>
              <a:gd name="connsiteY41" fmla="*/ 9098 h 10000"/>
              <a:gd name="connsiteX42" fmla="*/ 3374 w 10000"/>
              <a:gd name="connsiteY42" fmla="*/ 9682 h 10000"/>
              <a:gd name="connsiteX43" fmla="*/ 3407 w 10000"/>
              <a:gd name="connsiteY43" fmla="*/ 9893 h 10000"/>
              <a:gd name="connsiteX44" fmla="*/ 3253 w 10000"/>
              <a:gd name="connsiteY44" fmla="*/ 10000 h 10000"/>
              <a:gd name="connsiteX45" fmla="*/ 2060 w 10000"/>
              <a:gd name="connsiteY45" fmla="*/ 9998 h 10000"/>
              <a:gd name="connsiteX46" fmla="*/ 53 w 10000"/>
              <a:gd name="connsiteY46" fmla="*/ 9998 h 10000"/>
              <a:gd name="connsiteX47" fmla="*/ 1 w 10000"/>
              <a:gd name="connsiteY47" fmla="*/ 9944 h 10000"/>
              <a:gd name="connsiteX48" fmla="*/ 1 w 10000"/>
              <a:gd name="connsiteY48" fmla="*/ 5893 h 10000"/>
              <a:gd name="connsiteX49" fmla="*/ 1 w 10000"/>
              <a:gd name="connsiteY49" fmla="*/ 4086 h 10000"/>
              <a:gd name="connsiteX50" fmla="*/ 1 w 10000"/>
              <a:gd name="connsiteY50" fmla="*/ 1083 h 10000"/>
              <a:gd name="connsiteX51" fmla="*/ 1 w 10000"/>
              <a:gd name="connsiteY51" fmla="*/ 1083 h 10000"/>
              <a:gd name="connsiteX0" fmla="*/ 1 w 10000"/>
              <a:gd name="connsiteY0" fmla="*/ 1083 h 10102"/>
              <a:gd name="connsiteX1" fmla="*/ 1 w 10000"/>
              <a:gd name="connsiteY1" fmla="*/ 66 h 10102"/>
              <a:gd name="connsiteX2" fmla="*/ 54 w 10000"/>
              <a:gd name="connsiteY2" fmla="*/ 6 h 10102"/>
              <a:gd name="connsiteX3" fmla="*/ 3244 w 10000"/>
              <a:gd name="connsiteY3" fmla="*/ 8 h 10102"/>
              <a:gd name="connsiteX4" fmla="*/ 3407 w 10000"/>
              <a:gd name="connsiteY4" fmla="*/ 268 h 10102"/>
              <a:gd name="connsiteX5" fmla="*/ 3354 w 10000"/>
              <a:gd name="connsiteY5" fmla="*/ 348 h 10102"/>
              <a:gd name="connsiteX6" fmla="*/ 3109 w 10000"/>
              <a:gd name="connsiteY6" fmla="*/ 896 h 10102"/>
              <a:gd name="connsiteX7" fmla="*/ 3170 w 10000"/>
              <a:gd name="connsiteY7" fmla="*/ 1461 h 10102"/>
              <a:gd name="connsiteX8" fmla="*/ 3599 w 10000"/>
              <a:gd name="connsiteY8" fmla="*/ 1985 h 10102"/>
              <a:gd name="connsiteX9" fmla="*/ 4241 w 10000"/>
              <a:gd name="connsiteY9" fmla="*/ 2087 h 10102"/>
              <a:gd name="connsiteX10" fmla="*/ 4687 w 10000"/>
              <a:gd name="connsiteY10" fmla="*/ 1836 h 10102"/>
              <a:gd name="connsiteX11" fmla="*/ 4972 w 10000"/>
              <a:gd name="connsiteY11" fmla="*/ 1305 h 10102"/>
              <a:gd name="connsiteX12" fmla="*/ 4990 w 10000"/>
              <a:gd name="connsiteY12" fmla="*/ 912 h 10102"/>
              <a:gd name="connsiteX13" fmla="*/ 4730 w 10000"/>
              <a:gd name="connsiteY13" fmla="*/ 332 h 10102"/>
              <a:gd name="connsiteX14" fmla="*/ 4681 w 10000"/>
              <a:gd name="connsiteY14" fmla="*/ 128 h 10102"/>
              <a:gd name="connsiteX15" fmla="*/ 4853 w 10000"/>
              <a:gd name="connsiteY15" fmla="*/ 1 h 10102"/>
              <a:gd name="connsiteX16" fmla="*/ 5074 w 10000"/>
              <a:gd name="connsiteY16" fmla="*/ 1 h 10102"/>
              <a:gd name="connsiteX17" fmla="*/ 5549 w 10000"/>
              <a:gd name="connsiteY17" fmla="*/ 1 h 10102"/>
              <a:gd name="connsiteX18" fmla="*/ 7949 w 10000"/>
              <a:gd name="connsiteY18" fmla="*/ 1 h 10102"/>
              <a:gd name="connsiteX19" fmla="*/ 8054 w 10000"/>
              <a:gd name="connsiteY19" fmla="*/ 6 h 10102"/>
              <a:gd name="connsiteX20" fmla="*/ 8095 w 10000"/>
              <a:gd name="connsiteY20" fmla="*/ 52 h 10102"/>
              <a:gd name="connsiteX21" fmla="*/ 8095 w 10000"/>
              <a:gd name="connsiteY21" fmla="*/ 119 h 10102"/>
              <a:gd name="connsiteX22" fmla="*/ 8095 w 10000"/>
              <a:gd name="connsiteY22" fmla="*/ 4104 h 10102"/>
              <a:gd name="connsiteX23" fmla="*/ 8228 w 10000"/>
              <a:gd name="connsiteY23" fmla="*/ 4459 h 10102"/>
              <a:gd name="connsiteX24" fmla="*/ 8628 w 10000"/>
              <a:gd name="connsiteY24" fmla="*/ 4533 h 10102"/>
              <a:gd name="connsiteX25" fmla="*/ 8780 w 10000"/>
              <a:gd name="connsiteY25" fmla="*/ 4419 h 10102"/>
              <a:gd name="connsiteX26" fmla="*/ 9470 w 10000"/>
              <a:gd name="connsiteY26" fmla="*/ 4235 h 10102"/>
              <a:gd name="connsiteX27" fmla="*/ 9918 w 10000"/>
              <a:gd name="connsiteY27" fmla="*/ 4632 h 10102"/>
              <a:gd name="connsiteX28" fmla="*/ 9973 w 10000"/>
              <a:gd name="connsiteY28" fmla="*/ 5218 h 10102"/>
              <a:gd name="connsiteX29" fmla="*/ 9672 w 10000"/>
              <a:gd name="connsiteY29" fmla="*/ 5673 h 10102"/>
              <a:gd name="connsiteX30" fmla="*/ 9086 w 10000"/>
              <a:gd name="connsiteY30" fmla="*/ 5773 h 10102"/>
              <a:gd name="connsiteX31" fmla="*/ 8739 w 10000"/>
              <a:gd name="connsiteY31" fmla="*/ 5544 h 10102"/>
              <a:gd name="connsiteX32" fmla="*/ 8342 w 10000"/>
              <a:gd name="connsiteY32" fmla="*/ 5473 h 10102"/>
              <a:gd name="connsiteX33" fmla="*/ 8095 w 10000"/>
              <a:gd name="connsiteY33" fmla="*/ 5882 h 10102"/>
              <a:gd name="connsiteX34" fmla="*/ 8095 w 10000"/>
              <a:gd name="connsiteY34" fmla="*/ 9938 h 10102"/>
              <a:gd name="connsiteX35" fmla="*/ 8038 w 10000"/>
              <a:gd name="connsiteY35" fmla="*/ 9998 h 10102"/>
              <a:gd name="connsiteX36" fmla="*/ 4858 w 10000"/>
              <a:gd name="connsiteY36" fmla="*/ 9998 h 10102"/>
              <a:gd name="connsiteX37" fmla="*/ 4713 w 10000"/>
              <a:gd name="connsiteY37" fmla="*/ 9931 h 10102"/>
              <a:gd name="connsiteX38" fmla="*/ 3764 w 10000"/>
              <a:gd name="connsiteY38" fmla="*/ 7943 h 10102"/>
              <a:gd name="connsiteX39" fmla="*/ 3305 w 10000"/>
              <a:gd name="connsiteY39" fmla="*/ 8290 h 10102"/>
              <a:gd name="connsiteX40" fmla="*/ 3107 w 10000"/>
              <a:gd name="connsiteY40" fmla="*/ 9098 h 10102"/>
              <a:gd name="connsiteX41" fmla="*/ 3374 w 10000"/>
              <a:gd name="connsiteY41" fmla="*/ 9682 h 10102"/>
              <a:gd name="connsiteX42" fmla="*/ 3407 w 10000"/>
              <a:gd name="connsiteY42" fmla="*/ 9893 h 10102"/>
              <a:gd name="connsiteX43" fmla="*/ 3253 w 10000"/>
              <a:gd name="connsiteY43" fmla="*/ 10000 h 10102"/>
              <a:gd name="connsiteX44" fmla="*/ 2060 w 10000"/>
              <a:gd name="connsiteY44" fmla="*/ 9998 h 10102"/>
              <a:gd name="connsiteX45" fmla="*/ 53 w 10000"/>
              <a:gd name="connsiteY45" fmla="*/ 9998 h 10102"/>
              <a:gd name="connsiteX46" fmla="*/ 1 w 10000"/>
              <a:gd name="connsiteY46" fmla="*/ 9944 h 10102"/>
              <a:gd name="connsiteX47" fmla="*/ 1 w 10000"/>
              <a:gd name="connsiteY47" fmla="*/ 5893 h 10102"/>
              <a:gd name="connsiteX48" fmla="*/ 1 w 10000"/>
              <a:gd name="connsiteY48" fmla="*/ 4086 h 10102"/>
              <a:gd name="connsiteX49" fmla="*/ 1 w 10000"/>
              <a:gd name="connsiteY49" fmla="*/ 1083 h 10102"/>
              <a:gd name="connsiteX50" fmla="*/ 1 w 10000"/>
              <a:gd name="connsiteY50" fmla="*/ 1083 h 10102"/>
              <a:gd name="connsiteX0" fmla="*/ 1 w 10000"/>
              <a:gd name="connsiteY0" fmla="*/ 1083 h 10077"/>
              <a:gd name="connsiteX1" fmla="*/ 1 w 10000"/>
              <a:gd name="connsiteY1" fmla="*/ 66 h 10077"/>
              <a:gd name="connsiteX2" fmla="*/ 54 w 10000"/>
              <a:gd name="connsiteY2" fmla="*/ 6 h 10077"/>
              <a:gd name="connsiteX3" fmla="*/ 3244 w 10000"/>
              <a:gd name="connsiteY3" fmla="*/ 8 h 10077"/>
              <a:gd name="connsiteX4" fmla="*/ 3407 w 10000"/>
              <a:gd name="connsiteY4" fmla="*/ 268 h 10077"/>
              <a:gd name="connsiteX5" fmla="*/ 3354 w 10000"/>
              <a:gd name="connsiteY5" fmla="*/ 348 h 10077"/>
              <a:gd name="connsiteX6" fmla="*/ 3109 w 10000"/>
              <a:gd name="connsiteY6" fmla="*/ 896 h 10077"/>
              <a:gd name="connsiteX7" fmla="*/ 3170 w 10000"/>
              <a:gd name="connsiteY7" fmla="*/ 1461 h 10077"/>
              <a:gd name="connsiteX8" fmla="*/ 3599 w 10000"/>
              <a:gd name="connsiteY8" fmla="*/ 1985 h 10077"/>
              <a:gd name="connsiteX9" fmla="*/ 4241 w 10000"/>
              <a:gd name="connsiteY9" fmla="*/ 2087 h 10077"/>
              <a:gd name="connsiteX10" fmla="*/ 4687 w 10000"/>
              <a:gd name="connsiteY10" fmla="*/ 1836 h 10077"/>
              <a:gd name="connsiteX11" fmla="*/ 4972 w 10000"/>
              <a:gd name="connsiteY11" fmla="*/ 1305 h 10077"/>
              <a:gd name="connsiteX12" fmla="*/ 4990 w 10000"/>
              <a:gd name="connsiteY12" fmla="*/ 912 h 10077"/>
              <a:gd name="connsiteX13" fmla="*/ 4730 w 10000"/>
              <a:gd name="connsiteY13" fmla="*/ 332 h 10077"/>
              <a:gd name="connsiteX14" fmla="*/ 4681 w 10000"/>
              <a:gd name="connsiteY14" fmla="*/ 128 h 10077"/>
              <a:gd name="connsiteX15" fmla="*/ 4853 w 10000"/>
              <a:gd name="connsiteY15" fmla="*/ 1 h 10077"/>
              <a:gd name="connsiteX16" fmla="*/ 5074 w 10000"/>
              <a:gd name="connsiteY16" fmla="*/ 1 h 10077"/>
              <a:gd name="connsiteX17" fmla="*/ 5549 w 10000"/>
              <a:gd name="connsiteY17" fmla="*/ 1 h 10077"/>
              <a:gd name="connsiteX18" fmla="*/ 7949 w 10000"/>
              <a:gd name="connsiteY18" fmla="*/ 1 h 10077"/>
              <a:gd name="connsiteX19" fmla="*/ 8054 w 10000"/>
              <a:gd name="connsiteY19" fmla="*/ 6 h 10077"/>
              <a:gd name="connsiteX20" fmla="*/ 8095 w 10000"/>
              <a:gd name="connsiteY20" fmla="*/ 52 h 10077"/>
              <a:gd name="connsiteX21" fmla="*/ 8095 w 10000"/>
              <a:gd name="connsiteY21" fmla="*/ 119 h 10077"/>
              <a:gd name="connsiteX22" fmla="*/ 8095 w 10000"/>
              <a:gd name="connsiteY22" fmla="*/ 4104 h 10077"/>
              <a:gd name="connsiteX23" fmla="*/ 8228 w 10000"/>
              <a:gd name="connsiteY23" fmla="*/ 4459 h 10077"/>
              <a:gd name="connsiteX24" fmla="*/ 8628 w 10000"/>
              <a:gd name="connsiteY24" fmla="*/ 4533 h 10077"/>
              <a:gd name="connsiteX25" fmla="*/ 8780 w 10000"/>
              <a:gd name="connsiteY25" fmla="*/ 4419 h 10077"/>
              <a:gd name="connsiteX26" fmla="*/ 9470 w 10000"/>
              <a:gd name="connsiteY26" fmla="*/ 4235 h 10077"/>
              <a:gd name="connsiteX27" fmla="*/ 9918 w 10000"/>
              <a:gd name="connsiteY27" fmla="*/ 4632 h 10077"/>
              <a:gd name="connsiteX28" fmla="*/ 9973 w 10000"/>
              <a:gd name="connsiteY28" fmla="*/ 5218 h 10077"/>
              <a:gd name="connsiteX29" fmla="*/ 9672 w 10000"/>
              <a:gd name="connsiteY29" fmla="*/ 5673 h 10077"/>
              <a:gd name="connsiteX30" fmla="*/ 9086 w 10000"/>
              <a:gd name="connsiteY30" fmla="*/ 5773 h 10077"/>
              <a:gd name="connsiteX31" fmla="*/ 8739 w 10000"/>
              <a:gd name="connsiteY31" fmla="*/ 5544 h 10077"/>
              <a:gd name="connsiteX32" fmla="*/ 8342 w 10000"/>
              <a:gd name="connsiteY32" fmla="*/ 5473 h 10077"/>
              <a:gd name="connsiteX33" fmla="*/ 8095 w 10000"/>
              <a:gd name="connsiteY33" fmla="*/ 5882 h 10077"/>
              <a:gd name="connsiteX34" fmla="*/ 8095 w 10000"/>
              <a:gd name="connsiteY34" fmla="*/ 9938 h 10077"/>
              <a:gd name="connsiteX35" fmla="*/ 8038 w 10000"/>
              <a:gd name="connsiteY35" fmla="*/ 9998 h 10077"/>
              <a:gd name="connsiteX36" fmla="*/ 4858 w 10000"/>
              <a:gd name="connsiteY36" fmla="*/ 9998 h 10077"/>
              <a:gd name="connsiteX37" fmla="*/ 4713 w 10000"/>
              <a:gd name="connsiteY37" fmla="*/ 9931 h 10077"/>
              <a:gd name="connsiteX38" fmla="*/ 3305 w 10000"/>
              <a:gd name="connsiteY38" fmla="*/ 8290 h 10077"/>
              <a:gd name="connsiteX39" fmla="*/ 3107 w 10000"/>
              <a:gd name="connsiteY39" fmla="*/ 9098 h 10077"/>
              <a:gd name="connsiteX40" fmla="*/ 3374 w 10000"/>
              <a:gd name="connsiteY40" fmla="*/ 9682 h 10077"/>
              <a:gd name="connsiteX41" fmla="*/ 3407 w 10000"/>
              <a:gd name="connsiteY41" fmla="*/ 9893 h 10077"/>
              <a:gd name="connsiteX42" fmla="*/ 3253 w 10000"/>
              <a:gd name="connsiteY42" fmla="*/ 10000 h 10077"/>
              <a:gd name="connsiteX43" fmla="*/ 2060 w 10000"/>
              <a:gd name="connsiteY43" fmla="*/ 9998 h 10077"/>
              <a:gd name="connsiteX44" fmla="*/ 53 w 10000"/>
              <a:gd name="connsiteY44" fmla="*/ 9998 h 10077"/>
              <a:gd name="connsiteX45" fmla="*/ 1 w 10000"/>
              <a:gd name="connsiteY45" fmla="*/ 9944 h 10077"/>
              <a:gd name="connsiteX46" fmla="*/ 1 w 10000"/>
              <a:gd name="connsiteY46" fmla="*/ 5893 h 10077"/>
              <a:gd name="connsiteX47" fmla="*/ 1 w 10000"/>
              <a:gd name="connsiteY47" fmla="*/ 4086 h 10077"/>
              <a:gd name="connsiteX48" fmla="*/ 1 w 10000"/>
              <a:gd name="connsiteY48" fmla="*/ 1083 h 10077"/>
              <a:gd name="connsiteX49" fmla="*/ 1 w 10000"/>
              <a:gd name="connsiteY49" fmla="*/ 1083 h 10077"/>
              <a:gd name="connsiteX0" fmla="*/ 1 w 10000"/>
              <a:gd name="connsiteY0" fmla="*/ 1083 h 10020"/>
              <a:gd name="connsiteX1" fmla="*/ 1 w 10000"/>
              <a:gd name="connsiteY1" fmla="*/ 66 h 10020"/>
              <a:gd name="connsiteX2" fmla="*/ 54 w 10000"/>
              <a:gd name="connsiteY2" fmla="*/ 6 h 10020"/>
              <a:gd name="connsiteX3" fmla="*/ 3244 w 10000"/>
              <a:gd name="connsiteY3" fmla="*/ 8 h 10020"/>
              <a:gd name="connsiteX4" fmla="*/ 3407 w 10000"/>
              <a:gd name="connsiteY4" fmla="*/ 268 h 10020"/>
              <a:gd name="connsiteX5" fmla="*/ 3354 w 10000"/>
              <a:gd name="connsiteY5" fmla="*/ 348 h 10020"/>
              <a:gd name="connsiteX6" fmla="*/ 3109 w 10000"/>
              <a:gd name="connsiteY6" fmla="*/ 896 h 10020"/>
              <a:gd name="connsiteX7" fmla="*/ 3170 w 10000"/>
              <a:gd name="connsiteY7" fmla="*/ 1461 h 10020"/>
              <a:gd name="connsiteX8" fmla="*/ 3599 w 10000"/>
              <a:gd name="connsiteY8" fmla="*/ 1985 h 10020"/>
              <a:gd name="connsiteX9" fmla="*/ 4241 w 10000"/>
              <a:gd name="connsiteY9" fmla="*/ 2087 h 10020"/>
              <a:gd name="connsiteX10" fmla="*/ 4687 w 10000"/>
              <a:gd name="connsiteY10" fmla="*/ 1836 h 10020"/>
              <a:gd name="connsiteX11" fmla="*/ 4972 w 10000"/>
              <a:gd name="connsiteY11" fmla="*/ 1305 h 10020"/>
              <a:gd name="connsiteX12" fmla="*/ 4990 w 10000"/>
              <a:gd name="connsiteY12" fmla="*/ 912 h 10020"/>
              <a:gd name="connsiteX13" fmla="*/ 4730 w 10000"/>
              <a:gd name="connsiteY13" fmla="*/ 332 h 10020"/>
              <a:gd name="connsiteX14" fmla="*/ 4681 w 10000"/>
              <a:gd name="connsiteY14" fmla="*/ 128 h 10020"/>
              <a:gd name="connsiteX15" fmla="*/ 4853 w 10000"/>
              <a:gd name="connsiteY15" fmla="*/ 1 h 10020"/>
              <a:gd name="connsiteX16" fmla="*/ 5074 w 10000"/>
              <a:gd name="connsiteY16" fmla="*/ 1 h 10020"/>
              <a:gd name="connsiteX17" fmla="*/ 5549 w 10000"/>
              <a:gd name="connsiteY17" fmla="*/ 1 h 10020"/>
              <a:gd name="connsiteX18" fmla="*/ 7949 w 10000"/>
              <a:gd name="connsiteY18" fmla="*/ 1 h 10020"/>
              <a:gd name="connsiteX19" fmla="*/ 8054 w 10000"/>
              <a:gd name="connsiteY19" fmla="*/ 6 h 10020"/>
              <a:gd name="connsiteX20" fmla="*/ 8095 w 10000"/>
              <a:gd name="connsiteY20" fmla="*/ 52 h 10020"/>
              <a:gd name="connsiteX21" fmla="*/ 8095 w 10000"/>
              <a:gd name="connsiteY21" fmla="*/ 119 h 10020"/>
              <a:gd name="connsiteX22" fmla="*/ 8095 w 10000"/>
              <a:gd name="connsiteY22" fmla="*/ 4104 h 10020"/>
              <a:gd name="connsiteX23" fmla="*/ 8228 w 10000"/>
              <a:gd name="connsiteY23" fmla="*/ 4459 h 10020"/>
              <a:gd name="connsiteX24" fmla="*/ 8628 w 10000"/>
              <a:gd name="connsiteY24" fmla="*/ 4533 h 10020"/>
              <a:gd name="connsiteX25" fmla="*/ 8780 w 10000"/>
              <a:gd name="connsiteY25" fmla="*/ 4419 h 10020"/>
              <a:gd name="connsiteX26" fmla="*/ 9470 w 10000"/>
              <a:gd name="connsiteY26" fmla="*/ 4235 h 10020"/>
              <a:gd name="connsiteX27" fmla="*/ 9918 w 10000"/>
              <a:gd name="connsiteY27" fmla="*/ 4632 h 10020"/>
              <a:gd name="connsiteX28" fmla="*/ 9973 w 10000"/>
              <a:gd name="connsiteY28" fmla="*/ 5218 h 10020"/>
              <a:gd name="connsiteX29" fmla="*/ 9672 w 10000"/>
              <a:gd name="connsiteY29" fmla="*/ 5673 h 10020"/>
              <a:gd name="connsiteX30" fmla="*/ 9086 w 10000"/>
              <a:gd name="connsiteY30" fmla="*/ 5773 h 10020"/>
              <a:gd name="connsiteX31" fmla="*/ 8739 w 10000"/>
              <a:gd name="connsiteY31" fmla="*/ 5544 h 10020"/>
              <a:gd name="connsiteX32" fmla="*/ 8342 w 10000"/>
              <a:gd name="connsiteY32" fmla="*/ 5473 h 10020"/>
              <a:gd name="connsiteX33" fmla="*/ 8095 w 10000"/>
              <a:gd name="connsiteY33" fmla="*/ 5882 h 10020"/>
              <a:gd name="connsiteX34" fmla="*/ 8095 w 10000"/>
              <a:gd name="connsiteY34" fmla="*/ 9938 h 10020"/>
              <a:gd name="connsiteX35" fmla="*/ 8038 w 10000"/>
              <a:gd name="connsiteY35" fmla="*/ 9998 h 10020"/>
              <a:gd name="connsiteX36" fmla="*/ 4858 w 10000"/>
              <a:gd name="connsiteY36" fmla="*/ 9998 h 10020"/>
              <a:gd name="connsiteX37" fmla="*/ 4713 w 10000"/>
              <a:gd name="connsiteY37" fmla="*/ 9931 h 10020"/>
              <a:gd name="connsiteX38" fmla="*/ 3107 w 10000"/>
              <a:gd name="connsiteY38" fmla="*/ 9098 h 10020"/>
              <a:gd name="connsiteX39" fmla="*/ 3374 w 10000"/>
              <a:gd name="connsiteY39" fmla="*/ 9682 h 10020"/>
              <a:gd name="connsiteX40" fmla="*/ 3407 w 10000"/>
              <a:gd name="connsiteY40" fmla="*/ 9893 h 10020"/>
              <a:gd name="connsiteX41" fmla="*/ 3253 w 10000"/>
              <a:gd name="connsiteY41" fmla="*/ 10000 h 10020"/>
              <a:gd name="connsiteX42" fmla="*/ 2060 w 10000"/>
              <a:gd name="connsiteY42" fmla="*/ 9998 h 10020"/>
              <a:gd name="connsiteX43" fmla="*/ 53 w 10000"/>
              <a:gd name="connsiteY43" fmla="*/ 9998 h 10020"/>
              <a:gd name="connsiteX44" fmla="*/ 1 w 10000"/>
              <a:gd name="connsiteY44" fmla="*/ 9944 h 10020"/>
              <a:gd name="connsiteX45" fmla="*/ 1 w 10000"/>
              <a:gd name="connsiteY45" fmla="*/ 5893 h 10020"/>
              <a:gd name="connsiteX46" fmla="*/ 1 w 10000"/>
              <a:gd name="connsiteY46" fmla="*/ 4086 h 10020"/>
              <a:gd name="connsiteX47" fmla="*/ 1 w 10000"/>
              <a:gd name="connsiteY47" fmla="*/ 1083 h 10020"/>
              <a:gd name="connsiteX48" fmla="*/ 1 w 10000"/>
              <a:gd name="connsiteY48" fmla="*/ 1083 h 1002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374 w 10000"/>
              <a:gd name="connsiteY38" fmla="*/ 9682 h 10000"/>
              <a:gd name="connsiteX39" fmla="*/ 3407 w 10000"/>
              <a:gd name="connsiteY39" fmla="*/ 9893 h 10000"/>
              <a:gd name="connsiteX40" fmla="*/ 3253 w 10000"/>
              <a:gd name="connsiteY40" fmla="*/ 10000 h 10000"/>
              <a:gd name="connsiteX41" fmla="*/ 2060 w 10000"/>
              <a:gd name="connsiteY41" fmla="*/ 9998 h 10000"/>
              <a:gd name="connsiteX42" fmla="*/ 53 w 10000"/>
              <a:gd name="connsiteY42" fmla="*/ 9998 h 10000"/>
              <a:gd name="connsiteX43" fmla="*/ 1 w 10000"/>
              <a:gd name="connsiteY43" fmla="*/ 9944 h 10000"/>
              <a:gd name="connsiteX44" fmla="*/ 1 w 10000"/>
              <a:gd name="connsiteY44" fmla="*/ 5893 h 10000"/>
              <a:gd name="connsiteX45" fmla="*/ 1 w 10000"/>
              <a:gd name="connsiteY45" fmla="*/ 4086 h 10000"/>
              <a:gd name="connsiteX46" fmla="*/ 1 w 10000"/>
              <a:gd name="connsiteY46" fmla="*/ 1083 h 10000"/>
              <a:gd name="connsiteX47" fmla="*/ 1 w 10000"/>
              <a:gd name="connsiteY47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407 w 10000"/>
              <a:gd name="connsiteY38" fmla="*/ 9893 h 10000"/>
              <a:gd name="connsiteX39" fmla="*/ 3253 w 10000"/>
              <a:gd name="connsiteY39" fmla="*/ 10000 h 10000"/>
              <a:gd name="connsiteX40" fmla="*/ 2060 w 10000"/>
              <a:gd name="connsiteY40" fmla="*/ 9998 h 10000"/>
              <a:gd name="connsiteX41" fmla="*/ 53 w 10000"/>
              <a:gd name="connsiteY41" fmla="*/ 9998 h 10000"/>
              <a:gd name="connsiteX42" fmla="*/ 1 w 10000"/>
              <a:gd name="connsiteY42" fmla="*/ 9944 h 10000"/>
              <a:gd name="connsiteX43" fmla="*/ 1 w 10000"/>
              <a:gd name="connsiteY43" fmla="*/ 5893 h 10000"/>
              <a:gd name="connsiteX44" fmla="*/ 1 w 10000"/>
              <a:gd name="connsiteY44" fmla="*/ 4086 h 10000"/>
              <a:gd name="connsiteX45" fmla="*/ 1 w 10000"/>
              <a:gd name="connsiteY45" fmla="*/ 1083 h 10000"/>
              <a:gd name="connsiteX46" fmla="*/ 1 w 10000"/>
              <a:gd name="connsiteY46" fmla="*/ 1083 h 10000"/>
              <a:gd name="connsiteX0" fmla="*/ 1 w 10000"/>
              <a:gd name="connsiteY0" fmla="*/ 1083 h 10004"/>
              <a:gd name="connsiteX1" fmla="*/ 1 w 10000"/>
              <a:gd name="connsiteY1" fmla="*/ 66 h 10004"/>
              <a:gd name="connsiteX2" fmla="*/ 54 w 10000"/>
              <a:gd name="connsiteY2" fmla="*/ 6 h 10004"/>
              <a:gd name="connsiteX3" fmla="*/ 3244 w 10000"/>
              <a:gd name="connsiteY3" fmla="*/ 8 h 10004"/>
              <a:gd name="connsiteX4" fmla="*/ 3407 w 10000"/>
              <a:gd name="connsiteY4" fmla="*/ 268 h 10004"/>
              <a:gd name="connsiteX5" fmla="*/ 3354 w 10000"/>
              <a:gd name="connsiteY5" fmla="*/ 348 h 10004"/>
              <a:gd name="connsiteX6" fmla="*/ 3109 w 10000"/>
              <a:gd name="connsiteY6" fmla="*/ 896 h 10004"/>
              <a:gd name="connsiteX7" fmla="*/ 3170 w 10000"/>
              <a:gd name="connsiteY7" fmla="*/ 1461 h 10004"/>
              <a:gd name="connsiteX8" fmla="*/ 3599 w 10000"/>
              <a:gd name="connsiteY8" fmla="*/ 1985 h 10004"/>
              <a:gd name="connsiteX9" fmla="*/ 4241 w 10000"/>
              <a:gd name="connsiteY9" fmla="*/ 2087 h 10004"/>
              <a:gd name="connsiteX10" fmla="*/ 4687 w 10000"/>
              <a:gd name="connsiteY10" fmla="*/ 1836 h 10004"/>
              <a:gd name="connsiteX11" fmla="*/ 4972 w 10000"/>
              <a:gd name="connsiteY11" fmla="*/ 1305 h 10004"/>
              <a:gd name="connsiteX12" fmla="*/ 4990 w 10000"/>
              <a:gd name="connsiteY12" fmla="*/ 912 h 10004"/>
              <a:gd name="connsiteX13" fmla="*/ 4730 w 10000"/>
              <a:gd name="connsiteY13" fmla="*/ 332 h 10004"/>
              <a:gd name="connsiteX14" fmla="*/ 4681 w 10000"/>
              <a:gd name="connsiteY14" fmla="*/ 128 h 10004"/>
              <a:gd name="connsiteX15" fmla="*/ 4853 w 10000"/>
              <a:gd name="connsiteY15" fmla="*/ 1 h 10004"/>
              <a:gd name="connsiteX16" fmla="*/ 5074 w 10000"/>
              <a:gd name="connsiteY16" fmla="*/ 1 h 10004"/>
              <a:gd name="connsiteX17" fmla="*/ 5549 w 10000"/>
              <a:gd name="connsiteY17" fmla="*/ 1 h 10004"/>
              <a:gd name="connsiteX18" fmla="*/ 7949 w 10000"/>
              <a:gd name="connsiteY18" fmla="*/ 1 h 10004"/>
              <a:gd name="connsiteX19" fmla="*/ 8054 w 10000"/>
              <a:gd name="connsiteY19" fmla="*/ 6 h 10004"/>
              <a:gd name="connsiteX20" fmla="*/ 8095 w 10000"/>
              <a:gd name="connsiteY20" fmla="*/ 52 h 10004"/>
              <a:gd name="connsiteX21" fmla="*/ 8095 w 10000"/>
              <a:gd name="connsiteY21" fmla="*/ 119 h 10004"/>
              <a:gd name="connsiteX22" fmla="*/ 8095 w 10000"/>
              <a:gd name="connsiteY22" fmla="*/ 4104 h 10004"/>
              <a:gd name="connsiteX23" fmla="*/ 8228 w 10000"/>
              <a:gd name="connsiteY23" fmla="*/ 4459 h 10004"/>
              <a:gd name="connsiteX24" fmla="*/ 8628 w 10000"/>
              <a:gd name="connsiteY24" fmla="*/ 4533 h 10004"/>
              <a:gd name="connsiteX25" fmla="*/ 8780 w 10000"/>
              <a:gd name="connsiteY25" fmla="*/ 4419 h 10004"/>
              <a:gd name="connsiteX26" fmla="*/ 9470 w 10000"/>
              <a:gd name="connsiteY26" fmla="*/ 4235 h 10004"/>
              <a:gd name="connsiteX27" fmla="*/ 9918 w 10000"/>
              <a:gd name="connsiteY27" fmla="*/ 4632 h 10004"/>
              <a:gd name="connsiteX28" fmla="*/ 9973 w 10000"/>
              <a:gd name="connsiteY28" fmla="*/ 5218 h 10004"/>
              <a:gd name="connsiteX29" fmla="*/ 9672 w 10000"/>
              <a:gd name="connsiteY29" fmla="*/ 5673 h 10004"/>
              <a:gd name="connsiteX30" fmla="*/ 9086 w 10000"/>
              <a:gd name="connsiteY30" fmla="*/ 5773 h 10004"/>
              <a:gd name="connsiteX31" fmla="*/ 8739 w 10000"/>
              <a:gd name="connsiteY31" fmla="*/ 5544 h 10004"/>
              <a:gd name="connsiteX32" fmla="*/ 8342 w 10000"/>
              <a:gd name="connsiteY32" fmla="*/ 5473 h 10004"/>
              <a:gd name="connsiteX33" fmla="*/ 8095 w 10000"/>
              <a:gd name="connsiteY33" fmla="*/ 5882 h 10004"/>
              <a:gd name="connsiteX34" fmla="*/ 8095 w 10000"/>
              <a:gd name="connsiteY34" fmla="*/ 9938 h 10004"/>
              <a:gd name="connsiteX35" fmla="*/ 8038 w 10000"/>
              <a:gd name="connsiteY35" fmla="*/ 9998 h 10004"/>
              <a:gd name="connsiteX36" fmla="*/ 4858 w 10000"/>
              <a:gd name="connsiteY36" fmla="*/ 9998 h 10004"/>
              <a:gd name="connsiteX37" fmla="*/ 4713 w 10000"/>
              <a:gd name="connsiteY37" fmla="*/ 9931 h 10004"/>
              <a:gd name="connsiteX38" fmla="*/ 3253 w 10000"/>
              <a:gd name="connsiteY38" fmla="*/ 10000 h 10004"/>
              <a:gd name="connsiteX39" fmla="*/ 2060 w 10000"/>
              <a:gd name="connsiteY39" fmla="*/ 9998 h 10004"/>
              <a:gd name="connsiteX40" fmla="*/ 53 w 10000"/>
              <a:gd name="connsiteY40" fmla="*/ 9998 h 10004"/>
              <a:gd name="connsiteX41" fmla="*/ 1 w 10000"/>
              <a:gd name="connsiteY41" fmla="*/ 9944 h 10004"/>
              <a:gd name="connsiteX42" fmla="*/ 1 w 10000"/>
              <a:gd name="connsiteY42" fmla="*/ 5893 h 10004"/>
              <a:gd name="connsiteX43" fmla="*/ 1 w 10000"/>
              <a:gd name="connsiteY43" fmla="*/ 4086 h 10004"/>
              <a:gd name="connsiteX44" fmla="*/ 1 w 10000"/>
              <a:gd name="connsiteY44" fmla="*/ 1083 h 10004"/>
              <a:gd name="connsiteX45" fmla="*/ 1 w 10000"/>
              <a:gd name="connsiteY45" fmla="*/ 1083 h 10004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3253 w 10000"/>
              <a:gd name="connsiteY37" fmla="*/ 10000 h 10000"/>
              <a:gd name="connsiteX38" fmla="*/ 2060 w 10000"/>
              <a:gd name="connsiteY38" fmla="*/ 9998 h 10000"/>
              <a:gd name="connsiteX39" fmla="*/ 53 w 10000"/>
              <a:gd name="connsiteY39" fmla="*/ 9998 h 10000"/>
              <a:gd name="connsiteX40" fmla="*/ 1 w 10000"/>
              <a:gd name="connsiteY40" fmla="*/ 9944 h 10000"/>
              <a:gd name="connsiteX41" fmla="*/ 1 w 10000"/>
              <a:gd name="connsiteY41" fmla="*/ 5893 h 10000"/>
              <a:gd name="connsiteX42" fmla="*/ 1 w 10000"/>
              <a:gd name="connsiteY42" fmla="*/ 4086 h 10000"/>
              <a:gd name="connsiteX43" fmla="*/ 1 w 10000"/>
              <a:gd name="connsiteY43" fmla="*/ 1083 h 10000"/>
              <a:gd name="connsiteX44" fmla="*/ 1 w 10000"/>
              <a:gd name="connsiteY44" fmla="*/ 108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000" h="10000">
                <a:moveTo>
                  <a:pt x="1" y="1083"/>
                </a:moveTo>
                <a:lnTo>
                  <a:pt x="1" y="66"/>
                </a:lnTo>
                <a:cubicBezTo>
                  <a:pt x="0" y="23"/>
                  <a:pt x="14" y="6"/>
                  <a:pt x="54" y="6"/>
                </a:cubicBezTo>
                <a:lnTo>
                  <a:pt x="3244" y="8"/>
                </a:lnTo>
                <a:cubicBezTo>
                  <a:pt x="3379" y="8"/>
                  <a:pt x="3457" y="130"/>
                  <a:pt x="3407" y="268"/>
                </a:cubicBezTo>
                <a:cubicBezTo>
                  <a:pt x="3398" y="299"/>
                  <a:pt x="3374" y="323"/>
                  <a:pt x="3354" y="348"/>
                </a:cubicBezTo>
                <a:cubicBezTo>
                  <a:pt x="3223" y="505"/>
                  <a:pt x="3141" y="685"/>
                  <a:pt x="3109" y="896"/>
                </a:cubicBezTo>
                <a:cubicBezTo>
                  <a:pt x="3082" y="1092"/>
                  <a:pt x="3101" y="1278"/>
                  <a:pt x="3170" y="1461"/>
                </a:cubicBezTo>
                <a:cubicBezTo>
                  <a:pt x="3255" y="1692"/>
                  <a:pt x="3400" y="1867"/>
                  <a:pt x="3599" y="1985"/>
                </a:cubicBezTo>
                <a:cubicBezTo>
                  <a:pt x="3799" y="2103"/>
                  <a:pt x="4014" y="2140"/>
                  <a:pt x="4241" y="2087"/>
                </a:cubicBezTo>
                <a:cubicBezTo>
                  <a:pt x="4411" y="2047"/>
                  <a:pt x="4561" y="1965"/>
                  <a:pt x="4687" y="1836"/>
                </a:cubicBezTo>
                <a:cubicBezTo>
                  <a:pt x="4832" y="1692"/>
                  <a:pt x="4927" y="1516"/>
                  <a:pt x="4972" y="1305"/>
                </a:cubicBezTo>
                <a:cubicBezTo>
                  <a:pt x="5001" y="1174"/>
                  <a:pt x="5007" y="1045"/>
                  <a:pt x="4990" y="912"/>
                </a:cubicBezTo>
                <a:cubicBezTo>
                  <a:pt x="4960" y="688"/>
                  <a:pt x="4873" y="492"/>
                  <a:pt x="4730" y="332"/>
                </a:cubicBezTo>
                <a:cubicBezTo>
                  <a:pt x="4676" y="270"/>
                  <a:pt x="4664" y="203"/>
                  <a:pt x="4681" y="128"/>
                </a:cubicBezTo>
                <a:cubicBezTo>
                  <a:pt x="4699" y="59"/>
                  <a:pt x="4776" y="3"/>
                  <a:pt x="4853" y="1"/>
                </a:cubicBezTo>
                <a:cubicBezTo>
                  <a:pt x="4925" y="-1"/>
                  <a:pt x="5001" y="1"/>
                  <a:pt x="5074" y="1"/>
                </a:cubicBezTo>
                <a:lnTo>
                  <a:pt x="5549" y="1"/>
                </a:lnTo>
                <a:lnTo>
                  <a:pt x="7949" y="1"/>
                </a:lnTo>
                <a:cubicBezTo>
                  <a:pt x="7983" y="1"/>
                  <a:pt x="8018" y="6"/>
                  <a:pt x="8054" y="6"/>
                </a:cubicBezTo>
                <a:cubicBezTo>
                  <a:pt x="8085" y="6"/>
                  <a:pt x="8097" y="19"/>
                  <a:pt x="8095" y="52"/>
                </a:cubicBezTo>
                <a:cubicBezTo>
                  <a:pt x="8093" y="75"/>
                  <a:pt x="8095" y="97"/>
                  <a:pt x="8095" y="119"/>
                </a:cubicBezTo>
                <a:lnTo>
                  <a:pt x="8095" y="4104"/>
                </a:lnTo>
                <a:cubicBezTo>
                  <a:pt x="8093" y="4244"/>
                  <a:pt x="8137" y="4362"/>
                  <a:pt x="8228" y="4459"/>
                </a:cubicBezTo>
                <a:cubicBezTo>
                  <a:pt x="8327" y="4559"/>
                  <a:pt x="8508" y="4599"/>
                  <a:pt x="8628" y="4533"/>
                </a:cubicBezTo>
                <a:cubicBezTo>
                  <a:pt x="8680" y="4504"/>
                  <a:pt x="8733" y="4464"/>
                  <a:pt x="8780" y="4419"/>
                </a:cubicBezTo>
                <a:cubicBezTo>
                  <a:pt x="8980" y="4228"/>
                  <a:pt x="9206" y="4155"/>
                  <a:pt x="9470" y="4235"/>
                </a:cubicBezTo>
                <a:cubicBezTo>
                  <a:pt x="9671" y="4295"/>
                  <a:pt x="9820" y="4430"/>
                  <a:pt x="9918" y="4632"/>
                </a:cubicBezTo>
                <a:cubicBezTo>
                  <a:pt x="10004" y="4817"/>
                  <a:pt x="10024" y="5016"/>
                  <a:pt x="9973" y="5218"/>
                </a:cubicBezTo>
                <a:cubicBezTo>
                  <a:pt x="9926" y="5411"/>
                  <a:pt x="9824" y="5564"/>
                  <a:pt x="9672" y="5673"/>
                </a:cubicBezTo>
                <a:cubicBezTo>
                  <a:pt x="9493" y="5800"/>
                  <a:pt x="9295" y="5835"/>
                  <a:pt x="9086" y="5773"/>
                </a:cubicBezTo>
                <a:cubicBezTo>
                  <a:pt x="8950" y="5733"/>
                  <a:pt x="8842" y="5646"/>
                  <a:pt x="8739" y="5544"/>
                </a:cubicBezTo>
                <a:cubicBezTo>
                  <a:pt x="8622" y="5433"/>
                  <a:pt x="8486" y="5406"/>
                  <a:pt x="8342" y="5473"/>
                </a:cubicBezTo>
                <a:cubicBezTo>
                  <a:pt x="8177" y="5549"/>
                  <a:pt x="8097" y="5691"/>
                  <a:pt x="8095" y="5882"/>
                </a:cubicBezTo>
                <a:cubicBezTo>
                  <a:pt x="8093" y="6553"/>
                  <a:pt x="8095" y="9267"/>
                  <a:pt x="8095" y="9938"/>
                </a:cubicBezTo>
                <a:cubicBezTo>
                  <a:pt x="8095" y="10000"/>
                  <a:pt x="8095" y="10000"/>
                  <a:pt x="8038" y="9998"/>
                </a:cubicBezTo>
                <a:lnTo>
                  <a:pt x="4858" y="9998"/>
                </a:lnTo>
                <a:lnTo>
                  <a:pt x="3253" y="10000"/>
                </a:lnTo>
                <a:lnTo>
                  <a:pt x="2060" y="9998"/>
                </a:lnTo>
                <a:lnTo>
                  <a:pt x="53" y="9998"/>
                </a:lnTo>
                <a:cubicBezTo>
                  <a:pt x="14" y="10000"/>
                  <a:pt x="1" y="9984"/>
                  <a:pt x="1" y="9944"/>
                </a:cubicBezTo>
                <a:lnTo>
                  <a:pt x="1" y="5893"/>
                </a:lnTo>
                <a:lnTo>
                  <a:pt x="1" y="4086"/>
                </a:lnTo>
                <a:lnTo>
                  <a:pt x="1" y="1083"/>
                </a:lnTo>
                <a:lnTo>
                  <a:pt x="1" y="1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BB7F535-CF3B-457D-AAC0-7EE9C9C429FE}"/>
              </a:ext>
            </a:extLst>
          </p:cNvPr>
          <p:cNvSpPr>
            <a:spLocks/>
          </p:cNvSpPr>
          <p:nvPr/>
        </p:nvSpPr>
        <p:spPr bwMode="auto">
          <a:xfrm rot="16200000">
            <a:off x="3727787" y="2964628"/>
            <a:ext cx="1204017" cy="1639318"/>
          </a:xfrm>
          <a:custGeom>
            <a:avLst/>
            <a:gdLst>
              <a:gd name="T0" fmla="*/ 27 w 4016"/>
              <a:gd name="T1" fmla="*/ 5450 h 6400"/>
              <a:gd name="T2" fmla="*/ 0 w 4016"/>
              <a:gd name="T3" fmla="*/ 3596 h 6400"/>
              <a:gd name="T4" fmla="*/ 144 w 4016"/>
              <a:gd name="T5" fmla="*/ 3537 h 6400"/>
              <a:gd name="T6" fmla="*/ 704 w 4016"/>
              <a:gd name="T7" fmla="*/ 3612 h 6400"/>
              <a:gd name="T8" fmla="*/ 945 w 4016"/>
              <a:gd name="T9" fmla="*/ 3183 h 6400"/>
              <a:gd name="T10" fmla="*/ 404 w 4016"/>
              <a:gd name="T11" fmla="*/ 2734 h 6400"/>
              <a:gd name="T12" fmla="*/ 58 w 4016"/>
              <a:gd name="T13" fmla="*/ 2888 h 6400"/>
              <a:gd name="T14" fmla="*/ 0 w 4016"/>
              <a:gd name="T15" fmla="*/ 2254 h 6400"/>
              <a:gd name="T16" fmla="*/ 29 w 4016"/>
              <a:gd name="T17" fmla="*/ 951 h 6400"/>
              <a:gd name="T18" fmla="*/ 1702 w 4016"/>
              <a:gd name="T19" fmla="*/ 933 h 6400"/>
              <a:gd name="T20" fmla="*/ 1750 w 4016"/>
              <a:gd name="T21" fmla="*/ 615 h 6400"/>
              <a:gd name="T22" fmla="*/ 1932 w 4016"/>
              <a:gd name="T23" fmla="*/ 28 h 6400"/>
              <a:gd name="T24" fmla="*/ 2356 w 4016"/>
              <a:gd name="T25" fmla="*/ 455 h 6400"/>
              <a:gd name="T26" fmla="*/ 2348 w 4016"/>
              <a:gd name="T27" fmla="*/ 946 h 6400"/>
              <a:gd name="T28" fmla="*/ 3986 w 4016"/>
              <a:gd name="T29" fmla="*/ 952 h 6400"/>
              <a:gd name="T30" fmla="*/ 4016 w 4016"/>
              <a:gd name="T31" fmla="*/ 2797 h 6400"/>
              <a:gd name="T32" fmla="*/ 3880 w 4016"/>
              <a:gd name="T33" fmla="*/ 2869 h 6400"/>
              <a:gd name="T34" fmla="*/ 3419 w 4016"/>
              <a:gd name="T35" fmla="*/ 2746 h 6400"/>
              <a:gd name="T36" fmla="*/ 3083 w 4016"/>
              <a:gd name="T37" fmla="*/ 3097 h 6400"/>
              <a:gd name="T38" fmla="*/ 3307 w 4016"/>
              <a:gd name="T39" fmla="*/ 3609 h 6400"/>
              <a:gd name="T40" fmla="*/ 3774 w 4016"/>
              <a:gd name="T41" fmla="*/ 3612 h 6400"/>
              <a:gd name="T42" fmla="*/ 3951 w 4016"/>
              <a:gd name="T43" fmla="*/ 3512 h 6400"/>
              <a:gd name="T44" fmla="*/ 4016 w 4016"/>
              <a:gd name="T45" fmla="*/ 3608 h 6400"/>
              <a:gd name="T46" fmla="*/ 3986 w 4016"/>
              <a:gd name="T47" fmla="*/ 5449 h 6400"/>
              <a:gd name="T48" fmla="*/ 2326 w 4016"/>
              <a:gd name="T49" fmla="*/ 5462 h 6400"/>
              <a:gd name="T50" fmla="*/ 2241 w 4016"/>
              <a:gd name="T51" fmla="*/ 5758 h 6400"/>
              <a:gd name="T52" fmla="*/ 2357 w 4016"/>
              <a:gd name="T53" fmla="*/ 6121 h 6400"/>
              <a:gd name="T54" fmla="*/ 1976 w 4016"/>
              <a:gd name="T55" fmla="*/ 6392 h 6400"/>
              <a:gd name="T56" fmla="*/ 1663 w 4016"/>
              <a:gd name="T57" fmla="*/ 5937 h 6400"/>
              <a:gd name="T58" fmla="*/ 1775 w 4016"/>
              <a:gd name="T59" fmla="*/ 5529 h 6400"/>
              <a:gd name="T60" fmla="*/ 509 w 4016"/>
              <a:gd name="T61" fmla="*/ 5450 h 6400"/>
              <a:gd name="T62" fmla="*/ 493 w 4016"/>
              <a:gd name="T63" fmla="*/ 5450 h 6400"/>
              <a:gd name="connsiteX0" fmla="*/ 1228 w 10000"/>
              <a:gd name="connsiteY0" fmla="*/ 8491 h 9963"/>
              <a:gd name="connsiteX1" fmla="*/ 67 w 10000"/>
              <a:gd name="connsiteY1" fmla="*/ 8491 h 9963"/>
              <a:gd name="connsiteX2" fmla="*/ 0 w 10000"/>
              <a:gd name="connsiteY2" fmla="*/ 8447 h 9963"/>
              <a:gd name="connsiteX3" fmla="*/ 0 w 10000"/>
              <a:gd name="connsiteY3" fmla="*/ 5594 h 9963"/>
              <a:gd name="connsiteX4" fmla="*/ 132 w 10000"/>
              <a:gd name="connsiteY4" fmla="*/ 5467 h 9963"/>
              <a:gd name="connsiteX5" fmla="*/ 359 w 10000"/>
              <a:gd name="connsiteY5" fmla="*/ 5502 h 9963"/>
              <a:gd name="connsiteX6" fmla="*/ 1218 w 10000"/>
              <a:gd name="connsiteY6" fmla="*/ 5711 h 9963"/>
              <a:gd name="connsiteX7" fmla="*/ 1753 w 10000"/>
              <a:gd name="connsiteY7" fmla="*/ 5619 h 9963"/>
              <a:gd name="connsiteX8" fmla="*/ 2144 w 10000"/>
              <a:gd name="connsiteY8" fmla="*/ 5398 h 9963"/>
              <a:gd name="connsiteX9" fmla="*/ 2353 w 10000"/>
              <a:gd name="connsiteY9" fmla="*/ 4948 h 9963"/>
              <a:gd name="connsiteX10" fmla="*/ 2024 w 10000"/>
              <a:gd name="connsiteY10" fmla="*/ 4464 h 9963"/>
              <a:gd name="connsiteX11" fmla="*/ 1006 w 10000"/>
              <a:gd name="connsiteY11" fmla="*/ 4247 h 9963"/>
              <a:gd name="connsiteX12" fmla="*/ 356 w 10000"/>
              <a:gd name="connsiteY12" fmla="*/ 4452 h 9963"/>
              <a:gd name="connsiteX13" fmla="*/ 144 w 10000"/>
              <a:gd name="connsiteY13" fmla="*/ 4488 h 9963"/>
              <a:gd name="connsiteX14" fmla="*/ 0 w 10000"/>
              <a:gd name="connsiteY14" fmla="*/ 4363 h 9963"/>
              <a:gd name="connsiteX15" fmla="*/ 0 w 10000"/>
              <a:gd name="connsiteY15" fmla="*/ 3497 h 9963"/>
              <a:gd name="connsiteX16" fmla="*/ 0 w 10000"/>
              <a:gd name="connsiteY16" fmla="*/ 1506 h 9963"/>
              <a:gd name="connsiteX17" fmla="*/ 72 w 10000"/>
              <a:gd name="connsiteY17" fmla="*/ 1461 h 9963"/>
              <a:gd name="connsiteX18" fmla="*/ 3992 w 10000"/>
              <a:gd name="connsiteY18" fmla="*/ 1461 h 9963"/>
              <a:gd name="connsiteX19" fmla="*/ 4238 w 10000"/>
              <a:gd name="connsiteY19" fmla="*/ 1433 h 9963"/>
              <a:gd name="connsiteX20" fmla="*/ 4487 w 10000"/>
              <a:gd name="connsiteY20" fmla="*/ 1072 h 9963"/>
              <a:gd name="connsiteX21" fmla="*/ 4358 w 10000"/>
              <a:gd name="connsiteY21" fmla="*/ 936 h 9963"/>
              <a:gd name="connsiteX22" fmla="*/ 4151 w 10000"/>
              <a:gd name="connsiteY22" fmla="*/ 380 h 9963"/>
              <a:gd name="connsiteX23" fmla="*/ 4811 w 10000"/>
              <a:gd name="connsiteY23" fmla="*/ 19 h 9963"/>
              <a:gd name="connsiteX24" fmla="*/ 5642 w 10000"/>
              <a:gd name="connsiteY24" fmla="*/ 158 h 9963"/>
              <a:gd name="connsiteX25" fmla="*/ 5867 w 10000"/>
              <a:gd name="connsiteY25" fmla="*/ 686 h 9963"/>
              <a:gd name="connsiteX26" fmla="*/ 5625 w 10000"/>
              <a:gd name="connsiteY26" fmla="*/ 950 h 9963"/>
              <a:gd name="connsiteX27" fmla="*/ 5847 w 10000"/>
              <a:gd name="connsiteY27" fmla="*/ 1453 h 9963"/>
              <a:gd name="connsiteX28" fmla="*/ 6011 w 10000"/>
              <a:gd name="connsiteY28" fmla="*/ 1461 h 9963"/>
              <a:gd name="connsiteX29" fmla="*/ 9925 w 10000"/>
              <a:gd name="connsiteY29" fmla="*/ 1463 h 9963"/>
              <a:gd name="connsiteX30" fmla="*/ 10000 w 10000"/>
              <a:gd name="connsiteY30" fmla="*/ 1511 h 9963"/>
              <a:gd name="connsiteX31" fmla="*/ 10000 w 10000"/>
              <a:gd name="connsiteY31" fmla="*/ 4345 h 9963"/>
              <a:gd name="connsiteX32" fmla="*/ 9858 w 10000"/>
              <a:gd name="connsiteY32" fmla="*/ 4486 h 9963"/>
              <a:gd name="connsiteX33" fmla="*/ 9661 w 10000"/>
              <a:gd name="connsiteY33" fmla="*/ 4458 h 9963"/>
              <a:gd name="connsiteX34" fmla="*/ 9203 w 10000"/>
              <a:gd name="connsiteY34" fmla="*/ 4278 h 9963"/>
              <a:gd name="connsiteX35" fmla="*/ 8513 w 10000"/>
              <a:gd name="connsiteY35" fmla="*/ 4266 h 9963"/>
              <a:gd name="connsiteX36" fmla="*/ 7968 w 10000"/>
              <a:gd name="connsiteY36" fmla="*/ 4470 h 9963"/>
              <a:gd name="connsiteX37" fmla="*/ 7677 w 10000"/>
              <a:gd name="connsiteY37" fmla="*/ 4814 h 9963"/>
              <a:gd name="connsiteX38" fmla="*/ 7709 w 10000"/>
              <a:gd name="connsiteY38" fmla="*/ 5211 h 9963"/>
              <a:gd name="connsiteX39" fmla="*/ 8235 w 10000"/>
              <a:gd name="connsiteY39" fmla="*/ 5614 h 9963"/>
              <a:gd name="connsiteX40" fmla="*/ 8847 w 10000"/>
              <a:gd name="connsiteY40" fmla="*/ 5713 h 9963"/>
              <a:gd name="connsiteX41" fmla="*/ 9397 w 10000"/>
              <a:gd name="connsiteY41" fmla="*/ 5619 h 9963"/>
              <a:gd name="connsiteX42" fmla="*/ 9651 w 10000"/>
              <a:gd name="connsiteY42" fmla="*/ 5497 h 9963"/>
              <a:gd name="connsiteX43" fmla="*/ 9838 w 10000"/>
              <a:gd name="connsiteY43" fmla="*/ 5463 h 9963"/>
              <a:gd name="connsiteX44" fmla="*/ 9995 w 10000"/>
              <a:gd name="connsiteY44" fmla="*/ 5563 h 9963"/>
              <a:gd name="connsiteX45" fmla="*/ 10000 w 10000"/>
              <a:gd name="connsiteY45" fmla="*/ 5613 h 9963"/>
              <a:gd name="connsiteX46" fmla="*/ 10000 w 10000"/>
              <a:gd name="connsiteY46" fmla="*/ 8444 h 9963"/>
              <a:gd name="connsiteX47" fmla="*/ 9925 w 10000"/>
              <a:gd name="connsiteY47" fmla="*/ 8489 h 9963"/>
              <a:gd name="connsiteX48" fmla="*/ 6046 w 10000"/>
              <a:gd name="connsiteY48" fmla="*/ 8488 h 9963"/>
              <a:gd name="connsiteX49" fmla="*/ 5792 w 10000"/>
              <a:gd name="connsiteY49" fmla="*/ 8509 h 9963"/>
              <a:gd name="connsiteX50" fmla="*/ 5498 w 10000"/>
              <a:gd name="connsiteY50" fmla="*/ 8747 h 9963"/>
              <a:gd name="connsiteX51" fmla="*/ 5580 w 10000"/>
              <a:gd name="connsiteY51" fmla="*/ 8972 h 9963"/>
              <a:gd name="connsiteX52" fmla="*/ 5695 w 10000"/>
              <a:gd name="connsiteY52" fmla="*/ 9052 h 9963"/>
              <a:gd name="connsiteX53" fmla="*/ 5869 w 10000"/>
              <a:gd name="connsiteY53" fmla="*/ 9539 h 9963"/>
              <a:gd name="connsiteX54" fmla="*/ 4920 w 10000"/>
              <a:gd name="connsiteY54" fmla="*/ 9963 h 9963"/>
              <a:gd name="connsiteX55" fmla="*/ 4303 w 10000"/>
              <a:gd name="connsiteY55" fmla="*/ 9758 h 9963"/>
              <a:gd name="connsiteX56" fmla="*/ 4141 w 10000"/>
              <a:gd name="connsiteY56" fmla="*/ 9252 h 9963"/>
              <a:gd name="connsiteX57" fmla="*/ 4370 w 10000"/>
              <a:gd name="connsiteY57" fmla="*/ 9005 h 9963"/>
              <a:gd name="connsiteX58" fmla="*/ 4420 w 10000"/>
              <a:gd name="connsiteY58" fmla="*/ 8614 h 9963"/>
              <a:gd name="connsiteX59" fmla="*/ 4071 w 10000"/>
              <a:gd name="connsiteY59" fmla="*/ 8492 h 9963"/>
              <a:gd name="connsiteX60" fmla="*/ 1267 w 10000"/>
              <a:gd name="connsiteY60" fmla="*/ 8491 h 9963"/>
              <a:gd name="connsiteX61" fmla="*/ 1228 w 10000"/>
              <a:gd name="connsiteY61" fmla="*/ 8491 h 9963"/>
              <a:gd name="connsiteX62" fmla="*/ 1228 w 10000"/>
              <a:gd name="connsiteY62" fmla="*/ 8491 h 9963"/>
              <a:gd name="connsiteX0" fmla="*/ 1228 w 10000"/>
              <a:gd name="connsiteY0" fmla="*/ 8523 h 9803"/>
              <a:gd name="connsiteX1" fmla="*/ 67 w 10000"/>
              <a:gd name="connsiteY1" fmla="*/ 8523 h 9803"/>
              <a:gd name="connsiteX2" fmla="*/ 0 w 10000"/>
              <a:gd name="connsiteY2" fmla="*/ 8478 h 9803"/>
              <a:gd name="connsiteX3" fmla="*/ 0 w 10000"/>
              <a:gd name="connsiteY3" fmla="*/ 5615 h 9803"/>
              <a:gd name="connsiteX4" fmla="*/ 132 w 10000"/>
              <a:gd name="connsiteY4" fmla="*/ 5487 h 9803"/>
              <a:gd name="connsiteX5" fmla="*/ 359 w 10000"/>
              <a:gd name="connsiteY5" fmla="*/ 5522 h 9803"/>
              <a:gd name="connsiteX6" fmla="*/ 1218 w 10000"/>
              <a:gd name="connsiteY6" fmla="*/ 5732 h 9803"/>
              <a:gd name="connsiteX7" fmla="*/ 1753 w 10000"/>
              <a:gd name="connsiteY7" fmla="*/ 5640 h 9803"/>
              <a:gd name="connsiteX8" fmla="*/ 2144 w 10000"/>
              <a:gd name="connsiteY8" fmla="*/ 5418 h 9803"/>
              <a:gd name="connsiteX9" fmla="*/ 2353 w 10000"/>
              <a:gd name="connsiteY9" fmla="*/ 4966 h 9803"/>
              <a:gd name="connsiteX10" fmla="*/ 2024 w 10000"/>
              <a:gd name="connsiteY10" fmla="*/ 4481 h 9803"/>
              <a:gd name="connsiteX11" fmla="*/ 1006 w 10000"/>
              <a:gd name="connsiteY11" fmla="*/ 4263 h 9803"/>
              <a:gd name="connsiteX12" fmla="*/ 356 w 10000"/>
              <a:gd name="connsiteY12" fmla="*/ 4469 h 9803"/>
              <a:gd name="connsiteX13" fmla="*/ 144 w 10000"/>
              <a:gd name="connsiteY13" fmla="*/ 4505 h 9803"/>
              <a:gd name="connsiteX14" fmla="*/ 0 w 10000"/>
              <a:gd name="connsiteY14" fmla="*/ 4379 h 9803"/>
              <a:gd name="connsiteX15" fmla="*/ 0 w 10000"/>
              <a:gd name="connsiteY15" fmla="*/ 3510 h 9803"/>
              <a:gd name="connsiteX16" fmla="*/ 0 w 10000"/>
              <a:gd name="connsiteY16" fmla="*/ 1512 h 9803"/>
              <a:gd name="connsiteX17" fmla="*/ 72 w 10000"/>
              <a:gd name="connsiteY17" fmla="*/ 1466 h 9803"/>
              <a:gd name="connsiteX18" fmla="*/ 3992 w 10000"/>
              <a:gd name="connsiteY18" fmla="*/ 1466 h 9803"/>
              <a:gd name="connsiteX19" fmla="*/ 4238 w 10000"/>
              <a:gd name="connsiteY19" fmla="*/ 1438 h 9803"/>
              <a:gd name="connsiteX20" fmla="*/ 4487 w 10000"/>
              <a:gd name="connsiteY20" fmla="*/ 1076 h 9803"/>
              <a:gd name="connsiteX21" fmla="*/ 4358 w 10000"/>
              <a:gd name="connsiteY21" fmla="*/ 939 h 9803"/>
              <a:gd name="connsiteX22" fmla="*/ 4151 w 10000"/>
              <a:gd name="connsiteY22" fmla="*/ 381 h 9803"/>
              <a:gd name="connsiteX23" fmla="*/ 4811 w 10000"/>
              <a:gd name="connsiteY23" fmla="*/ 19 h 9803"/>
              <a:gd name="connsiteX24" fmla="*/ 5642 w 10000"/>
              <a:gd name="connsiteY24" fmla="*/ 159 h 9803"/>
              <a:gd name="connsiteX25" fmla="*/ 5867 w 10000"/>
              <a:gd name="connsiteY25" fmla="*/ 689 h 9803"/>
              <a:gd name="connsiteX26" fmla="*/ 5625 w 10000"/>
              <a:gd name="connsiteY26" fmla="*/ 954 h 9803"/>
              <a:gd name="connsiteX27" fmla="*/ 5847 w 10000"/>
              <a:gd name="connsiteY27" fmla="*/ 1458 h 9803"/>
              <a:gd name="connsiteX28" fmla="*/ 6011 w 10000"/>
              <a:gd name="connsiteY28" fmla="*/ 1466 h 9803"/>
              <a:gd name="connsiteX29" fmla="*/ 9925 w 10000"/>
              <a:gd name="connsiteY29" fmla="*/ 1468 h 9803"/>
              <a:gd name="connsiteX30" fmla="*/ 10000 w 10000"/>
              <a:gd name="connsiteY30" fmla="*/ 1517 h 9803"/>
              <a:gd name="connsiteX31" fmla="*/ 10000 w 10000"/>
              <a:gd name="connsiteY31" fmla="*/ 4361 h 9803"/>
              <a:gd name="connsiteX32" fmla="*/ 9858 w 10000"/>
              <a:gd name="connsiteY32" fmla="*/ 4503 h 9803"/>
              <a:gd name="connsiteX33" fmla="*/ 9661 w 10000"/>
              <a:gd name="connsiteY33" fmla="*/ 4475 h 9803"/>
              <a:gd name="connsiteX34" fmla="*/ 9203 w 10000"/>
              <a:gd name="connsiteY34" fmla="*/ 4294 h 9803"/>
              <a:gd name="connsiteX35" fmla="*/ 8513 w 10000"/>
              <a:gd name="connsiteY35" fmla="*/ 4282 h 9803"/>
              <a:gd name="connsiteX36" fmla="*/ 7968 w 10000"/>
              <a:gd name="connsiteY36" fmla="*/ 4487 h 9803"/>
              <a:gd name="connsiteX37" fmla="*/ 7677 w 10000"/>
              <a:gd name="connsiteY37" fmla="*/ 4832 h 9803"/>
              <a:gd name="connsiteX38" fmla="*/ 7709 w 10000"/>
              <a:gd name="connsiteY38" fmla="*/ 5230 h 9803"/>
              <a:gd name="connsiteX39" fmla="*/ 8235 w 10000"/>
              <a:gd name="connsiteY39" fmla="*/ 5635 h 9803"/>
              <a:gd name="connsiteX40" fmla="*/ 8847 w 10000"/>
              <a:gd name="connsiteY40" fmla="*/ 5734 h 9803"/>
              <a:gd name="connsiteX41" fmla="*/ 9397 w 10000"/>
              <a:gd name="connsiteY41" fmla="*/ 5640 h 9803"/>
              <a:gd name="connsiteX42" fmla="*/ 9651 w 10000"/>
              <a:gd name="connsiteY42" fmla="*/ 5517 h 9803"/>
              <a:gd name="connsiteX43" fmla="*/ 9838 w 10000"/>
              <a:gd name="connsiteY43" fmla="*/ 5483 h 9803"/>
              <a:gd name="connsiteX44" fmla="*/ 9995 w 10000"/>
              <a:gd name="connsiteY44" fmla="*/ 5584 h 9803"/>
              <a:gd name="connsiteX45" fmla="*/ 10000 w 10000"/>
              <a:gd name="connsiteY45" fmla="*/ 5634 h 9803"/>
              <a:gd name="connsiteX46" fmla="*/ 10000 w 10000"/>
              <a:gd name="connsiteY46" fmla="*/ 8475 h 9803"/>
              <a:gd name="connsiteX47" fmla="*/ 9925 w 10000"/>
              <a:gd name="connsiteY47" fmla="*/ 8521 h 9803"/>
              <a:gd name="connsiteX48" fmla="*/ 6046 w 10000"/>
              <a:gd name="connsiteY48" fmla="*/ 8520 h 9803"/>
              <a:gd name="connsiteX49" fmla="*/ 5792 w 10000"/>
              <a:gd name="connsiteY49" fmla="*/ 8541 h 9803"/>
              <a:gd name="connsiteX50" fmla="*/ 5498 w 10000"/>
              <a:gd name="connsiteY50" fmla="*/ 8779 h 9803"/>
              <a:gd name="connsiteX51" fmla="*/ 5580 w 10000"/>
              <a:gd name="connsiteY51" fmla="*/ 9005 h 9803"/>
              <a:gd name="connsiteX52" fmla="*/ 5695 w 10000"/>
              <a:gd name="connsiteY52" fmla="*/ 9086 h 9803"/>
              <a:gd name="connsiteX53" fmla="*/ 5869 w 10000"/>
              <a:gd name="connsiteY53" fmla="*/ 9574 h 9803"/>
              <a:gd name="connsiteX54" fmla="*/ 4303 w 10000"/>
              <a:gd name="connsiteY54" fmla="*/ 9794 h 9803"/>
              <a:gd name="connsiteX55" fmla="*/ 4141 w 10000"/>
              <a:gd name="connsiteY55" fmla="*/ 9286 h 9803"/>
              <a:gd name="connsiteX56" fmla="*/ 4370 w 10000"/>
              <a:gd name="connsiteY56" fmla="*/ 9038 h 9803"/>
              <a:gd name="connsiteX57" fmla="*/ 4420 w 10000"/>
              <a:gd name="connsiteY57" fmla="*/ 8646 h 9803"/>
              <a:gd name="connsiteX58" fmla="*/ 4071 w 10000"/>
              <a:gd name="connsiteY58" fmla="*/ 8524 h 9803"/>
              <a:gd name="connsiteX59" fmla="*/ 1267 w 10000"/>
              <a:gd name="connsiteY59" fmla="*/ 8523 h 9803"/>
              <a:gd name="connsiteX60" fmla="*/ 1228 w 10000"/>
              <a:gd name="connsiteY60" fmla="*/ 8523 h 9803"/>
              <a:gd name="connsiteX61" fmla="*/ 1228 w 10000"/>
              <a:gd name="connsiteY61" fmla="*/ 8523 h 9803"/>
              <a:gd name="connsiteX0" fmla="*/ 1228 w 10000"/>
              <a:gd name="connsiteY0" fmla="*/ 8694 h 9769"/>
              <a:gd name="connsiteX1" fmla="*/ 67 w 10000"/>
              <a:gd name="connsiteY1" fmla="*/ 8694 h 9769"/>
              <a:gd name="connsiteX2" fmla="*/ 0 w 10000"/>
              <a:gd name="connsiteY2" fmla="*/ 8648 h 9769"/>
              <a:gd name="connsiteX3" fmla="*/ 0 w 10000"/>
              <a:gd name="connsiteY3" fmla="*/ 5728 h 9769"/>
              <a:gd name="connsiteX4" fmla="*/ 132 w 10000"/>
              <a:gd name="connsiteY4" fmla="*/ 5597 h 9769"/>
              <a:gd name="connsiteX5" fmla="*/ 359 w 10000"/>
              <a:gd name="connsiteY5" fmla="*/ 5633 h 9769"/>
              <a:gd name="connsiteX6" fmla="*/ 1218 w 10000"/>
              <a:gd name="connsiteY6" fmla="*/ 5847 h 9769"/>
              <a:gd name="connsiteX7" fmla="*/ 1753 w 10000"/>
              <a:gd name="connsiteY7" fmla="*/ 5753 h 9769"/>
              <a:gd name="connsiteX8" fmla="*/ 2144 w 10000"/>
              <a:gd name="connsiteY8" fmla="*/ 5527 h 9769"/>
              <a:gd name="connsiteX9" fmla="*/ 2353 w 10000"/>
              <a:gd name="connsiteY9" fmla="*/ 5066 h 9769"/>
              <a:gd name="connsiteX10" fmla="*/ 2024 w 10000"/>
              <a:gd name="connsiteY10" fmla="*/ 4571 h 9769"/>
              <a:gd name="connsiteX11" fmla="*/ 1006 w 10000"/>
              <a:gd name="connsiteY11" fmla="*/ 4349 h 9769"/>
              <a:gd name="connsiteX12" fmla="*/ 356 w 10000"/>
              <a:gd name="connsiteY12" fmla="*/ 4559 h 9769"/>
              <a:gd name="connsiteX13" fmla="*/ 144 w 10000"/>
              <a:gd name="connsiteY13" fmla="*/ 4596 h 9769"/>
              <a:gd name="connsiteX14" fmla="*/ 0 w 10000"/>
              <a:gd name="connsiteY14" fmla="*/ 4467 h 9769"/>
              <a:gd name="connsiteX15" fmla="*/ 0 w 10000"/>
              <a:gd name="connsiteY15" fmla="*/ 3581 h 9769"/>
              <a:gd name="connsiteX16" fmla="*/ 0 w 10000"/>
              <a:gd name="connsiteY16" fmla="*/ 1542 h 9769"/>
              <a:gd name="connsiteX17" fmla="*/ 72 w 10000"/>
              <a:gd name="connsiteY17" fmla="*/ 1495 h 9769"/>
              <a:gd name="connsiteX18" fmla="*/ 3992 w 10000"/>
              <a:gd name="connsiteY18" fmla="*/ 1495 h 9769"/>
              <a:gd name="connsiteX19" fmla="*/ 4238 w 10000"/>
              <a:gd name="connsiteY19" fmla="*/ 1467 h 9769"/>
              <a:gd name="connsiteX20" fmla="*/ 4487 w 10000"/>
              <a:gd name="connsiteY20" fmla="*/ 1098 h 9769"/>
              <a:gd name="connsiteX21" fmla="*/ 4358 w 10000"/>
              <a:gd name="connsiteY21" fmla="*/ 958 h 9769"/>
              <a:gd name="connsiteX22" fmla="*/ 4151 w 10000"/>
              <a:gd name="connsiteY22" fmla="*/ 389 h 9769"/>
              <a:gd name="connsiteX23" fmla="*/ 4811 w 10000"/>
              <a:gd name="connsiteY23" fmla="*/ 19 h 9769"/>
              <a:gd name="connsiteX24" fmla="*/ 5642 w 10000"/>
              <a:gd name="connsiteY24" fmla="*/ 162 h 9769"/>
              <a:gd name="connsiteX25" fmla="*/ 5867 w 10000"/>
              <a:gd name="connsiteY25" fmla="*/ 703 h 9769"/>
              <a:gd name="connsiteX26" fmla="*/ 5625 w 10000"/>
              <a:gd name="connsiteY26" fmla="*/ 973 h 9769"/>
              <a:gd name="connsiteX27" fmla="*/ 5847 w 10000"/>
              <a:gd name="connsiteY27" fmla="*/ 1487 h 9769"/>
              <a:gd name="connsiteX28" fmla="*/ 6011 w 10000"/>
              <a:gd name="connsiteY28" fmla="*/ 1495 h 9769"/>
              <a:gd name="connsiteX29" fmla="*/ 9925 w 10000"/>
              <a:gd name="connsiteY29" fmla="*/ 1498 h 9769"/>
              <a:gd name="connsiteX30" fmla="*/ 10000 w 10000"/>
              <a:gd name="connsiteY30" fmla="*/ 1547 h 9769"/>
              <a:gd name="connsiteX31" fmla="*/ 10000 w 10000"/>
              <a:gd name="connsiteY31" fmla="*/ 4449 h 9769"/>
              <a:gd name="connsiteX32" fmla="*/ 9858 w 10000"/>
              <a:gd name="connsiteY32" fmla="*/ 4593 h 9769"/>
              <a:gd name="connsiteX33" fmla="*/ 9661 w 10000"/>
              <a:gd name="connsiteY33" fmla="*/ 4565 h 9769"/>
              <a:gd name="connsiteX34" fmla="*/ 9203 w 10000"/>
              <a:gd name="connsiteY34" fmla="*/ 4380 h 9769"/>
              <a:gd name="connsiteX35" fmla="*/ 8513 w 10000"/>
              <a:gd name="connsiteY35" fmla="*/ 4368 h 9769"/>
              <a:gd name="connsiteX36" fmla="*/ 7968 w 10000"/>
              <a:gd name="connsiteY36" fmla="*/ 4577 h 9769"/>
              <a:gd name="connsiteX37" fmla="*/ 7677 w 10000"/>
              <a:gd name="connsiteY37" fmla="*/ 4929 h 9769"/>
              <a:gd name="connsiteX38" fmla="*/ 7709 w 10000"/>
              <a:gd name="connsiteY38" fmla="*/ 5335 h 9769"/>
              <a:gd name="connsiteX39" fmla="*/ 8235 w 10000"/>
              <a:gd name="connsiteY39" fmla="*/ 5748 h 9769"/>
              <a:gd name="connsiteX40" fmla="*/ 8847 w 10000"/>
              <a:gd name="connsiteY40" fmla="*/ 5849 h 9769"/>
              <a:gd name="connsiteX41" fmla="*/ 9397 w 10000"/>
              <a:gd name="connsiteY41" fmla="*/ 5753 h 9769"/>
              <a:gd name="connsiteX42" fmla="*/ 9651 w 10000"/>
              <a:gd name="connsiteY42" fmla="*/ 5628 h 9769"/>
              <a:gd name="connsiteX43" fmla="*/ 9838 w 10000"/>
              <a:gd name="connsiteY43" fmla="*/ 5593 h 9769"/>
              <a:gd name="connsiteX44" fmla="*/ 9995 w 10000"/>
              <a:gd name="connsiteY44" fmla="*/ 5696 h 9769"/>
              <a:gd name="connsiteX45" fmla="*/ 10000 w 10000"/>
              <a:gd name="connsiteY45" fmla="*/ 5747 h 9769"/>
              <a:gd name="connsiteX46" fmla="*/ 10000 w 10000"/>
              <a:gd name="connsiteY46" fmla="*/ 8645 h 9769"/>
              <a:gd name="connsiteX47" fmla="*/ 9925 w 10000"/>
              <a:gd name="connsiteY47" fmla="*/ 8692 h 9769"/>
              <a:gd name="connsiteX48" fmla="*/ 6046 w 10000"/>
              <a:gd name="connsiteY48" fmla="*/ 8691 h 9769"/>
              <a:gd name="connsiteX49" fmla="*/ 5792 w 10000"/>
              <a:gd name="connsiteY49" fmla="*/ 8713 h 9769"/>
              <a:gd name="connsiteX50" fmla="*/ 5498 w 10000"/>
              <a:gd name="connsiteY50" fmla="*/ 8955 h 9769"/>
              <a:gd name="connsiteX51" fmla="*/ 5580 w 10000"/>
              <a:gd name="connsiteY51" fmla="*/ 9186 h 9769"/>
              <a:gd name="connsiteX52" fmla="*/ 5695 w 10000"/>
              <a:gd name="connsiteY52" fmla="*/ 9269 h 9769"/>
              <a:gd name="connsiteX53" fmla="*/ 5869 w 10000"/>
              <a:gd name="connsiteY53" fmla="*/ 9766 h 9769"/>
              <a:gd name="connsiteX54" fmla="*/ 4141 w 10000"/>
              <a:gd name="connsiteY54" fmla="*/ 9473 h 9769"/>
              <a:gd name="connsiteX55" fmla="*/ 4370 w 10000"/>
              <a:gd name="connsiteY55" fmla="*/ 9220 h 9769"/>
              <a:gd name="connsiteX56" fmla="*/ 4420 w 10000"/>
              <a:gd name="connsiteY56" fmla="*/ 8820 h 9769"/>
              <a:gd name="connsiteX57" fmla="*/ 4071 w 10000"/>
              <a:gd name="connsiteY57" fmla="*/ 8695 h 9769"/>
              <a:gd name="connsiteX58" fmla="*/ 1267 w 10000"/>
              <a:gd name="connsiteY58" fmla="*/ 8694 h 9769"/>
              <a:gd name="connsiteX59" fmla="*/ 1228 w 10000"/>
              <a:gd name="connsiteY59" fmla="*/ 8694 h 9769"/>
              <a:gd name="connsiteX60" fmla="*/ 1228 w 10000"/>
              <a:gd name="connsiteY60" fmla="*/ 8694 h 9769"/>
              <a:gd name="connsiteX0" fmla="*/ 1228 w 10000"/>
              <a:gd name="connsiteY0" fmla="*/ 8900 h 9997"/>
              <a:gd name="connsiteX1" fmla="*/ 67 w 10000"/>
              <a:gd name="connsiteY1" fmla="*/ 8900 h 9997"/>
              <a:gd name="connsiteX2" fmla="*/ 0 w 10000"/>
              <a:gd name="connsiteY2" fmla="*/ 8852 h 9997"/>
              <a:gd name="connsiteX3" fmla="*/ 0 w 10000"/>
              <a:gd name="connsiteY3" fmla="*/ 5863 h 9997"/>
              <a:gd name="connsiteX4" fmla="*/ 132 w 10000"/>
              <a:gd name="connsiteY4" fmla="*/ 5729 h 9997"/>
              <a:gd name="connsiteX5" fmla="*/ 359 w 10000"/>
              <a:gd name="connsiteY5" fmla="*/ 5766 h 9997"/>
              <a:gd name="connsiteX6" fmla="*/ 1218 w 10000"/>
              <a:gd name="connsiteY6" fmla="*/ 5985 h 9997"/>
              <a:gd name="connsiteX7" fmla="*/ 1753 w 10000"/>
              <a:gd name="connsiteY7" fmla="*/ 5889 h 9997"/>
              <a:gd name="connsiteX8" fmla="*/ 2144 w 10000"/>
              <a:gd name="connsiteY8" fmla="*/ 5658 h 9997"/>
              <a:gd name="connsiteX9" fmla="*/ 2353 w 10000"/>
              <a:gd name="connsiteY9" fmla="*/ 5186 h 9997"/>
              <a:gd name="connsiteX10" fmla="*/ 2024 w 10000"/>
              <a:gd name="connsiteY10" fmla="*/ 4679 h 9997"/>
              <a:gd name="connsiteX11" fmla="*/ 1006 w 10000"/>
              <a:gd name="connsiteY11" fmla="*/ 4452 h 9997"/>
              <a:gd name="connsiteX12" fmla="*/ 356 w 10000"/>
              <a:gd name="connsiteY12" fmla="*/ 4667 h 9997"/>
              <a:gd name="connsiteX13" fmla="*/ 144 w 10000"/>
              <a:gd name="connsiteY13" fmla="*/ 4705 h 9997"/>
              <a:gd name="connsiteX14" fmla="*/ 0 w 10000"/>
              <a:gd name="connsiteY14" fmla="*/ 4573 h 9997"/>
              <a:gd name="connsiteX15" fmla="*/ 0 w 10000"/>
              <a:gd name="connsiteY15" fmla="*/ 3666 h 9997"/>
              <a:gd name="connsiteX16" fmla="*/ 0 w 10000"/>
              <a:gd name="connsiteY16" fmla="*/ 1578 h 9997"/>
              <a:gd name="connsiteX17" fmla="*/ 72 w 10000"/>
              <a:gd name="connsiteY17" fmla="*/ 1530 h 9997"/>
              <a:gd name="connsiteX18" fmla="*/ 3992 w 10000"/>
              <a:gd name="connsiteY18" fmla="*/ 1530 h 9997"/>
              <a:gd name="connsiteX19" fmla="*/ 4238 w 10000"/>
              <a:gd name="connsiteY19" fmla="*/ 1502 h 9997"/>
              <a:gd name="connsiteX20" fmla="*/ 4487 w 10000"/>
              <a:gd name="connsiteY20" fmla="*/ 1124 h 9997"/>
              <a:gd name="connsiteX21" fmla="*/ 4358 w 10000"/>
              <a:gd name="connsiteY21" fmla="*/ 981 h 9997"/>
              <a:gd name="connsiteX22" fmla="*/ 4151 w 10000"/>
              <a:gd name="connsiteY22" fmla="*/ 398 h 9997"/>
              <a:gd name="connsiteX23" fmla="*/ 4811 w 10000"/>
              <a:gd name="connsiteY23" fmla="*/ 19 h 9997"/>
              <a:gd name="connsiteX24" fmla="*/ 5642 w 10000"/>
              <a:gd name="connsiteY24" fmla="*/ 166 h 9997"/>
              <a:gd name="connsiteX25" fmla="*/ 5867 w 10000"/>
              <a:gd name="connsiteY25" fmla="*/ 720 h 9997"/>
              <a:gd name="connsiteX26" fmla="*/ 5625 w 10000"/>
              <a:gd name="connsiteY26" fmla="*/ 996 h 9997"/>
              <a:gd name="connsiteX27" fmla="*/ 5847 w 10000"/>
              <a:gd name="connsiteY27" fmla="*/ 1522 h 9997"/>
              <a:gd name="connsiteX28" fmla="*/ 6011 w 10000"/>
              <a:gd name="connsiteY28" fmla="*/ 1530 h 9997"/>
              <a:gd name="connsiteX29" fmla="*/ 9925 w 10000"/>
              <a:gd name="connsiteY29" fmla="*/ 1533 h 9997"/>
              <a:gd name="connsiteX30" fmla="*/ 10000 w 10000"/>
              <a:gd name="connsiteY30" fmla="*/ 1584 h 9997"/>
              <a:gd name="connsiteX31" fmla="*/ 10000 w 10000"/>
              <a:gd name="connsiteY31" fmla="*/ 4554 h 9997"/>
              <a:gd name="connsiteX32" fmla="*/ 9858 w 10000"/>
              <a:gd name="connsiteY32" fmla="*/ 4702 h 9997"/>
              <a:gd name="connsiteX33" fmla="*/ 9661 w 10000"/>
              <a:gd name="connsiteY33" fmla="*/ 4673 h 9997"/>
              <a:gd name="connsiteX34" fmla="*/ 9203 w 10000"/>
              <a:gd name="connsiteY34" fmla="*/ 4484 h 9997"/>
              <a:gd name="connsiteX35" fmla="*/ 8513 w 10000"/>
              <a:gd name="connsiteY35" fmla="*/ 4471 h 9997"/>
              <a:gd name="connsiteX36" fmla="*/ 7968 w 10000"/>
              <a:gd name="connsiteY36" fmla="*/ 4685 h 9997"/>
              <a:gd name="connsiteX37" fmla="*/ 7677 w 10000"/>
              <a:gd name="connsiteY37" fmla="*/ 5046 h 9997"/>
              <a:gd name="connsiteX38" fmla="*/ 7709 w 10000"/>
              <a:gd name="connsiteY38" fmla="*/ 5461 h 9997"/>
              <a:gd name="connsiteX39" fmla="*/ 8235 w 10000"/>
              <a:gd name="connsiteY39" fmla="*/ 5884 h 9997"/>
              <a:gd name="connsiteX40" fmla="*/ 8847 w 10000"/>
              <a:gd name="connsiteY40" fmla="*/ 5987 h 9997"/>
              <a:gd name="connsiteX41" fmla="*/ 9397 w 10000"/>
              <a:gd name="connsiteY41" fmla="*/ 5889 h 9997"/>
              <a:gd name="connsiteX42" fmla="*/ 9651 w 10000"/>
              <a:gd name="connsiteY42" fmla="*/ 5761 h 9997"/>
              <a:gd name="connsiteX43" fmla="*/ 9838 w 10000"/>
              <a:gd name="connsiteY43" fmla="*/ 5725 h 9997"/>
              <a:gd name="connsiteX44" fmla="*/ 9995 w 10000"/>
              <a:gd name="connsiteY44" fmla="*/ 5831 h 9997"/>
              <a:gd name="connsiteX45" fmla="*/ 10000 w 10000"/>
              <a:gd name="connsiteY45" fmla="*/ 5883 h 9997"/>
              <a:gd name="connsiteX46" fmla="*/ 10000 w 10000"/>
              <a:gd name="connsiteY46" fmla="*/ 8849 h 9997"/>
              <a:gd name="connsiteX47" fmla="*/ 9925 w 10000"/>
              <a:gd name="connsiteY47" fmla="*/ 8898 h 9997"/>
              <a:gd name="connsiteX48" fmla="*/ 6046 w 10000"/>
              <a:gd name="connsiteY48" fmla="*/ 8897 h 9997"/>
              <a:gd name="connsiteX49" fmla="*/ 5792 w 10000"/>
              <a:gd name="connsiteY49" fmla="*/ 8919 h 9997"/>
              <a:gd name="connsiteX50" fmla="*/ 5498 w 10000"/>
              <a:gd name="connsiteY50" fmla="*/ 9167 h 9997"/>
              <a:gd name="connsiteX51" fmla="*/ 5580 w 10000"/>
              <a:gd name="connsiteY51" fmla="*/ 9403 h 9997"/>
              <a:gd name="connsiteX52" fmla="*/ 5695 w 10000"/>
              <a:gd name="connsiteY52" fmla="*/ 9488 h 9997"/>
              <a:gd name="connsiteX53" fmla="*/ 5869 w 10000"/>
              <a:gd name="connsiteY53" fmla="*/ 9997 h 9997"/>
              <a:gd name="connsiteX54" fmla="*/ 4370 w 10000"/>
              <a:gd name="connsiteY54" fmla="*/ 9438 h 9997"/>
              <a:gd name="connsiteX55" fmla="*/ 4420 w 10000"/>
              <a:gd name="connsiteY55" fmla="*/ 9029 h 9997"/>
              <a:gd name="connsiteX56" fmla="*/ 4071 w 10000"/>
              <a:gd name="connsiteY56" fmla="*/ 8901 h 9997"/>
              <a:gd name="connsiteX57" fmla="*/ 1267 w 10000"/>
              <a:gd name="connsiteY57" fmla="*/ 8900 h 9997"/>
              <a:gd name="connsiteX58" fmla="*/ 1228 w 10000"/>
              <a:gd name="connsiteY58" fmla="*/ 8900 h 9997"/>
              <a:gd name="connsiteX59" fmla="*/ 1228 w 10000"/>
              <a:gd name="connsiteY59" fmla="*/ 8900 h 9997"/>
              <a:gd name="connsiteX0" fmla="*/ 1228 w 10000"/>
              <a:gd name="connsiteY0" fmla="*/ 8903 h 10000"/>
              <a:gd name="connsiteX1" fmla="*/ 67 w 10000"/>
              <a:gd name="connsiteY1" fmla="*/ 8903 h 10000"/>
              <a:gd name="connsiteX2" fmla="*/ 0 w 10000"/>
              <a:gd name="connsiteY2" fmla="*/ 8855 h 10000"/>
              <a:gd name="connsiteX3" fmla="*/ 0 w 10000"/>
              <a:gd name="connsiteY3" fmla="*/ 5865 h 10000"/>
              <a:gd name="connsiteX4" fmla="*/ 132 w 10000"/>
              <a:gd name="connsiteY4" fmla="*/ 5731 h 10000"/>
              <a:gd name="connsiteX5" fmla="*/ 359 w 10000"/>
              <a:gd name="connsiteY5" fmla="*/ 5768 h 10000"/>
              <a:gd name="connsiteX6" fmla="*/ 1218 w 10000"/>
              <a:gd name="connsiteY6" fmla="*/ 5987 h 10000"/>
              <a:gd name="connsiteX7" fmla="*/ 1753 w 10000"/>
              <a:gd name="connsiteY7" fmla="*/ 5891 h 10000"/>
              <a:gd name="connsiteX8" fmla="*/ 2144 w 10000"/>
              <a:gd name="connsiteY8" fmla="*/ 5660 h 10000"/>
              <a:gd name="connsiteX9" fmla="*/ 2353 w 10000"/>
              <a:gd name="connsiteY9" fmla="*/ 5188 h 10000"/>
              <a:gd name="connsiteX10" fmla="*/ 2024 w 10000"/>
              <a:gd name="connsiteY10" fmla="*/ 4680 h 10000"/>
              <a:gd name="connsiteX11" fmla="*/ 1006 w 10000"/>
              <a:gd name="connsiteY11" fmla="*/ 4453 h 10000"/>
              <a:gd name="connsiteX12" fmla="*/ 356 w 10000"/>
              <a:gd name="connsiteY12" fmla="*/ 4668 h 10000"/>
              <a:gd name="connsiteX13" fmla="*/ 144 w 10000"/>
              <a:gd name="connsiteY13" fmla="*/ 4706 h 10000"/>
              <a:gd name="connsiteX14" fmla="*/ 0 w 10000"/>
              <a:gd name="connsiteY14" fmla="*/ 4574 h 10000"/>
              <a:gd name="connsiteX15" fmla="*/ 0 w 10000"/>
              <a:gd name="connsiteY15" fmla="*/ 3667 h 10000"/>
              <a:gd name="connsiteX16" fmla="*/ 0 w 10000"/>
              <a:gd name="connsiteY16" fmla="*/ 1578 h 10000"/>
              <a:gd name="connsiteX17" fmla="*/ 72 w 10000"/>
              <a:gd name="connsiteY17" fmla="*/ 1530 h 10000"/>
              <a:gd name="connsiteX18" fmla="*/ 3992 w 10000"/>
              <a:gd name="connsiteY18" fmla="*/ 1530 h 10000"/>
              <a:gd name="connsiteX19" fmla="*/ 4238 w 10000"/>
              <a:gd name="connsiteY19" fmla="*/ 1502 h 10000"/>
              <a:gd name="connsiteX20" fmla="*/ 4487 w 10000"/>
              <a:gd name="connsiteY20" fmla="*/ 1124 h 10000"/>
              <a:gd name="connsiteX21" fmla="*/ 4358 w 10000"/>
              <a:gd name="connsiteY21" fmla="*/ 981 h 10000"/>
              <a:gd name="connsiteX22" fmla="*/ 4151 w 10000"/>
              <a:gd name="connsiteY22" fmla="*/ 398 h 10000"/>
              <a:gd name="connsiteX23" fmla="*/ 4811 w 10000"/>
              <a:gd name="connsiteY23" fmla="*/ 19 h 10000"/>
              <a:gd name="connsiteX24" fmla="*/ 5642 w 10000"/>
              <a:gd name="connsiteY24" fmla="*/ 166 h 10000"/>
              <a:gd name="connsiteX25" fmla="*/ 5867 w 10000"/>
              <a:gd name="connsiteY25" fmla="*/ 720 h 10000"/>
              <a:gd name="connsiteX26" fmla="*/ 5625 w 10000"/>
              <a:gd name="connsiteY26" fmla="*/ 996 h 10000"/>
              <a:gd name="connsiteX27" fmla="*/ 5847 w 10000"/>
              <a:gd name="connsiteY27" fmla="*/ 1522 h 10000"/>
              <a:gd name="connsiteX28" fmla="*/ 6011 w 10000"/>
              <a:gd name="connsiteY28" fmla="*/ 1530 h 10000"/>
              <a:gd name="connsiteX29" fmla="*/ 9925 w 10000"/>
              <a:gd name="connsiteY29" fmla="*/ 1533 h 10000"/>
              <a:gd name="connsiteX30" fmla="*/ 10000 w 10000"/>
              <a:gd name="connsiteY30" fmla="*/ 1584 h 10000"/>
              <a:gd name="connsiteX31" fmla="*/ 10000 w 10000"/>
              <a:gd name="connsiteY31" fmla="*/ 4555 h 10000"/>
              <a:gd name="connsiteX32" fmla="*/ 9858 w 10000"/>
              <a:gd name="connsiteY32" fmla="*/ 4703 h 10000"/>
              <a:gd name="connsiteX33" fmla="*/ 9661 w 10000"/>
              <a:gd name="connsiteY33" fmla="*/ 4674 h 10000"/>
              <a:gd name="connsiteX34" fmla="*/ 9203 w 10000"/>
              <a:gd name="connsiteY34" fmla="*/ 4485 h 10000"/>
              <a:gd name="connsiteX35" fmla="*/ 8513 w 10000"/>
              <a:gd name="connsiteY35" fmla="*/ 4472 h 10000"/>
              <a:gd name="connsiteX36" fmla="*/ 7968 w 10000"/>
              <a:gd name="connsiteY36" fmla="*/ 4686 h 10000"/>
              <a:gd name="connsiteX37" fmla="*/ 7677 w 10000"/>
              <a:gd name="connsiteY37" fmla="*/ 5048 h 10000"/>
              <a:gd name="connsiteX38" fmla="*/ 7709 w 10000"/>
              <a:gd name="connsiteY38" fmla="*/ 5463 h 10000"/>
              <a:gd name="connsiteX39" fmla="*/ 8235 w 10000"/>
              <a:gd name="connsiteY39" fmla="*/ 5886 h 10000"/>
              <a:gd name="connsiteX40" fmla="*/ 8847 w 10000"/>
              <a:gd name="connsiteY40" fmla="*/ 5989 h 10000"/>
              <a:gd name="connsiteX41" fmla="*/ 9397 w 10000"/>
              <a:gd name="connsiteY41" fmla="*/ 5891 h 10000"/>
              <a:gd name="connsiteX42" fmla="*/ 9651 w 10000"/>
              <a:gd name="connsiteY42" fmla="*/ 5763 h 10000"/>
              <a:gd name="connsiteX43" fmla="*/ 9838 w 10000"/>
              <a:gd name="connsiteY43" fmla="*/ 5727 h 10000"/>
              <a:gd name="connsiteX44" fmla="*/ 9995 w 10000"/>
              <a:gd name="connsiteY44" fmla="*/ 5833 h 10000"/>
              <a:gd name="connsiteX45" fmla="*/ 10000 w 10000"/>
              <a:gd name="connsiteY45" fmla="*/ 5885 h 10000"/>
              <a:gd name="connsiteX46" fmla="*/ 10000 w 10000"/>
              <a:gd name="connsiteY46" fmla="*/ 8852 h 10000"/>
              <a:gd name="connsiteX47" fmla="*/ 9925 w 10000"/>
              <a:gd name="connsiteY47" fmla="*/ 8901 h 10000"/>
              <a:gd name="connsiteX48" fmla="*/ 6046 w 10000"/>
              <a:gd name="connsiteY48" fmla="*/ 8900 h 10000"/>
              <a:gd name="connsiteX49" fmla="*/ 5792 w 10000"/>
              <a:gd name="connsiteY49" fmla="*/ 8922 h 10000"/>
              <a:gd name="connsiteX50" fmla="*/ 5498 w 10000"/>
              <a:gd name="connsiteY50" fmla="*/ 9170 h 10000"/>
              <a:gd name="connsiteX51" fmla="*/ 5580 w 10000"/>
              <a:gd name="connsiteY51" fmla="*/ 9406 h 10000"/>
              <a:gd name="connsiteX52" fmla="*/ 5695 w 10000"/>
              <a:gd name="connsiteY52" fmla="*/ 9491 h 10000"/>
              <a:gd name="connsiteX53" fmla="*/ 5869 w 10000"/>
              <a:gd name="connsiteY53" fmla="*/ 10000 h 10000"/>
              <a:gd name="connsiteX54" fmla="*/ 4420 w 10000"/>
              <a:gd name="connsiteY54" fmla="*/ 9032 h 10000"/>
              <a:gd name="connsiteX55" fmla="*/ 4071 w 10000"/>
              <a:gd name="connsiteY55" fmla="*/ 8904 h 10000"/>
              <a:gd name="connsiteX56" fmla="*/ 1267 w 10000"/>
              <a:gd name="connsiteY56" fmla="*/ 8903 h 10000"/>
              <a:gd name="connsiteX57" fmla="*/ 1228 w 10000"/>
              <a:gd name="connsiteY57" fmla="*/ 8903 h 10000"/>
              <a:gd name="connsiteX58" fmla="*/ 1228 w 10000"/>
              <a:gd name="connsiteY58" fmla="*/ 8903 h 10000"/>
              <a:gd name="connsiteX0" fmla="*/ 1228 w 10000"/>
              <a:gd name="connsiteY0" fmla="*/ 8903 h 9509"/>
              <a:gd name="connsiteX1" fmla="*/ 67 w 10000"/>
              <a:gd name="connsiteY1" fmla="*/ 8903 h 9509"/>
              <a:gd name="connsiteX2" fmla="*/ 0 w 10000"/>
              <a:gd name="connsiteY2" fmla="*/ 8855 h 9509"/>
              <a:gd name="connsiteX3" fmla="*/ 0 w 10000"/>
              <a:gd name="connsiteY3" fmla="*/ 5865 h 9509"/>
              <a:gd name="connsiteX4" fmla="*/ 132 w 10000"/>
              <a:gd name="connsiteY4" fmla="*/ 5731 h 9509"/>
              <a:gd name="connsiteX5" fmla="*/ 359 w 10000"/>
              <a:gd name="connsiteY5" fmla="*/ 5768 h 9509"/>
              <a:gd name="connsiteX6" fmla="*/ 1218 w 10000"/>
              <a:gd name="connsiteY6" fmla="*/ 5987 h 9509"/>
              <a:gd name="connsiteX7" fmla="*/ 1753 w 10000"/>
              <a:gd name="connsiteY7" fmla="*/ 5891 h 9509"/>
              <a:gd name="connsiteX8" fmla="*/ 2144 w 10000"/>
              <a:gd name="connsiteY8" fmla="*/ 5660 h 9509"/>
              <a:gd name="connsiteX9" fmla="*/ 2353 w 10000"/>
              <a:gd name="connsiteY9" fmla="*/ 5188 h 9509"/>
              <a:gd name="connsiteX10" fmla="*/ 2024 w 10000"/>
              <a:gd name="connsiteY10" fmla="*/ 4680 h 9509"/>
              <a:gd name="connsiteX11" fmla="*/ 1006 w 10000"/>
              <a:gd name="connsiteY11" fmla="*/ 4453 h 9509"/>
              <a:gd name="connsiteX12" fmla="*/ 356 w 10000"/>
              <a:gd name="connsiteY12" fmla="*/ 4668 h 9509"/>
              <a:gd name="connsiteX13" fmla="*/ 144 w 10000"/>
              <a:gd name="connsiteY13" fmla="*/ 4706 h 9509"/>
              <a:gd name="connsiteX14" fmla="*/ 0 w 10000"/>
              <a:gd name="connsiteY14" fmla="*/ 4574 h 9509"/>
              <a:gd name="connsiteX15" fmla="*/ 0 w 10000"/>
              <a:gd name="connsiteY15" fmla="*/ 3667 h 9509"/>
              <a:gd name="connsiteX16" fmla="*/ 0 w 10000"/>
              <a:gd name="connsiteY16" fmla="*/ 1578 h 9509"/>
              <a:gd name="connsiteX17" fmla="*/ 72 w 10000"/>
              <a:gd name="connsiteY17" fmla="*/ 1530 h 9509"/>
              <a:gd name="connsiteX18" fmla="*/ 3992 w 10000"/>
              <a:gd name="connsiteY18" fmla="*/ 1530 h 9509"/>
              <a:gd name="connsiteX19" fmla="*/ 4238 w 10000"/>
              <a:gd name="connsiteY19" fmla="*/ 1502 h 9509"/>
              <a:gd name="connsiteX20" fmla="*/ 4487 w 10000"/>
              <a:gd name="connsiteY20" fmla="*/ 1124 h 9509"/>
              <a:gd name="connsiteX21" fmla="*/ 4358 w 10000"/>
              <a:gd name="connsiteY21" fmla="*/ 981 h 9509"/>
              <a:gd name="connsiteX22" fmla="*/ 4151 w 10000"/>
              <a:gd name="connsiteY22" fmla="*/ 398 h 9509"/>
              <a:gd name="connsiteX23" fmla="*/ 4811 w 10000"/>
              <a:gd name="connsiteY23" fmla="*/ 19 h 9509"/>
              <a:gd name="connsiteX24" fmla="*/ 5642 w 10000"/>
              <a:gd name="connsiteY24" fmla="*/ 166 h 9509"/>
              <a:gd name="connsiteX25" fmla="*/ 5867 w 10000"/>
              <a:gd name="connsiteY25" fmla="*/ 720 h 9509"/>
              <a:gd name="connsiteX26" fmla="*/ 5625 w 10000"/>
              <a:gd name="connsiteY26" fmla="*/ 996 h 9509"/>
              <a:gd name="connsiteX27" fmla="*/ 5847 w 10000"/>
              <a:gd name="connsiteY27" fmla="*/ 1522 h 9509"/>
              <a:gd name="connsiteX28" fmla="*/ 6011 w 10000"/>
              <a:gd name="connsiteY28" fmla="*/ 1530 h 9509"/>
              <a:gd name="connsiteX29" fmla="*/ 9925 w 10000"/>
              <a:gd name="connsiteY29" fmla="*/ 1533 h 9509"/>
              <a:gd name="connsiteX30" fmla="*/ 10000 w 10000"/>
              <a:gd name="connsiteY30" fmla="*/ 1584 h 9509"/>
              <a:gd name="connsiteX31" fmla="*/ 10000 w 10000"/>
              <a:gd name="connsiteY31" fmla="*/ 4555 h 9509"/>
              <a:gd name="connsiteX32" fmla="*/ 9858 w 10000"/>
              <a:gd name="connsiteY32" fmla="*/ 4703 h 9509"/>
              <a:gd name="connsiteX33" fmla="*/ 9661 w 10000"/>
              <a:gd name="connsiteY33" fmla="*/ 4674 h 9509"/>
              <a:gd name="connsiteX34" fmla="*/ 9203 w 10000"/>
              <a:gd name="connsiteY34" fmla="*/ 4485 h 9509"/>
              <a:gd name="connsiteX35" fmla="*/ 8513 w 10000"/>
              <a:gd name="connsiteY35" fmla="*/ 4472 h 9509"/>
              <a:gd name="connsiteX36" fmla="*/ 7968 w 10000"/>
              <a:gd name="connsiteY36" fmla="*/ 4686 h 9509"/>
              <a:gd name="connsiteX37" fmla="*/ 7677 w 10000"/>
              <a:gd name="connsiteY37" fmla="*/ 5048 h 9509"/>
              <a:gd name="connsiteX38" fmla="*/ 7709 w 10000"/>
              <a:gd name="connsiteY38" fmla="*/ 5463 h 9509"/>
              <a:gd name="connsiteX39" fmla="*/ 8235 w 10000"/>
              <a:gd name="connsiteY39" fmla="*/ 5886 h 9509"/>
              <a:gd name="connsiteX40" fmla="*/ 8847 w 10000"/>
              <a:gd name="connsiteY40" fmla="*/ 5989 h 9509"/>
              <a:gd name="connsiteX41" fmla="*/ 9397 w 10000"/>
              <a:gd name="connsiteY41" fmla="*/ 5891 h 9509"/>
              <a:gd name="connsiteX42" fmla="*/ 9651 w 10000"/>
              <a:gd name="connsiteY42" fmla="*/ 5763 h 9509"/>
              <a:gd name="connsiteX43" fmla="*/ 9838 w 10000"/>
              <a:gd name="connsiteY43" fmla="*/ 5727 h 9509"/>
              <a:gd name="connsiteX44" fmla="*/ 9995 w 10000"/>
              <a:gd name="connsiteY44" fmla="*/ 5833 h 9509"/>
              <a:gd name="connsiteX45" fmla="*/ 10000 w 10000"/>
              <a:gd name="connsiteY45" fmla="*/ 5885 h 9509"/>
              <a:gd name="connsiteX46" fmla="*/ 10000 w 10000"/>
              <a:gd name="connsiteY46" fmla="*/ 8852 h 9509"/>
              <a:gd name="connsiteX47" fmla="*/ 9925 w 10000"/>
              <a:gd name="connsiteY47" fmla="*/ 8901 h 9509"/>
              <a:gd name="connsiteX48" fmla="*/ 6046 w 10000"/>
              <a:gd name="connsiteY48" fmla="*/ 8900 h 9509"/>
              <a:gd name="connsiteX49" fmla="*/ 5792 w 10000"/>
              <a:gd name="connsiteY49" fmla="*/ 8922 h 9509"/>
              <a:gd name="connsiteX50" fmla="*/ 5498 w 10000"/>
              <a:gd name="connsiteY50" fmla="*/ 9170 h 9509"/>
              <a:gd name="connsiteX51" fmla="*/ 5580 w 10000"/>
              <a:gd name="connsiteY51" fmla="*/ 9406 h 9509"/>
              <a:gd name="connsiteX52" fmla="*/ 5695 w 10000"/>
              <a:gd name="connsiteY52" fmla="*/ 9491 h 9509"/>
              <a:gd name="connsiteX53" fmla="*/ 4420 w 10000"/>
              <a:gd name="connsiteY53" fmla="*/ 9032 h 9509"/>
              <a:gd name="connsiteX54" fmla="*/ 4071 w 10000"/>
              <a:gd name="connsiteY54" fmla="*/ 8904 h 9509"/>
              <a:gd name="connsiteX55" fmla="*/ 1267 w 10000"/>
              <a:gd name="connsiteY55" fmla="*/ 8903 h 9509"/>
              <a:gd name="connsiteX56" fmla="*/ 1228 w 10000"/>
              <a:gd name="connsiteY56" fmla="*/ 8903 h 9509"/>
              <a:gd name="connsiteX57" fmla="*/ 1228 w 10000"/>
              <a:gd name="connsiteY57" fmla="*/ 8903 h 9509"/>
              <a:gd name="connsiteX0" fmla="*/ 1228 w 10000"/>
              <a:gd name="connsiteY0" fmla="*/ 9363 h 9892"/>
              <a:gd name="connsiteX1" fmla="*/ 67 w 10000"/>
              <a:gd name="connsiteY1" fmla="*/ 9363 h 9892"/>
              <a:gd name="connsiteX2" fmla="*/ 0 w 10000"/>
              <a:gd name="connsiteY2" fmla="*/ 9312 h 9892"/>
              <a:gd name="connsiteX3" fmla="*/ 0 w 10000"/>
              <a:gd name="connsiteY3" fmla="*/ 6168 h 9892"/>
              <a:gd name="connsiteX4" fmla="*/ 132 w 10000"/>
              <a:gd name="connsiteY4" fmla="*/ 6027 h 9892"/>
              <a:gd name="connsiteX5" fmla="*/ 359 w 10000"/>
              <a:gd name="connsiteY5" fmla="*/ 6066 h 9892"/>
              <a:gd name="connsiteX6" fmla="*/ 1218 w 10000"/>
              <a:gd name="connsiteY6" fmla="*/ 6296 h 9892"/>
              <a:gd name="connsiteX7" fmla="*/ 1753 w 10000"/>
              <a:gd name="connsiteY7" fmla="*/ 6195 h 9892"/>
              <a:gd name="connsiteX8" fmla="*/ 2144 w 10000"/>
              <a:gd name="connsiteY8" fmla="*/ 5952 h 9892"/>
              <a:gd name="connsiteX9" fmla="*/ 2353 w 10000"/>
              <a:gd name="connsiteY9" fmla="*/ 5456 h 9892"/>
              <a:gd name="connsiteX10" fmla="*/ 2024 w 10000"/>
              <a:gd name="connsiteY10" fmla="*/ 4922 h 9892"/>
              <a:gd name="connsiteX11" fmla="*/ 1006 w 10000"/>
              <a:gd name="connsiteY11" fmla="*/ 4683 h 9892"/>
              <a:gd name="connsiteX12" fmla="*/ 356 w 10000"/>
              <a:gd name="connsiteY12" fmla="*/ 4909 h 9892"/>
              <a:gd name="connsiteX13" fmla="*/ 144 w 10000"/>
              <a:gd name="connsiteY13" fmla="*/ 4949 h 9892"/>
              <a:gd name="connsiteX14" fmla="*/ 0 w 10000"/>
              <a:gd name="connsiteY14" fmla="*/ 4810 h 9892"/>
              <a:gd name="connsiteX15" fmla="*/ 0 w 10000"/>
              <a:gd name="connsiteY15" fmla="*/ 3856 h 9892"/>
              <a:gd name="connsiteX16" fmla="*/ 0 w 10000"/>
              <a:gd name="connsiteY16" fmla="*/ 1659 h 9892"/>
              <a:gd name="connsiteX17" fmla="*/ 72 w 10000"/>
              <a:gd name="connsiteY17" fmla="*/ 1609 h 9892"/>
              <a:gd name="connsiteX18" fmla="*/ 3992 w 10000"/>
              <a:gd name="connsiteY18" fmla="*/ 1609 h 9892"/>
              <a:gd name="connsiteX19" fmla="*/ 4238 w 10000"/>
              <a:gd name="connsiteY19" fmla="*/ 1580 h 9892"/>
              <a:gd name="connsiteX20" fmla="*/ 4487 w 10000"/>
              <a:gd name="connsiteY20" fmla="*/ 1182 h 9892"/>
              <a:gd name="connsiteX21" fmla="*/ 4358 w 10000"/>
              <a:gd name="connsiteY21" fmla="*/ 1032 h 9892"/>
              <a:gd name="connsiteX22" fmla="*/ 4151 w 10000"/>
              <a:gd name="connsiteY22" fmla="*/ 419 h 9892"/>
              <a:gd name="connsiteX23" fmla="*/ 4811 w 10000"/>
              <a:gd name="connsiteY23" fmla="*/ 20 h 9892"/>
              <a:gd name="connsiteX24" fmla="*/ 5642 w 10000"/>
              <a:gd name="connsiteY24" fmla="*/ 175 h 9892"/>
              <a:gd name="connsiteX25" fmla="*/ 5867 w 10000"/>
              <a:gd name="connsiteY25" fmla="*/ 757 h 9892"/>
              <a:gd name="connsiteX26" fmla="*/ 5625 w 10000"/>
              <a:gd name="connsiteY26" fmla="*/ 1047 h 9892"/>
              <a:gd name="connsiteX27" fmla="*/ 5847 w 10000"/>
              <a:gd name="connsiteY27" fmla="*/ 1601 h 9892"/>
              <a:gd name="connsiteX28" fmla="*/ 6011 w 10000"/>
              <a:gd name="connsiteY28" fmla="*/ 1609 h 9892"/>
              <a:gd name="connsiteX29" fmla="*/ 9925 w 10000"/>
              <a:gd name="connsiteY29" fmla="*/ 1612 h 9892"/>
              <a:gd name="connsiteX30" fmla="*/ 10000 w 10000"/>
              <a:gd name="connsiteY30" fmla="*/ 1666 h 9892"/>
              <a:gd name="connsiteX31" fmla="*/ 10000 w 10000"/>
              <a:gd name="connsiteY31" fmla="*/ 4790 h 9892"/>
              <a:gd name="connsiteX32" fmla="*/ 9858 w 10000"/>
              <a:gd name="connsiteY32" fmla="*/ 4946 h 9892"/>
              <a:gd name="connsiteX33" fmla="*/ 9661 w 10000"/>
              <a:gd name="connsiteY33" fmla="*/ 4915 h 9892"/>
              <a:gd name="connsiteX34" fmla="*/ 9203 w 10000"/>
              <a:gd name="connsiteY34" fmla="*/ 4717 h 9892"/>
              <a:gd name="connsiteX35" fmla="*/ 8513 w 10000"/>
              <a:gd name="connsiteY35" fmla="*/ 4703 h 9892"/>
              <a:gd name="connsiteX36" fmla="*/ 7968 w 10000"/>
              <a:gd name="connsiteY36" fmla="*/ 4928 h 9892"/>
              <a:gd name="connsiteX37" fmla="*/ 7677 w 10000"/>
              <a:gd name="connsiteY37" fmla="*/ 5309 h 9892"/>
              <a:gd name="connsiteX38" fmla="*/ 7709 w 10000"/>
              <a:gd name="connsiteY38" fmla="*/ 5745 h 9892"/>
              <a:gd name="connsiteX39" fmla="*/ 8235 w 10000"/>
              <a:gd name="connsiteY39" fmla="*/ 6190 h 9892"/>
              <a:gd name="connsiteX40" fmla="*/ 8847 w 10000"/>
              <a:gd name="connsiteY40" fmla="*/ 6298 h 9892"/>
              <a:gd name="connsiteX41" fmla="*/ 9397 w 10000"/>
              <a:gd name="connsiteY41" fmla="*/ 6195 h 9892"/>
              <a:gd name="connsiteX42" fmla="*/ 9651 w 10000"/>
              <a:gd name="connsiteY42" fmla="*/ 6061 h 9892"/>
              <a:gd name="connsiteX43" fmla="*/ 9838 w 10000"/>
              <a:gd name="connsiteY43" fmla="*/ 6023 h 9892"/>
              <a:gd name="connsiteX44" fmla="*/ 9995 w 10000"/>
              <a:gd name="connsiteY44" fmla="*/ 6134 h 9892"/>
              <a:gd name="connsiteX45" fmla="*/ 10000 w 10000"/>
              <a:gd name="connsiteY45" fmla="*/ 6189 h 9892"/>
              <a:gd name="connsiteX46" fmla="*/ 10000 w 10000"/>
              <a:gd name="connsiteY46" fmla="*/ 9309 h 9892"/>
              <a:gd name="connsiteX47" fmla="*/ 9925 w 10000"/>
              <a:gd name="connsiteY47" fmla="*/ 9361 h 9892"/>
              <a:gd name="connsiteX48" fmla="*/ 6046 w 10000"/>
              <a:gd name="connsiteY48" fmla="*/ 9360 h 9892"/>
              <a:gd name="connsiteX49" fmla="*/ 5792 w 10000"/>
              <a:gd name="connsiteY49" fmla="*/ 9383 h 9892"/>
              <a:gd name="connsiteX50" fmla="*/ 5498 w 10000"/>
              <a:gd name="connsiteY50" fmla="*/ 9643 h 9892"/>
              <a:gd name="connsiteX51" fmla="*/ 5580 w 10000"/>
              <a:gd name="connsiteY51" fmla="*/ 9892 h 9892"/>
              <a:gd name="connsiteX52" fmla="*/ 4420 w 10000"/>
              <a:gd name="connsiteY52" fmla="*/ 9498 h 9892"/>
              <a:gd name="connsiteX53" fmla="*/ 4071 w 10000"/>
              <a:gd name="connsiteY53" fmla="*/ 9364 h 9892"/>
              <a:gd name="connsiteX54" fmla="*/ 1267 w 10000"/>
              <a:gd name="connsiteY54" fmla="*/ 9363 h 9892"/>
              <a:gd name="connsiteX55" fmla="*/ 1228 w 10000"/>
              <a:gd name="connsiteY55" fmla="*/ 9363 h 9892"/>
              <a:gd name="connsiteX56" fmla="*/ 1228 w 10000"/>
              <a:gd name="connsiteY56" fmla="*/ 9363 h 9892"/>
              <a:gd name="connsiteX0" fmla="*/ 1228 w 10000"/>
              <a:gd name="connsiteY0" fmla="*/ 9465 h 9750"/>
              <a:gd name="connsiteX1" fmla="*/ 67 w 10000"/>
              <a:gd name="connsiteY1" fmla="*/ 9465 h 9750"/>
              <a:gd name="connsiteX2" fmla="*/ 0 w 10000"/>
              <a:gd name="connsiteY2" fmla="*/ 9414 h 9750"/>
              <a:gd name="connsiteX3" fmla="*/ 0 w 10000"/>
              <a:gd name="connsiteY3" fmla="*/ 6235 h 9750"/>
              <a:gd name="connsiteX4" fmla="*/ 132 w 10000"/>
              <a:gd name="connsiteY4" fmla="*/ 6093 h 9750"/>
              <a:gd name="connsiteX5" fmla="*/ 359 w 10000"/>
              <a:gd name="connsiteY5" fmla="*/ 6132 h 9750"/>
              <a:gd name="connsiteX6" fmla="*/ 1218 w 10000"/>
              <a:gd name="connsiteY6" fmla="*/ 6365 h 9750"/>
              <a:gd name="connsiteX7" fmla="*/ 1753 w 10000"/>
              <a:gd name="connsiteY7" fmla="*/ 6263 h 9750"/>
              <a:gd name="connsiteX8" fmla="*/ 2144 w 10000"/>
              <a:gd name="connsiteY8" fmla="*/ 6017 h 9750"/>
              <a:gd name="connsiteX9" fmla="*/ 2353 w 10000"/>
              <a:gd name="connsiteY9" fmla="*/ 5516 h 9750"/>
              <a:gd name="connsiteX10" fmla="*/ 2024 w 10000"/>
              <a:gd name="connsiteY10" fmla="*/ 4976 h 9750"/>
              <a:gd name="connsiteX11" fmla="*/ 1006 w 10000"/>
              <a:gd name="connsiteY11" fmla="*/ 4734 h 9750"/>
              <a:gd name="connsiteX12" fmla="*/ 356 w 10000"/>
              <a:gd name="connsiteY12" fmla="*/ 4963 h 9750"/>
              <a:gd name="connsiteX13" fmla="*/ 144 w 10000"/>
              <a:gd name="connsiteY13" fmla="*/ 5003 h 9750"/>
              <a:gd name="connsiteX14" fmla="*/ 0 w 10000"/>
              <a:gd name="connsiteY14" fmla="*/ 4863 h 9750"/>
              <a:gd name="connsiteX15" fmla="*/ 0 w 10000"/>
              <a:gd name="connsiteY15" fmla="*/ 3898 h 9750"/>
              <a:gd name="connsiteX16" fmla="*/ 0 w 10000"/>
              <a:gd name="connsiteY16" fmla="*/ 1677 h 9750"/>
              <a:gd name="connsiteX17" fmla="*/ 72 w 10000"/>
              <a:gd name="connsiteY17" fmla="*/ 1627 h 9750"/>
              <a:gd name="connsiteX18" fmla="*/ 3992 w 10000"/>
              <a:gd name="connsiteY18" fmla="*/ 1627 h 9750"/>
              <a:gd name="connsiteX19" fmla="*/ 4238 w 10000"/>
              <a:gd name="connsiteY19" fmla="*/ 1597 h 9750"/>
              <a:gd name="connsiteX20" fmla="*/ 4487 w 10000"/>
              <a:gd name="connsiteY20" fmla="*/ 1195 h 9750"/>
              <a:gd name="connsiteX21" fmla="*/ 4358 w 10000"/>
              <a:gd name="connsiteY21" fmla="*/ 1043 h 9750"/>
              <a:gd name="connsiteX22" fmla="*/ 4151 w 10000"/>
              <a:gd name="connsiteY22" fmla="*/ 424 h 9750"/>
              <a:gd name="connsiteX23" fmla="*/ 4811 w 10000"/>
              <a:gd name="connsiteY23" fmla="*/ 20 h 9750"/>
              <a:gd name="connsiteX24" fmla="*/ 5642 w 10000"/>
              <a:gd name="connsiteY24" fmla="*/ 177 h 9750"/>
              <a:gd name="connsiteX25" fmla="*/ 5867 w 10000"/>
              <a:gd name="connsiteY25" fmla="*/ 765 h 9750"/>
              <a:gd name="connsiteX26" fmla="*/ 5625 w 10000"/>
              <a:gd name="connsiteY26" fmla="*/ 1058 h 9750"/>
              <a:gd name="connsiteX27" fmla="*/ 5847 w 10000"/>
              <a:gd name="connsiteY27" fmla="*/ 1618 h 9750"/>
              <a:gd name="connsiteX28" fmla="*/ 6011 w 10000"/>
              <a:gd name="connsiteY28" fmla="*/ 1627 h 9750"/>
              <a:gd name="connsiteX29" fmla="*/ 9925 w 10000"/>
              <a:gd name="connsiteY29" fmla="*/ 1630 h 9750"/>
              <a:gd name="connsiteX30" fmla="*/ 10000 w 10000"/>
              <a:gd name="connsiteY30" fmla="*/ 1684 h 9750"/>
              <a:gd name="connsiteX31" fmla="*/ 10000 w 10000"/>
              <a:gd name="connsiteY31" fmla="*/ 4842 h 9750"/>
              <a:gd name="connsiteX32" fmla="*/ 9858 w 10000"/>
              <a:gd name="connsiteY32" fmla="*/ 5000 h 9750"/>
              <a:gd name="connsiteX33" fmla="*/ 9661 w 10000"/>
              <a:gd name="connsiteY33" fmla="*/ 4969 h 9750"/>
              <a:gd name="connsiteX34" fmla="*/ 9203 w 10000"/>
              <a:gd name="connsiteY34" fmla="*/ 4768 h 9750"/>
              <a:gd name="connsiteX35" fmla="*/ 8513 w 10000"/>
              <a:gd name="connsiteY35" fmla="*/ 4754 h 9750"/>
              <a:gd name="connsiteX36" fmla="*/ 7968 w 10000"/>
              <a:gd name="connsiteY36" fmla="*/ 4982 h 9750"/>
              <a:gd name="connsiteX37" fmla="*/ 7677 w 10000"/>
              <a:gd name="connsiteY37" fmla="*/ 5367 h 9750"/>
              <a:gd name="connsiteX38" fmla="*/ 7709 w 10000"/>
              <a:gd name="connsiteY38" fmla="*/ 5808 h 9750"/>
              <a:gd name="connsiteX39" fmla="*/ 8235 w 10000"/>
              <a:gd name="connsiteY39" fmla="*/ 6258 h 9750"/>
              <a:gd name="connsiteX40" fmla="*/ 8847 w 10000"/>
              <a:gd name="connsiteY40" fmla="*/ 6367 h 9750"/>
              <a:gd name="connsiteX41" fmla="*/ 9397 w 10000"/>
              <a:gd name="connsiteY41" fmla="*/ 6263 h 9750"/>
              <a:gd name="connsiteX42" fmla="*/ 9651 w 10000"/>
              <a:gd name="connsiteY42" fmla="*/ 6127 h 9750"/>
              <a:gd name="connsiteX43" fmla="*/ 9838 w 10000"/>
              <a:gd name="connsiteY43" fmla="*/ 6089 h 9750"/>
              <a:gd name="connsiteX44" fmla="*/ 9995 w 10000"/>
              <a:gd name="connsiteY44" fmla="*/ 6201 h 9750"/>
              <a:gd name="connsiteX45" fmla="*/ 10000 w 10000"/>
              <a:gd name="connsiteY45" fmla="*/ 6257 h 9750"/>
              <a:gd name="connsiteX46" fmla="*/ 10000 w 10000"/>
              <a:gd name="connsiteY46" fmla="*/ 9411 h 9750"/>
              <a:gd name="connsiteX47" fmla="*/ 9925 w 10000"/>
              <a:gd name="connsiteY47" fmla="*/ 9463 h 9750"/>
              <a:gd name="connsiteX48" fmla="*/ 6046 w 10000"/>
              <a:gd name="connsiteY48" fmla="*/ 9462 h 9750"/>
              <a:gd name="connsiteX49" fmla="*/ 5792 w 10000"/>
              <a:gd name="connsiteY49" fmla="*/ 9485 h 9750"/>
              <a:gd name="connsiteX50" fmla="*/ 5498 w 10000"/>
              <a:gd name="connsiteY50" fmla="*/ 9748 h 9750"/>
              <a:gd name="connsiteX51" fmla="*/ 4420 w 10000"/>
              <a:gd name="connsiteY51" fmla="*/ 9602 h 9750"/>
              <a:gd name="connsiteX52" fmla="*/ 4071 w 10000"/>
              <a:gd name="connsiteY52" fmla="*/ 9466 h 9750"/>
              <a:gd name="connsiteX53" fmla="*/ 1267 w 10000"/>
              <a:gd name="connsiteY53" fmla="*/ 9465 h 9750"/>
              <a:gd name="connsiteX54" fmla="*/ 1228 w 10000"/>
              <a:gd name="connsiteY54" fmla="*/ 9465 h 9750"/>
              <a:gd name="connsiteX55" fmla="*/ 1228 w 10000"/>
              <a:gd name="connsiteY55" fmla="*/ 9465 h 9750"/>
              <a:gd name="connsiteX0" fmla="*/ 1228 w 10000"/>
              <a:gd name="connsiteY0" fmla="*/ 9708 h 9848"/>
              <a:gd name="connsiteX1" fmla="*/ 67 w 10000"/>
              <a:gd name="connsiteY1" fmla="*/ 9708 h 9848"/>
              <a:gd name="connsiteX2" fmla="*/ 0 w 10000"/>
              <a:gd name="connsiteY2" fmla="*/ 9655 h 9848"/>
              <a:gd name="connsiteX3" fmla="*/ 0 w 10000"/>
              <a:gd name="connsiteY3" fmla="*/ 6395 h 9848"/>
              <a:gd name="connsiteX4" fmla="*/ 132 w 10000"/>
              <a:gd name="connsiteY4" fmla="*/ 6249 h 9848"/>
              <a:gd name="connsiteX5" fmla="*/ 359 w 10000"/>
              <a:gd name="connsiteY5" fmla="*/ 6289 h 9848"/>
              <a:gd name="connsiteX6" fmla="*/ 1218 w 10000"/>
              <a:gd name="connsiteY6" fmla="*/ 6528 h 9848"/>
              <a:gd name="connsiteX7" fmla="*/ 1753 w 10000"/>
              <a:gd name="connsiteY7" fmla="*/ 6424 h 9848"/>
              <a:gd name="connsiteX8" fmla="*/ 2144 w 10000"/>
              <a:gd name="connsiteY8" fmla="*/ 6171 h 9848"/>
              <a:gd name="connsiteX9" fmla="*/ 2353 w 10000"/>
              <a:gd name="connsiteY9" fmla="*/ 5657 h 9848"/>
              <a:gd name="connsiteX10" fmla="*/ 2024 w 10000"/>
              <a:gd name="connsiteY10" fmla="*/ 5104 h 9848"/>
              <a:gd name="connsiteX11" fmla="*/ 1006 w 10000"/>
              <a:gd name="connsiteY11" fmla="*/ 4855 h 9848"/>
              <a:gd name="connsiteX12" fmla="*/ 356 w 10000"/>
              <a:gd name="connsiteY12" fmla="*/ 5090 h 9848"/>
              <a:gd name="connsiteX13" fmla="*/ 144 w 10000"/>
              <a:gd name="connsiteY13" fmla="*/ 5131 h 9848"/>
              <a:gd name="connsiteX14" fmla="*/ 0 w 10000"/>
              <a:gd name="connsiteY14" fmla="*/ 4988 h 9848"/>
              <a:gd name="connsiteX15" fmla="*/ 0 w 10000"/>
              <a:gd name="connsiteY15" fmla="*/ 3998 h 9848"/>
              <a:gd name="connsiteX16" fmla="*/ 0 w 10000"/>
              <a:gd name="connsiteY16" fmla="*/ 1720 h 9848"/>
              <a:gd name="connsiteX17" fmla="*/ 72 w 10000"/>
              <a:gd name="connsiteY17" fmla="*/ 1669 h 9848"/>
              <a:gd name="connsiteX18" fmla="*/ 3992 w 10000"/>
              <a:gd name="connsiteY18" fmla="*/ 1669 h 9848"/>
              <a:gd name="connsiteX19" fmla="*/ 4238 w 10000"/>
              <a:gd name="connsiteY19" fmla="*/ 1638 h 9848"/>
              <a:gd name="connsiteX20" fmla="*/ 4487 w 10000"/>
              <a:gd name="connsiteY20" fmla="*/ 1226 h 9848"/>
              <a:gd name="connsiteX21" fmla="*/ 4358 w 10000"/>
              <a:gd name="connsiteY21" fmla="*/ 1070 h 9848"/>
              <a:gd name="connsiteX22" fmla="*/ 4151 w 10000"/>
              <a:gd name="connsiteY22" fmla="*/ 435 h 9848"/>
              <a:gd name="connsiteX23" fmla="*/ 4811 w 10000"/>
              <a:gd name="connsiteY23" fmla="*/ 21 h 9848"/>
              <a:gd name="connsiteX24" fmla="*/ 5642 w 10000"/>
              <a:gd name="connsiteY24" fmla="*/ 182 h 9848"/>
              <a:gd name="connsiteX25" fmla="*/ 5867 w 10000"/>
              <a:gd name="connsiteY25" fmla="*/ 785 h 9848"/>
              <a:gd name="connsiteX26" fmla="*/ 5625 w 10000"/>
              <a:gd name="connsiteY26" fmla="*/ 1085 h 9848"/>
              <a:gd name="connsiteX27" fmla="*/ 5847 w 10000"/>
              <a:gd name="connsiteY27" fmla="*/ 1659 h 9848"/>
              <a:gd name="connsiteX28" fmla="*/ 6011 w 10000"/>
              <a:gd name="connsiteY28" fmla="*/ 1669 h 9848"/>
              <a:gd name="connsiteX29" fmla="*/ 9925 w 10000"/>
              <a:gd name="connsiteY29" fmla="*/ 1672 h 9848"/>
              <a:gd name="connsiteX30" fmla="*/ 10000 w 10000"/>
              <a:gd name="connsiteY30" fmla="*/ 1727 h 9848"/>
              <a:gd name="connsiteX31" fmla="*/ 10000 w 10000"/>
              <a:gd name="connsiteY31" fmla="*/ 4966 h 9848"/>
              <a:gd name="connsiteX32" fmla="*/ 9858 w 10000"/>
              <a:gd name="connsiteY32" fmla="*/ 5128 h 9848"/>
              <a:gd name="connsiteX33" fmla="*/ 9661 w 10000"/>
              <a:gd name="connsiteY33" fmla="*/ 5096 h 9848"/>
              <a:gd name="connsiteX34" fmla="*/ 9203 w 10000"/>
              <a:gd name="connsiteY34" fmla="*/ 4890 h 9848"/>
              <a:gd name="connsiteX35" fmla="*/ 8513 w 10000"/>
              <a:gd name="connsiteY35" fmla="*/ 4876 h 9848"/>
              <a:gd name="connsiteX36" fmla="*/ 7968 w 10000"/>
              <a:gd name="connsiteY36" fmla="*/ 5110 h 9848"/>
              <a:gd name="connsiteX37" fmla="*/ 7677 w 10000"/>
              <a:gd name="connsiteY37" fmla="*/ 5505 h 9848"/>
              <a:gd name="connsiteX38" fmla="*/ 7709 w 10000"/>
              <a:gd name="connsiteY38" fmla="*/ 5957 h 9848"/>
              <a:gd name="connsiteX39" fmla="*/ 8235 w 10000"/>
              <a:gd name="connsiteY39" fmla="*/ 6418 h 9848"/>
              <a:gd name="connsiteX40" fmla="*/ 8847 w 10000"/>
              <a:gd name="connsiteY40" fmla="*/ 6530 h 9848"/>
              <a:gd name="connsiteX41" fmla="*/ 9397 w 10000"/>
              <a:gd name="connsiteY41" fmla="*/ 6424 h 9848"/>
              <a:gd name="connsiteX42" fmla="*/ 9651 w 10000"/>
              <a:gd name="connsiteY42" fmla="*/ 6284 h 9848"/>
              <a:gd name="connsiteX43" fmla="*/ 9838 w 10000"/>
              <a:gd name="connsiteY43" fmla="*/ 6245 h 9848"/>
              <a:gd name="connsiteX44" fmla="*/ 9995 w 10000"/>
              <a:gd name="connsiteY44" fmla="*/ 6360 h 9848"/>
              <a:gd name="connsiteX45" fmla="*/ 10000 w 10000"/>
              <a:gd name="connsiteY45" fmla="*/ 6417 h 9848"/>
              <a:gd name="connsiteX46" fmla="*/ 10000 w 10000"/>
              <a:gd name="connsiteY46" fmla="*/ 9652 h 9848"/>
              <a:gd name="connsiteX47" fmla="*/ 9925 w 10000"/>
              <a:gd name="connsiteY47" fmla="*/ 9706 h 9848"/>
              <a:gd name="connsiteX48" fmla="*/ 6046 w 10000"/>
              <a:gd name="connsiteY48" fmla="*/ 9705 h 9848"/>
              <a:gd name="connsiteX49" fmla="*/ 5792 w 10000"/>
              <a:gd name="connsiteY49" fmla="*/ 9728 h 9848"/>
              <a:gd name="connsiteX50" fmla="*/ 4420 w 10000"/>
              <a:gd name="connsiteY50" fmla="*/ 9848 h 9848"/>
              <a:gd name="connsiteX51" fmla="*/ 4071 w 10000"/>
              <a:gd name="connsiteY51" fmla="*/ 9709 h 9848"/>
              <a:gd name="connsiteX52" fmla="*/ 1267 w 10000"/>
              <a:gd name="connsiteY52" fmla="*/ 9708 h 9848"/>
              <a:gd name="connsiteX53" fmla="*/ 1228 w 10000"/>
              <a:gd name="connsiteY53" fmla="*/ 9708 h 9848"/>
              <a:gd name="connsiteX54" fmla="*/ 1228 w 10000"/>
              <a:gd name="connsiteY54" fmla="*/ 9708 h 9848"/>
              <a:gd name="connsiteX0" fmla="*/ 1228 w 10000"/>
              <a:gd name="connsiteY0" fmla="*/ 9858 h 9878"/>
              <a:gd name="connsiteX1" fmla="*/ 67 w 10000"/>
              <a:gd name="connsiteY1" fmla="*/ 9858 h 9878"/>
              <a:gd name="connsiteX2" fmla="*/ 0 w 10000"/>
              <a:gd name="connsiteY2" fmla="*/ 9804 h 9878"/>
              <a:gd name="connsiteX3" fmla="*/ 0 w 10000"/>
              <a:gd name="connsiteY3" fmla="*/ 6494 h 9878"/>
              <a:gd name="connsiteX4" fmla="*/ 132 w 10000"/>
              <a:gd name="connsiteY4" fmla="*/ 6345 h 9878"/>
              <a:gd name="connsiteX5" fmla="*/ 359 w 10000"/>
              <a:gd name="connsiteY5" fmla="*/ 6386 h 9878"/>
              <a:gd name="connsiteX6" fmla="*/ 1218 w 10000"/>
              <a:gd name="connsiteY6" fmla="*/ 6629 h 9878"/>
              <a:gd name="connsiteX7" fmla="*/ 1753 w 10000"/>
              <a:gd name="connsiteY7" fmla="*/ 6523 h 9878"/>
              <a:gd name="connsiteX8" fmla="*/ 2144 w 10000"/>
              <a:gd name="connsiteY8" fmla="*/ 6266 h 9878"/>
              <a:gd name="connsiteX9" fmla="*/ 2353 w 10000"/>
              <a:gd name="connsiteY9" fmla="*/ 5744 h 9878"/>
              <a:gd name="connsiteX10" fmla="*/ 2024 w 10000"/>
              <a:gd name="connsiteY10" fmla="*/ 5183 h 9878"/>
              <a:gd name="connsiteX11" fmla="*/ 1006 w 10000"/>
              <a:gd name="connsiteY11" fmla="*/ 4930 h 9878"/>
              <a:gd name="connsiteX12" fmla="*/ 356 w 10000"/>
              <a:gd name="connsiteY12" fmla="*/ 5169 h 9878"/>
              <a:gd name="connsiteX13" fmla="*/ 144 w 10000"/>
              <a:gd name="connsiteY13" fmla="*/ 5210 h 9878"/>
              <a:gd name="connsiteX14" fmla="*/ 0 w 10000"/>
              <a:gd name="connsiteY14" fmla="*/ 5065 h 9878"/>
              <a:gd name="connsiteX15" fmla="*/ 0 w 10000"/>
              <a:gd name="connsiteY15" fmla="*/ 4060 h 9878"/>
              <a:gd name="connsiteX16" fmla="*/ 0 w 10000"/>
              <a:gd name="connsiteY16" fmla="*/ 1747 h 9878"/>
              <a:gd name="connsiteX17" fmla="*/ 72 w 10000"/>
              <a:gd name="connsiteY17" fmla="*/ 1695 h 9878"/>
              <a:gd name="connsiteX18" fmla="*/ 3992 w 10000"/>
              <a:gd name="connsiteY18" fmla="*/ 1695 h 9878"/>
              <a:gd name="connsiteX19" fmla="*/ 4238 w 10000"/>
              <a:gd name="connsiteY19" fmla="*/ 1663 h 9878"/>
              <a:gd name="connsiteX20" fmla="*/ 4487 w 10000"/>
              <a:gd name="connsiteY20" fmla="*/ 1245 h 9878"/>
              <a:gd name="connsiteX21" fmla="*/ 4358 w 10000"/>
              <a:gd name="connsiteY21" fmla="*/ 1087 h 9878"/>
              <a:gd name="connsiteX22" fmla="*/ 4151 w 10000"/>
              <a:gd name="connsiteY22" fmla="*/ 442 h 9878"/>
              <a:gd name="connsiteX23" fmla="*/ 4811 w 10000"/>
              <a:gd name="connsiteY23" fmla="*/ 21 h 9878"/>
              <a:gd name="connsiteX24" fmla="*/ 5642 w 10000"/>
              <a:gd name="connsiteY24" fmla="*/ 185 h 9878"/>
              <a:gd name="connsiteX25" fmla="*/ 5867 w 10000"/>
              <a:gd name="connsiteY25" fmla="*/ 797 h 9878"/>
              <a:gd name="connsiteX26" fmla="*/ 5625 w 10000"/>
              <a:gd name="connsiteY26" fmla="*/ 1102 h 9878"/>
              <a:gd name="connsiteX27" fmla="*/ 5847 w 10000"/>
              <a:gd name="connsiteY27" fmla="*/ 1685 h 9878"/>
              <a:gd name="connsiteX28" fmla="*/ 6011 w 10000"/>
              <a:gd name="connsiteY28" fmla="*/ 1695 h 9878"/>
              <a:gd name="connsiteX29" fmla="*/ 9925 w 10000"/>
              <a:gd name="connsiteY29" fmla="*/ 1698 h 9878"/>
              <a:gd name="connsiteX30" fmla="*/ 10000 w 10000"/>
              <a:gd name="connsiteY30" fmla="*/ 1754 h 9878"/>
              <a:gd name="connsiteX31" fmla="*/ 10000 w 10000"/>
              <a:gd name="connsiteY31" fmla="*/ 5043 h 9878"/>
              <a:gd name="connsiteX32" fmla="*/ 9858 w 10000"/>
              <a:gd name="connsiteY32" fmla="*/ 5207 h 9878"/>
              <a:gd name="connsiteX33" fmla="*/ 9661 w 10000"/>
              <a:gd name="connsiteY33" fmla="*/ 5175 h 9878"/>
              <a:gd name="connsiteX34" fmla="*/ 9203 w 10000"/>
              <a:gd name="connsiteY34" fmla="*/ 4965 h 9878"/>
              <a:gd name="connsiteX35" fmla="*/ 8513 w 10000"/>
              <a:gd name="connsiteY35" fmla="*/ 4951 h 9878"/>
              <a:gd name="connsiteX36" fmla="*/ 7968 w 10000"/>
              <a:gd name="connsiteY36" fmla="*/ 5189 h 9878"/>
              <a:gd name="connsiteX37" fmla="*/ 7677 w 10000"/>
              <a:gd name="connsiteY37" fmla="*/ 5590 h 9878"/>
              <a:gd name="connsiteX38" fmla="*/ 7709 w 10000"/>
              <a:gd name="connsiteY38" fmla="*/ 6049 h 9878"/>
              <a:gd name="connsiteX39" fmla="*/ 8235 w 10000"/>
              <a:gd name="connsiteY39" fmla="*/ 6517 h 9878"/>
              <a:gd name="connsiteX40" fmla="*/ 8847 w 10000"/>
              <a:gd name="connsiteY40" fmla="*/ 6631 h 9878"/>
              <a:gd name="connsiteX41" fmla="*/ 9397 w 10000"/>
              <a:gd name="connsiteY41" fmla="*/ 6523 h 9878"/>
              <a:gd name="connsiteX42" fmla="*/ 9651 w 10000"/>
              <a:gd name="connsiteY42" fmla="*/ 6381 h 9878"/>
              <a:gd name="connsiteX43" fmla="*/ 9838 w 10000"/>
              <a:gd name="connsiteY43" fmla="*/ 6341 h 9878"/>
              <a:gd name="connsiteX44" fmla="*/ 9995 w 10000"/>
              <a:gd name="connsiteY44" fmla="*/ 6458 h 9878"/>
              <a:gd name="connsiteX45" fmla="*/ 10000 w 10000"/>
              <a:gd name="connsiteY45" fmla="*/ 6516 h 9878"/>
              <a:gd name="connsiteX46" fmla="*/ 10000 w 10000"/>
              <a:gd name="connsiteY46" fmla="*/ 9801 h 9878"/>
              <a:gd name="connsiteX47" fmla="*/ 9925 w 10000"/>
              <a:gd name="connsiteY47" fmla="*/ 9856 h 9878"/>
              <a:gd name="connsiteX48" fmla="*/ 6046 w 10000"/>
              <a:gd name="connsiteY48" fmla="*/ 9855 h 9878"/>
              <a:gd name="connsiteX49" fmla="*/ 5792 w 10000"/>
              <a:gd name="connsiteY49" fmla="*/ 9878 h 9878"/>
              <a:gd name="connsiteX50" fmla="*/ 4071 w 10000"/>
              <a:gd name="connsiteY50" fmla="*/ 9859 h 9878"/>
              <a:gd name="connsiteX51" fmla="*/ 1267 w 10000"/>
              <a:gd name="connsiteY51" fmla="*/ 9858 h 9878"/>
              <a:gd name="connsiteX52" fmla="*/ 1228 w 10000"/>
              <a:gd name="connsiteY52" fmla="*/ 9858 h 9878"/>
              <a:gd name="connsiteX53" fmla="*/ 1228 w 10000"/>
              <a:gd name="connsiteY53" fmla="*/ 9858 h 9878"/>
              <a:gd name="connsiteX0" fmla="*/ 1228 w 10000"/>
              <a:gd name="connsiteY0" fmla="*/ 9980 h 9981"/>
              <a:gd name="connsiteX1" fmla="*/ 67 w 10000"/>
              <a:gd name="connsiteY1" fmla="*/ 9980 h 9981"/>
              <a:gd name="connsiteX2" fmla="*/ 0 w 10000"/>
              <a:gd name="connsiteY2" fmla="*/ 9925 h 9981"/>
              <a:gd name="connsiteX3" fmla="*/ 0 w 10000"/>
              <a:gd name="connsiteY3" fmla="*/ 6574 h 9981"/>
              <a:gd name="connsiteX4" fmla="*/ 132 w 10000"/>
              <a:gd name="connsiteY4" fmla="*/ 6423 h 9981"/>
              <a:gd name="connsiteX5" fmla="*/ 359 w 10000"/>
              <a:gd name="connsiteY5" fmla="*/ 6465 h 9981"/>
              <a:gd name="connsiteX6" fmla="*/ 1218 w 10000"/>
              <a:gd name="connsiteY6" fmla="*/ 6711 h 9981"/>
              <a:gd name="connsiteX7" fmla="*/ 1753 w 10000"/>
              <a:gd name="connsiteY7" fmla="*/ 6604 h 9981"/>
              <a:gd name="connsiteX8" fmla="*/ 2144 w 10000"/>
              <a:gd name="connsiteY8" fmla="*/ 6343 h 9981"/>
              <a:gd name="connsiteX9" fmla="*/ 2353 w 10000"/>
              <a:gd name="connsiteY9" fmla="*/ 5815 h 9981"/>
              <a:gd name="connsiteX10" fmla="*/ 2024 w 10000"/>
              <a:gd name="connsiteY10" fmla="*/ 5247 h 9981"/>
              <a:gd name="connsiteX11" fmla="*/ 1006 w 10000"/>
              <a:gd name="connsiteY11" fmla="*/ 4991 h 9981"/>
              <a:gd name="connsiteX12" fmla="*/ 356 w 10000"/>
              <a:gd name="connsiteY12" fmla="*/ 5233 h 9981"/>
              <a:gd name="connsiteX13" fmla="*/ 144 w 10000"/>
              <a:gd name="connsiteY13" fmla="*/ 5274 h 9981"/>
              <a:gd name="connsiteX14" fmla="*/ 0 w 10000"/>
              <a:gd name="connsiteY14" fmla="*/ 5128 h 9981"/>
              <a:gd name="connsiteX15" fmla="*/ 0 w 10000"/>
              <a:gd name="connsiteY15" fmla="*/ 4110 h 9981"/>
              <a:gd name="connsiteX16" fmla="*/ 0 w 10000"/>
              <a:gd name="connsiteY16" fmla="*/ 1769 h 9981"/>
              <a:gd name="connsiteX17" fmla="*/ 72 w 10000"/>
              <a:gd name="connsiteY17" fmla="*/ 1716 h 9981"/>
              <a:gd name="connsiteX18" fmla="*/ 3992 w 10000"/>
              <a:gd name="connsiteY18" fmla="*/ 1716 h 9981"/>
              <a:gd name="connsiteX19" fmla="*/ 4238 w 10000"/>
              <a:gd name="connsiteY19" fmla="*/ 1684 h 9981"/>
              <a:gd name="connsiteX20" fmla="*/ 4487 w 10000"/>
              <a:gd name="connsiteY20" fmla="*/ 1260 h 9981"/>
              <a:gd name="connsiteX21" fmla="*/ 4358 w 10000"/>
              <a:gd name="connsiteY21" fmla="*/ 1100 h 9981"/>
              <a:gd name="connsiteX22" fmla="*/ 4151 w 10000"/>
              <a:gd name="connsiteY22" fmla="*/ 447 h 9981"/>
              <a:gd name="connsiteX23" fmla="*/ 4811 w 10000"/>
              <a:gd name="connsiteY23" fmla="*/ 21 h 9981"/>
              <a:gd name="connsiteX24" fmla="*/ 5642 w 10000"/>
              <a:gd name="connsiteY24" fmla="*/ 187 h 9981"/>
              <a:gd name="connsiteX25" fmla="*/ 5867 w 10000"/>
              <a:gd name="connsiteY25" fmla="*/ 807 h 9981"/>
              <a:gd name="connsiteX26" fmla="*/ 5625 w 10000"/>
              <a:gd name="connsiteY26" fmla="*/ 1116 h 9981"/>
              <a:gd name="connsiteX27" fmla="*/ 5847 w 10000"/>
              <a:gd name="connsiteY27" fmla="*/ 1706 h 9981"/>
              <a:gd name="connsiteX28" fmla="*/ 6011 w 10000"/>
              <a:gd name="connsiteY28" fmla="*/ 1716 h 9981"/>
              <a:gd name="connsiteX29" fmla="*/ 9925 w 10000"/>
              <a:gd name="connsiteY29" fmla="*/ 1719 h 9981"/>
              <a:gd name="connsiteX30" fmla="*/ 10000 w 10000"/>
              <a:gd name="connsiteY30" fmla="*/ 1776 h 9981"/>
              <a:gd name="connsiteX31" fmla="*/ 10000 w 10000"/>
              <a:gd name="connsiteY31" fmla="*/ 5105 h 9981"/>
              <a:gd name="connsiteX32" fmla="*/ 9858 w 10000"/>
              <a:gd name="connsiteY32" fmla="*/ 5271 h 9981"/>
              <a:gd name="connsiteX33" fmla="*/ 9661 w 10000"/>
              <a:gd name="connsiteY33" fmla="*/ 5239 h 9981"/>
              <a:gd name="connsiteX34" fmla="*/ 9203 w 10000"/>
              <a:gd name="connsiteY34" fmla="*/ 5026 h 9981"/>
              <a:gd name="connsiteX35" fmla="*/ 8513 w 10000"/>
              <a:gd name="connsiteY35" fmla="*/ 5012 h 9981"/>
              <a:gd name="connsiteX36" fmla="*/ 7968 w 10000"/>
              <a:gd name="connsiteY36" fmla="*/ 5253 h 9981"/>
              <a:gd name="connsiteX37" fmla="*/ 7677 w 10000"/>
              <a:gd name="connsiteY37" fmla="*/ 5659 h 9981"/>
              <a:gd name="connsiteX38" fmla="*/ 7709 w 10000"/>
              <a:gd name="connsiteY38" fmla="*/ 6124 h 9981"/>
              <a:gd name="connsiteX39" fmla="*/ 8235 w 10000"/>
              <a:gd name="connsiteY39" fmla="*/ 6597 h 9981"/>
              <a:gd name="connsiteX40" fmla="*/ 8847 w 10000"/>
              <a:gd name="connsiteY40" fmla="*/ 6713 h 9981"/>
              <a:gd name="connsiteX41" fmla="*/ 9397 w 10000"/>
              <a:gd name="connsiteY41" fmla="*/ 6604 h 9981"/>
              <a:gd name="connsiteX42" fmla="*/ 9651 w 10000"/>
              <a:gd name="connsiteY42" fmla="*/ 6460 h 9981"/>
              <a:gd name="connsiteX43" fmla="*/ 9838 w 10000"/>
              <a:gd name="connsiteY43" fmla="*/ 6419 h 9981"/>
              <a:gd name="connsiteX44" fmla="*/ 9995 w 10000"/>
              <a:gd name="connsiteY44" fmla="*/ 6538 h 9981"/>
              <a:gd name="connsiteX45" fmla="*/ 10000 w 10000"/>
              <a:gd name="connsiteY45" fmla="*/ 6596 h 9981"/>
              <a:gd name="connsiteX46" fmla="*/ 10000 w 10000"/>
              <a:gd name="connsiteY46" fmla="*/ 9922 h 9981"/>
              <a:gd name="connsiteX47" fmla="*/ 9925 w 10000"/>
              <a:gd name="connsiteY47" fmla="*/ 9978 h 9981"/>
              <a:gd name="connsiteX48" fmla="*/ 6046 w 10000"/>
              <a:gd name="connsiteY48" fmla="*/ 9977 h 9981"/>
              <a:gd name="connsiteX49" fmla="*/ 4071 w 10000"/>
              <a:gd name="connsiteY49" fmla="*/ 9981 h 9981"/>
              <a:gd name="connsiteX50" fmla="*/ 1267 w 10000"/>
              <a:gd name="connsiteY50" fmla="*/ 9980 h 9981"/>
              <a:gd name="connsiteX51" fmla="*/ 1228 w 10000"/>
              <a:gd name="connsiteY51" fmla="*/ 9980 h 9981"/>
              <a:gd name="connsiteX52" fmla="*/ 1228 w 10000"/>
              <a:gd name="connsiteY52" fmla="*/ 9980 h 9981"/>
              <a:gd name="connsiteX0" fmla="*/ 1228 w 10000"/>
              <a:gd name="connsiteY0" fmla="*/ 9999 h 9999"/>
              <a:gd name="connsiteX1" fmla="*/ 67 w 10000"/>
              <a:gd name="connsiteY1" fmla="*/ 9999 h 9999"/>
              <a:gd name="connsiteX2" fmla="*/ 0 w 10000"/>
              <a:gd name="connsiteY2" fmla="*/ 9944 h 9999"/>
              <a:gd name="connsiteX3" fmla="*/ 0 w 10000"/>
              <a:gd name="connsiteY3" fmla="*/ 6587 h 9999"/>
              <a:gd name="connsiteX4" fmla="*/ 132 w 10000"/>
              <a:gd name="connsiteY4" fmla="*/ 6435 h 9999"/>
              <a:gd name="connsiteX5" fmla="*/ 359 w 10000"/>
              <a:gd name="connsiteY5" fmla="*/ 6477 h 9999"/>
              <a:gd name="connsiteX6" fmla="*/ 1218 w 10000"/>
              <a:gd name="connsiteY6" fmla="*/ 6724 h 9999"/>
              <a:gd name="connsiteX7" fmla="*/ 1753 w 10000"/>
              <a:gd name="connsiteY7" fmla="*/ 6617 h 9999"/>
              <a:gd name="connsiteX8" fmla="*/ 2144 w 10000"/>
              <a:gd name="connsiteY8" fmla="*/ 6355 h 9999"/>
              <a:gd name="connsiteX9" fmla="*/ 2353 w 10000"/>
              <a:gd name="connsiteY9" fmla="*/ 5826 h 9999"/>
              <a:gd name="connsiteX10" fmla="*/ 2024 w 10000"/>
              <a:gd name="connsiteY10" fmla="*/ 5257 h 9999"/>
              <a:gd name="connsiteX11" fmla="*/ 1006 w 10000"/>
              <a:gd name="connsiteY11" fmla="*/ 5001 h 9999"/>
              <a:gd name="connsiteX12" fmla="*/ 356 w 10000"/>
              <a:gd name="connsiteY12" fmla="*/ 5243 h 9999"/>
              <a:gd name="connsiteX13" fmla="*/ 144 w 10000"/>
              <a:gd name="connsiteY13" fmla="*/ 5284 h 9999"/>
              <a:gd name="connsiteX14" fmla="*/ 0 w 10000"/>
              <a:gd name="connsiteY14" fmla="*/ 5138 h 9999"/>
              <a:gd name="connsiteX15" fmla="*/ 0 w 10000"/>
              <a:gd name="connsiteY15" fmla="*/ 4118 h 9999"/>
              <a:gd name="connsiteX16" fmla="*/ 0 w 10000"/>
              <a:gd name="connsiteY16" fmla="*/ 1772 h 9999"/>
              <a:gd name="connsiteX17" fmla="*/ 72 w 10000"/>
              <a:gd name="connsiteY17" fmla="*/ 1719 h 9999"/>
              <a:gd name="connsiteX18" fmla="*/ 3992 w 10000"/>
              <a:gd name="connsiteY18" fmla="*/ 1719 h 9999"/>
              <a:gd name="connsiteX19" fmla="*/ 4238 w 10000"/>
              <a:gd name="connsiteY19" fmla="*/ 1687 h 9999"/>
              <a:gd name="connsiteX20" fmla="*/ 4487 w 10000"/>
              <a:gd name="connsiteY20" fmla="*/ 1262 h 9999"/>
              <a:gd name="connsiteX21" fmla="*/ 4358 w 10000"/>
              <a:gd name="connsiteY21" fmla="*/ 1102 h 9999"/>
              <a:gd name="connsiteX22" fmla="*/ 4151 w 10000"/>
              <a:gd name="connsiteY22" fmla="*/ 448 h 9999"/>
              <a:gd name="connsiteX23" fmla="*/ 4811 w 10000"/>
              <a:gd name="connsiteY23" fmla="*/ 21 h 9999"/>
              <a:gd name="connsiteX24" fmla="*/ 5642 w 10000"/>
              <a:gd name="connsiteY24" fmla="*/ 187 h 9999"/>
              <a:gd name="connsiteX25" fmla="*/ 5867 w 10000"/>
              <a:gd name="connsiteY25" fmla="*/ 809 h 9999"/>
              <a:gd name="connsiteX26" fmla="*/ 5625 w 10000"/>
              <a:gd name="connsiteY26" fmla="*/ 1118 h 9999"/>
              <a:gd name="connsiteX27" fmla="*/ 5847 w 10000"/>
              <a:gd name="connsiteY27" fmla="*/ 1709 h 9999"/>
              <a:gd name="connsiteX28" fmla="*/ 6011 w 10000"/>
              <a:gd name="connsiteY28" fmla="*/ 1719 h 9999"/>
              <a:gd name="connsiteX29" fmla="*/ 9925 w 10000"/>
              <a:gd name="connsiteY29" fmla="*/ 1722 h 9999"/>
              <a:gd name="connsiteX30" fmla="*/ 10000 w 10000"/>
              <a:gd name="connsiteY30" fmla="*/ 1779 h 9999"/>
              <a:gd name="connsiteX31" fmla="*/ 10000 w 10000"/>
              <a:gd name="connsiteY31" fmla="*/ 5115 h 9999"/>
              <a:gd name="connsiteX32" fmla="*/ 9858 w 10000"/>
              <a:gd name="connsiteY32" fmla="*/ 5281 h 9999"/>
              <a:gd name="connsiteX33" fmla="*/ 9661 w 10000"/>
              <a:gd name="connsiteY33" fmla="*/ 5249 h 9999"/>
              <a:gd name="connsiteX34" fmla="*/ 9203 w 10000"/>
              <a:gd name="connsiteY34" fmla="*/ 5036 h 9999"/>
              <a:gd name="connsiteX35" fmla="*/ 8513 w 10000"/>
              <a:gd name="connsiteY35" fmla="*/ 5022 h 9999"/>
              <a:gd name="connsiteX36" fmla="*/ 7968 w 10000"/>
              <a:gd name="connsiteY36" fmla="*/ 5263 h 9999"/>
              <a:gd name="connsiteX37" fmla="*/ 7677 w 10000"/>
              <a:gd name="connsiteY37" fmla="*/ 5670 h 9999"/>
              <a:gd name="connsiteX38" fmla="*/ 7709 w 10000"/>
              <a:gd name="connsiteY38" fmla="*/ 6136 h 9999"/>
              <a:gd name="connsiteX39" fmla="*/ 8235 w 10000"/>
              <a:gd name="connsiteY39" fmla="*/ 6610 h 9999"/>
              <a:gd name="connsiteX40" fmla="*/ 8847 w 10000"/>
              <a:gd name="connsiteY40" fmla="*/ 6726 h 9999"/>
              <a:gd name="connsiteX41" fmla="*/ 9397 w 10000"/>
              <a:gd name="connsiteY41" fmla="*/ 6617 h 9999"/>
              <a:gd name="connsiteX42" fmla="*/ 9651 w 10000"/>
              <a:gd name="connsiteY42" fmla="*/ 6472 h 9999"/>
              <a:gd name="connsiteX43" fmla="*/ 9838 w 10000"/>
              <a:gd name="connsiteY43" fmla="*/ 6431 h 9999"/>
              <a:gd name="connsiteX44" fmla="*/ 9995 w 10000"/>
              <a:gd name="connsiteY44" fmla="*/ 6550 h 9999"/>
              <a:gd name="connsiteX45" fmla="*/ 10000 w 10000"/>
              <a:gd name="connsiteY45" fmla="*/ 6609 h 9999"/>
              <a:gd name="connsiteX46" fmla="*/ 10000 w 10000"/>
              <a:gd name="connsiteY46" fmla="*/ 9941 h 9999"/>
              <a:gd name="connsiteX47" fmla="*/ 9925 w 10000"/>
              <a:gd name="connsiteY47" fmla="*/ 9997 h 9999"/>
              <a:gd name="connsiteX48" fmla="*/ 6046 w 10000"/>
              <a:gd name="connsiteY48" fmla="*/ 9996 h 9999"/>
              <a:gd name="connsiteX49" fmla="*/ 1267 w 10000"/>
              <a:gd name="connsiteY49" fmla="*/ 9999 h 9999"/>
              <a:gd name="connsiteX50" fmla="*/ 1228 w 10000"/>
              <a:gd name="connsiteY50" fmla="*/ 9999 h 9999"/>
              <a:gd name="connsiteX51" fmla="*/ 1228 w 10000"/>
              <a:gd name="connsiteY51" fmla="*/ 9999 h 9999"/>
              <a:gd name="connsiteX0" fmla="*/ 1228 w 10000"/>
              <a:gd name="connsiteY0" fmla="*/ 10000 h 10000"/>
              <a:gd name="connsiteX1" fmla="*/ 67 w 10000"/>
              <a:gd name="connsiteY1" fmla="*/ 10000 h 10000"/>
              <a:gd name="connsiteX2" fmla="*/ 0 w 10000"/>
              <a:gd name="connsiteY2" fmla="*/ 9945 h 10000"/>
              <a:gd name="connsiteX3" fmla="*/ 0 w 10000"/>
              <a:gd name="connsiteY3" fmla="*/ 6588 h 10000"/>
              <a:gd name="connsiteX4" fmla="*/ 132 w 10000"/>
              <a:gd name="connsiteY4" fmla="*/ 6436 h 10000"/>
              <a:gd name="connsiteX5" fmla="*/ 359 w 10000"/>
              <a:gd name="connsiteY5" fmla="*/ 6478 h 10000"/>
              <a:gd name="connsiteX6" fmla="*/ 1218 w 10000"/>
              <a:gd name="connsiteY6" fmla="*/ 6725 h 10000"/>
              <a:gd name="connsiteX7" fmla="*/ 1753 w 10000"/>
              <a:gd name="connsiteY7" fmla="*/ 6618 h 10000"/>
              <a:gd name="connsiteX8" fmla="*/ 2144 w 10000"/>
              <a:gd name="connsiteY8" fmla="*/ 6356 h 10000"/>
              <a:gd name="connsiteX9" fmla="*/ 2353 w 10000"/>
              <a:gd name="connsiteY9" fmla="*/ 5827 h 10000"/>
              <a:gd name="connsiteX10" fmla="*/ 2024 w 10000"/>
              <a:gd name="connsiteY10" fmla="*/ 5258 h 10000"/>
              <a:gd name="connsiteX11" fmla="*/ 1006 w 10000"/>
              <a:gd name="connsiteY11" fmla="*/ 5002 h 10000"/>
              <a:gd name="connsiteX12" fmla="*/ 356 w 10000"/>
              <a:gd name="connsiteY12" fmla="*/ 5244 h 10000"/>
              <a:gd name="connsiteX13" fmla="*/ 144 w 10000"/>
              <a:gd name="connsiteY13" fmla="*/ 5285 h 10000"/>
              <a:gd name="connsiteX14" fmla="*/ 0 w 10000"/>
              <a:gd name="connsiteY14" fmla="*/ 5139 h 10000"/>
              <a:gd name="connsiteX15" fmla="*/ 0 w 10000"/>
              <a:gd name="connsiteY15" fmla="*/ 4118 h 10000"/>
              <a:gd name="connsiteX16" fmla="*/ 0 w 10000"/>
              <a:gd name="connsiteY16" fmla="*/ 1772 h 10000"/>
              <a:gd name="connsiteX17" fmla="*/ 72 w 10000"/>
              <a:gd name="connsiteY17" fmla="*/ 1719 h 10000"/>
              <a:gd name="connsiteX18" fmla="*/ 3992 w 10000"/>
              <a:gd name="connsiteY18" fmla="*/ 1719 h 10000"/>
              <a:gd name="connsiteX19" fmla="*/ 4238 w 10000"/>
              <a:gd name="connsiteY19" fmla="*/ 1687 h 10000"/>
              <a:gd name="connsiteX20" fmla="*/ 4487 w 10000"/>
              <a:gd name="connsiteY20" fmla="*/ 1262 h 10000"/>
              <a:gd name="connsiteX21" fmla="*/ 4358 w 10000"/>
              <a:gd name="connsiteY21" fmla="*/ 1102 h 10000"/>
              <a:gd name="connsiteX22" fmla="*/ 4151 w 10000"/>
              <a:gd name="connsiteY22" fmla="*/ 448 h 10000"/>
              <a:gd name="connsiteX23" fmla="*/ 4811 w 10000"/>
              <a:gd name="connsiteY23" fmla="*/ 21 h 10000"/>
              <a:gd name="connsiteX24" fmla="*/ 5642 w 10000"/>
              <a:gd name="connsiteY24" fmla="*/ 187 h 10000"/>
              <a:gd name="connsiteX25" fmla="*/ 5867 w 10000"/>
              <a:gd name="connsiteY25" fmla="*/ 809 h 10000"/>
              <a:gd name="connsiteX26" fmla="*/ 5625 w 10000"/>
              <a:gd name="connsiteY26" fmla="*/ 1118 h 10000"/>
              <a:gd name="connsiteX27" fmla="*/ 5847 w 10000"/>
              <a:gd name="connsiteY27" fmla="*/ 1709 h 10000"/>
              <a:gd name="connsiteX28" fmla="*/ 6011 w 10000"/>
              <a:gd name="connsiteY28" fmla="*/ 1719 h 10000"/>
              <a:gd name="connsiteX29" fmla="*/ 9925 w 10000"/>
              <a:gd name="connsiteY29" fmla="*/ 1722 h 10000"/>
              <a:gd name="connsiteX30" fmla="*/ 10000 w 10000"/>
              <a:gd name="connsiteY30" fmla="*/ 1779 h 10000"/>
              <a:gd name="connsiteX31" fmla="*/ 10000 w 10000"/>
              <a:gd name="connsiteY31" fmla="*/ 5116 h 10000"/>
              <a:gd name="connsiteX32" fmla="*/ 9858 w 10000"/>
              <a:gd name="connsiteY32" fmla="*/ 5282 h 10000"/>
              <a:gd name="connsiteX33" fmla="*/ 9661 w 10000"/>
              <a:gd name="connsiteY33" fmla="*/ 5250 h 10000"/>
              <a:gd name="connsiteX34" fmla="*/ 9203 w 10000"/>
              <a:gd name="connsiteY34" fmla="*/ 5037 h 10000"/>
              <a:gd name="connsiteX35" fmla="*/ 8513 w 10000"/>
              <a:gd name="connsiteY35" fmla="*/ 5023 h 10000"/>
              <a:gd name="connsiteX36" fmla="*/ 7968 w 10000"/>
              <a:gd name="connsiteY36" fmla="*/ 5264 h 10000"/>
              <a:gd name="connsiteX37" fmla="*/ 7677 w 10000"/>
              <a:gd name="connsiteY37" fmla="*/ 5671 h 10000"/>
              <a:gd name="connsiteX38" fmla="*/ 7709 w 10000"/>
              <a:gd name="connsiteY38" fmla="*/ 6137 h 10000"/>
              <a:gd name="connsiteX39" fmla="*/ 8235 w 10000"/>
              <a:gd name="connsiteY39" fmla="*/ 6611 h 10000"/>
              <a:gd name="connsiteX40" fmla="*/ 8847 w 10000"/>
              <a:gd name="connsiteY40" fmla="*/ 6727 h 10000"/>
              <a:gd name="connsiteX41" fmla="*/ 9397 w 10000"/>
              <a:gd name="connsiteY41" fmla="*/ 6618 h 10000"/>
              <a:gd name="connsiteX42" fmla="*/ 9651 w 10000"/>
              <a:gd name="connsiteY42" fmla="*/ 6473 h 10000"/>
              <a:gd name="connsiteX43" fmla="*/ 9838 w 10000"/>
              <a:gd name="connsiteY43" fmla="*/ 6432 h 10000"/>
              <a:gd name="connsiteX44" fmla="*/ 9995 w 10000"/>
              <a:gd name="connsiteY44" fmla="*/ 6551 h 10000"/>
              <a:gd name="connsiteX45" fmla="*/ 10000 w 10000"/>
              <a:gd name="connsiteY45" fmla="*/ 6610 h 10000"/>
              <a:gd name="connsiteX46" fmla="*/ 10000 w 10000"/>
              <a:gd name="connsiteY46" fmla="*/ 9942 h 10000"/>
              <a:gd name="connsiteX47" fmla="*/ 9925 w 10000"/>
              <a:gd name="connsiteY47" fmla="*/ 9998 h 10000"/>
              <a:gd name="connsiteX48" fmla="*/ 1267 w 10000"/>
              <a:gd name="connsiteY48" fmla="*/ 10000 h 10000"/>
              <a:gd name="connsiteX49" fmla="*/ 1228 w 10000"/>
              <a:gd name="connsiteY49" fmla="*/ 10000 h 10000"/>
              <a:gd name="connsiteX50" fmla="*/ 1228 w 10000"/>
              <a:gd name="connsiteY50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000" h="10000">
                <a:moveTo>
                  <a:pt x="1228" y="10000"/>
                </a:moveTo>
                <a:lnTo>
                  <a:pt x="67" y="10000"/>
                </a:lnTo>
                <a:cubicBezTo>
                  <a:pt x="0" y="10000"/>
                  <a:pt x="0" y="10000"/>
                  <a:pt x="0" y="9945"/>
                </a:cubicBezTo>
                <a:lnTo>
                  <a:pt x="0" y="6588"/>
                </a:lnTo>
                <a:cubicBezTo>
                  <a:pt x="0" y="6518"/>
                  <a:pt x="47" y="6464"/>
                  <a:pt x="132" y="6436"/>
                </a:cubicBezTo>
                <a:cubicBezTo>
                  <a:pt x="212" y="6415"/>
                  <a:pt x="289" y="6428"/>
                  <a:pt x="359" y="6478"/>
                </a:cubicBezTo>
                <a:cubicBezTo>
                  <a:pt x="600" y="6648"/>
                  <a:pt x="884" y="6730"/>
                  <a:pt x="1218" y="6725"/>
                </a:cubicBezTo>
                <a:cubicBezTo>
                  <a:pt x="1409" y="6722"/>
                  <a:pt x="1589" y="6684"/>
                  <a:pt x="1753" y="6618"/>
                </a:cubicBezTo>
                <a:cubicBezTo>
                  <a:pt x="1910" y="6552"/>
                  <a:pt x="2039" y="6466"/>
                  <a:pt x="2144" y="6356"/>
                </a:cubicBezTo>
                <a:cubicBezTo>
                  <a:pt x="2293" y="6197"/>
                  <a:pt x="2363" y="6021"/>
                  <a:pt x="2353" y="5827"/>
                </a:cubicBezTo>
                <a:cubicBezTo>
                  <a:pt x="2341" y="5606"/>
                  <a:pt x="2231" y="5415"/>
                  <a:pt x="2024" y="5258"/>
                </a:cubicBezTo>
                <a:cubicBezTo>
                  <a:pt x="1743" y="5044"/>
                  <a:pt x="1397" y="4964"/>
                  <a:pt x="1006" y="5002"/>
                </a:cubicBezTo>
                <a:cubicBezTo>
                  <a:pt x="754" y="5024"/>
                  <a:pt x="538" y="5110"/>
                  <a:pt x="356" y="5244"/>
                </a:cubicBezTo>
                <a:cubicBezTo>
                  <a:pt x="296" y="5285"/>
                  <a:pt x="212" y="5303"/>
                  <a:pt x="144" y="5285"/>
                </a:cubicBezTo>
                <a:cubicBezTo>
                  <a:pt x="52" y="5260"/>
                  <a:pt x="0" y="5203"/>
                  <a:pt x="0" y="5139"/>
                </a:cubicBezTo>
                <a:lnTo>
                  <a:pt x="0" y="4118"/>
                </a:lnTo>
                <a:lnTo>
                  <a:pt x="0" y="1772"/>
                </a:lnTo>
                <a:cubicBezTo>
                  <a:pt x="0" y="1719"/>
                  <a:pt x="0" y="1719"/>
                  <a:pt x="72" y="1719"/>
                </a:cubicBezTo>
                <a:lnTo>
                  <a:pt x="3992" y="1719"/>
                </a:lnTo>
                <a:cubicBezTo>
                  <a:pt x="4076" y="1719"/>
                  <a:pt x="4158" y="1714"/>
                  <a:pt x="4238" y="1687"/>
                </a:cubicBezTo>
                <a:cubicBezTo>
                  <a:pt x="4447" y="1615"/>
                  <a:pt x="4562" y="1422"/>
                  <a:pt x="4487" y="1262"/>
                </a:cubicBezTo>
                <a:cubicBezTo>
                  <a:pt x="4460" y="1201"/>
                  <a:pt x="4415" y="1151"/>
                  <a:pt x="4358" y="1102"/>
                </a:cubicBezTo>
                <a:cubicBezTo>
                  <a:pt x="4124" y="913"/>
                  <a:pt x="4049" y="692"/>
                  <a:pt x="4151" y="448"/>
                </a:cubicBezTo>
                <a:cubicBezTo>
                  <a:pt x="4250" y="202"/>
                  <a:pt x="4482" y="74"/>
                  <a:pt x="4811" y="21"/>
                </a:cubicBezTo>
                <a:cubicBezTo>
                  <a:pt x="5125" y="-29"/>
                  <a:pt x="5413" y="6"/>
                  <a:pt x="5642" y="187"/>
                </a:cubicBezTo>
                <a:cubicBezTo>
                  <a:pt x="5867" y="362"/>
                  <a:pt x="5944" y="571"/>
                  <a:pt x="5867" y="809"/>
                </a:cubicBezTo>
                <a:cubicBezTo>
                  <a:pt x="5827" y="929"/>
                  <a:pt x="5742" y="1030"/>
                  <a:pt x="5625" y="1118"/>
                </a:cubicBezTo>
                <a:cubicBezTo>
                  <a:pt x="5386" y="1302"/>
                  <a:pt x="5476" y="1628"/>
                  <a:pt x="5847" y="1709"/>
                </a:cubicBezTo>
                <a:cubicBezTo>
                  <a:pt x="5899" y="1722"/>
                  <a:pt x="5956" y="1719"/>
                  <a:pt x="6011" y="1719"/>
                </a:cubicBezTo>
                <a:lnTo>
                  <a:pt x="9925" y="1722"/>
                </a:lnTo>
                <a:cubicBezTo>
                  <a:pt x="10000" y="1722"/>
                  <a:pt x="10000" y="1722"/>
                  <a:pt x="10000" y="1779"/>
                </a:cubicBezTo>
                <a:lnTo>
                  <a:pt x="10000" y="5116"/>
                </a:lnTo>
                <a:cubicBezTo>
                  <a:pt x="10000" y="5203"/>
                  <a:pt x="9958" y="5253"/>
                  <a:pt x="9858" y="5282"/>
                </a:cubicBezTo>
                <a:cubicBezTo>
                  <a:pt x="9781" y="5305"/>
                  <a:pt x="9714" y="5288"/>
                  <a:pt x="9661" y="5250"/>
                </a:cubicBezTo>
                <a:cubicBezTo>
                  <a:pt x="9527" y="5155"/>
                  <a:pt x="9377" y="5079"/>
                  <a:pt x="9203" y="5037"/>
                </a:cubicBezTo>
                <a:cubicBezTo>
                  <a:pt x="8977" y="4980"/>
                  <a:pt x="8745" y="4977"/>
                  <a:pt x="8513" y="5023"/>
                </a:cubicBezTo>
                <a:cubicBezTo>
                  <a:pt x="8299" y="5065"/>
                  <a:pt x="8118" y="5147"/>
                  <a:pt x="7968" y="5264"/>
                </a:cubicBezTo>
                <a:cubicBezTo>
                  <a:pt x="7821" y="5378"/>
                  <a:pt x="7724" y="5512"/>
                  <a:pt x="7677" y="5671"/>
                </a:cubicBezTo>
                <a:cubicBezTo>
                  <a:pt x="7627" y="5829"/>
                  <a:pt x="7639" y="5983"/>
                  <a:pt x="7709" y="6137"/>
                </a:cubicBezTo>
                <a:cubicBezTo>
                  <a:pt x="7804" y="6343"/>
                  <a:pt x="7981" y="6499"/>
                  <a:pt x="8235" y="6611"/>
                </a:cubicBezTo>
                <a:cubicBezTo>
                  <a:pt x="8421" y="6693"/>
                  <a:pt x="8628" y="6728"/>
                  <a:pt x="8847" y="6727"/>
                </a:cubicBezTo>
                <a:cubicBezTo>
                  <a:pt x="9044" y="6723"/>
                  <a:pt x="9228" y="6690"/>
                  <a:pt x="9397" y="6618"/>
                </a:cubicBezTo>
                <a:cubicBezTo>
                  <a:pt x="9487" y="6576"/>
                  <a:pt x="9569" y="6523"/>
                  <a:pt x="9651" y="6473"/>
                </a:cubicBezTo>
                <a:cubicBezTo>
                  <a:pt x="9709" y="6439"/>
                  <a:pt x="9766" y="6418"/>
                  <a:pt x="9838" y="6432"/>
                </a:cubicBezTo>
                <a:cubicBezTo>
                  <a:pt x="9920" y="6450"/>
                  <a:pt x="9978" y="6482"/>
                  <a:pt x="9995" y="6551"/>
                </a:cubicBezTo>
                <a:cubicBezTo>
                  <a:pt x="10000" y="6568"/>
                  <a:pt x="10000" y="6589"/>
                  <a:pt x="10000" y="6610"/>
                </a:cubicBezTo>
                <a:lnTo>
                  <a:pt x="10000" y="9942"/>
                </a:lnTo>
                <a:cubicBezTo>
                  <a:pt x="10000" y="9998"/>
                  <a:pt x="10000" y="9998"/>
                  <a:pt x="9925" y="9998"/>
                </a:cubicBezTo>
                <a:lnTo>
                  <a:pt x="1267" y="10000"/>
                </a:lnTo>
                <a:lnTo>
                  <a:pt x="1228" y="10000"/>
                </a:lnTo>
                <a:lnTo>
                  <a:pt x="1228" y="10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14B801-783E-4E64-AC12-BC453689E67F}"/>
              </a:ext>
            </a:extLst>
          </p:cNvPr>
          <p:cNvSpPr txBox="1"/>
          <p:nvPr/>
        </p:nvSpPr>
        <p:spPr>
          <a:xfrm>
            <a:off x="2107506" y="3323936"/>
            <a:ext cx="19875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0" b="1" i="0" u="none" strike="noStrike" kern="1200" cap="none" spc="0" normalizeH="0" baseline="0" noProof="0" dirty="0">
                <a:ln>
                  <a:noFill/>
                </a:ln>
                <a:solidFill>
                  <a:srgbClr val="CB1B4A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?</a:t>
            </a: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srgbClr val="CB1B4A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3" name="Freeform 6">
            <a:extLst>
              <a:ext uri="{FF2B5EF4-FFF2-40B4-BE49-F238E27FC236}">
                <a16:creationId xmlns:a16="http://schemas.microsoft.com/office/drawing/2014/main" id="{ECA6B535-AD0E-4B82-A298-E81F7D964659}"/>
              </a:ext>
            </a:extLst>
          </p:cNvPr>
          <p:cNvSpPr>
            <a:spLocks/>
          </p:cNvSpPr>
          <p:nvPr/>
        </p:nvSpPr>
        <p:spPr bwMode="auto">
          <a:xfrm rot="16200000">
            <a:off x="5930723" y="2975583"/>
            <a:ext cx="1780813" cy="1617405"/>
          </a:xfrm>
          <a:custGeom>
            <a:avLst/>
            <a:gdLst>
              <a:gd name="T0" fmla="*/ 963 w 5936"/>
              <a:gd name="T1" fmla="*/ 30 h 4502"/>
              <a:gd name="T2" fmla="*/ 2570 w 5936"/>
              <a:gd name="T3" fmla="*/ 4 h 4502"/>
              <a:gd name="T4" fmla="*/ 2625 w 5936"/>
              <a:gd name="T5" fmla="*/ 157 h 4502"/>
              <a:gd name="T6" fmla="*/ 2534 w 5936"/>
              <a:gd name="T7" fmla="*/ 658 h 4502"/>
              <a:gd name="T8" fmla="*/ 3066 w 5936"/>
              <a:gd name="T9" fmla="*/ 940 h 4502"/>
              <a:gd name="T10" fmla="*/ 3428 w 5936"/>
              <a:gd name="T11" fmla="*/ 588 h 4502"/>
              <a:gd name="T12" fmla="*/ 3308 w 5936"/>
              <a:gd name="T13" fmla="*/ 150 h 4502"/>
              <a:gd name="T14" fmla="*/ 3369 w 5936"/>
              <a:gd name="T15" fmla="*/ 1 h 4502"/>
              <a:gd name="T16" fmla="*/ 3715 w 5936"/>
              <a:gd name="T17" fmla="*/ 1 h 4502"/>
              <a:gd name="T18" fmla="*/ 4958 w 5936"/>
              <a:gd name="T19" fmla="*/ 3 h 4502"/>
              <a:gd name="T20" fmla="*/ 4978 w 5936"/>
              <a:gd name="T21" fmla="*/ 54 h 4502"/>
              <a:gd name="T22" fmla="*/ 5045 w 5936"/>
              <a:gd name="T23" fmla="*/ 2008 h 4502"/>
              <a:gd name="T24" fmla="*/ 5317 w 5936"/>
              <a:gd name="T25" fmla="*/ 1990 h 4502"/>
              <a:gd name="T26" fmla="*/ 5883 w 5936"/>
              <a:gd name="T27" fmla="*/ 2086 h 4502"/>
              <a:gd name="T28" fmla="*/ 5761 w 5936"/>
              <a:gd name="T29" fmla="*/ 2554 h 4502"/>
              <a:gd name="T30" fmla="*/ 5298 w 5936"/>
              <a:gd name="T31" fmla="*/ 2496 h 4502"/>
              <a:gd name="T32" fmla="*/ 4978 w 5936"/>
              <a:gd name="T33" fmla="*/ 2648 h 4502"/>
              <a:gd name="T34" fmla="*/ 4950 w 5936"/>
              <a:gd name="T35" fmla="*/ 4501 h 4502"/>
              <a:gd name="T36" fmla="*/ 3299 w 5936"/>
              <a:gd name="T37" fmla="*/ 4471 h 4502"/>
              <a:gd name="T38" fmla="*/ 3423 w 5936"/>
              <a:gd name="T39" fmla="*/ 4161 h 4502"/>
              <a:gd name="T40" fmla="*/ 3297 w 5936"/>
              <a:gd name="T41" fmla="*/ 3687 h 4502"/>
              <a:gd name="T42" fmla="*/ 2829 w 5936"/>
              <a:gd name="T43" fmla="*/ 3576 h 4502"/>
              <a:gd name="T44" fmla="*/ 2504 w 5936"/>
              <a:gd name="T45" fmla="*/ 4096 h 4502"/>
              <a:gd name="T46" fmla="*/ 2652 w 5936"/>
              <a:gd name="T47" fmla="*/ 4454 h 4502"/>
              <a:gd name="T48" fmla="*/ 1983 w 5936"/>
              <a:gd name="T49" fmla="*/ 4501 h 4502"/>
              <a:gd name="T50" fmla="*/ 963 w 5936"/>
              <a:gd name="T51" fmla="*/ 4477 h 4502"/>
              <a:gd name="T52" fmla="*/ 869 w 5936"/>
              <a:gd name="T53" fmla="*/ 2477 h 4502"/>
              <a:gd name="T54" fmla="*/ 354 w 5936"/>
              <a:gd name="T55" fmla="*/ 2611 h 4502"/>
              <a:gd name="T56" fmla="*/ 31 w 5936"/>
              <a:gd name="T57" fmla="*/ 2154 h 4502"/>
              <a:gd name="T58" fmla="*/ 390 w 5936"/>
              <a:gd name="T59" fmla="*/ 1894 h 4502"/>
              <a:gd name="T60" fmla="*/ 715 w 5936"/>
              <a:gd name="T61" fmla="*/ 2049 h 4502"/>
              <a:gd name="T62" fmla="*/ 963 w 5936"/>
              <a:gd name="T63" fmla="*/ 1840 h 4502"/>
              <a:gd name="T64" fmla="*/ 963 w 5936"/>
              <a:gd name="T65" fmla="*/ 488 h 4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936" h="4502">
                <a:moveTo>
                  <a:pt x="963" y="488"/>
                </a:moveTo>
                <a:cubicBezTo>
                  <a:pt x="963" y="335"/>
                  <a:pt x="963" y="183"/>
                  <a:pt x="963" y="30"/>
                </a:cubicBezTo>
                <a:cubicBezTo>
                  <a:pt x="962" y="11"/>
                  <a:pt x="967" y="3"/>
                  <a:pt x="988" y="3"/>
                </a:cubicBezTo>
                <a:cubicBezTo>
                  <a:pt x="1288" y="4"/>
                  <a:pt x="2269" y="4"/>
                  <a:pt x="2570" y="4"/>
                </a:cubicBezTo>
                <a:cubicBezTo>
                  <a:pt x="2638" y="4"/>
                  <a:pt x="2677" y="59"/>
                  <a:pt x="2652" y="121"/>
                </a:cubicBezTo>
                <a:cubicBezTo>
                  <a:pt x="2647" y="135"/>
                  <a:pt x="2635" y="146"/>
                  <a:pt x="2625" y="157"/>
                </a:cubicBezTo>
                <a:cubicBezTo>
                  <a:pt x="2561" y="228"/>
                  <a:pt x="2520" y="309"/>
                  <a:pt x="2505" y="404"/>
                </a:cubicBezTo>
                <a:cubicBezTo>
                  <a:pt x="2490" y="492"/>
                  <a:pt x="2500" y="576"/>
                  <a:pt x="2534" y="658"/>
                </a:cubicBezTo>
                <a:cubicBezTo>
                  <a:pt x="2576" y="762"/>
                  <a:pt x="2648" y="841"/>
                  <a:pt x="2747" y="894"/>
                </a:cubicBezTo>
                <a:cubicBezTo>
                  <a:pt x="2847" y="947"/>
                  <a:pt x="2953" y="964"/>
                  <a:pt x="3066" y="940"/>
                </a:cubicBezTo>
                <a:cubicBezTo>
                  <a:pt x="3150" y="922"/>
                  <a:pt x="3224" y="885"/>
                  <a:pt x="3287" y="827"/>
                </a:cubicBezTo>
                <a:cubicBezTo>
                  <a:pt x="3358" y="762"/>
                  <a:pt x="3406" y="683"/>
                  <a:pt x="3428" y="588"/>
                </a:cubicBezTo>
                <a:cubicBezTo>
                  <a:pt x="3442" y="529"/>
                  <a:pt x="3446" y="471"/>
                  <a:pt x="3437" y="411"/>
                </a:cubicBezTo>
                <a:cubicBezTo>
                  <a:pt x="3422" y="310"/>
                  <a:pt x="3379" y="222"/>
                  <a:pt x="3308" y="150"/>
                </a:cubicBezTo>
                <a:cubicBezTo>
                  <a:pt x="3281" y="122"/>
                  <a:pt x="3275" y="92"/>
                  <a:pt x="3284" y="58"/>
                </a:cubicBezTo>
                <a:cubicBezTo>
                  <a:pt x="3293" y="27"/>
                  <a:pt x="3331" y="2"/>
                  <a:pt x="3369" y="1"/>
                </a:cubicBezTo>
                <a:cubicBezTo>
                  <a:pt x="3405" y="0"/>
                  <a:pt x="3442" y="1"/>
                  <a:pt x="3479" y="1"/>
                </a:cubicBezTo>
                <a:cubicBezTo>
                  <a:pt x="3557" y="1"/>
                  <a:pt x="3636" y="1"/>
                  <a:pt x="3715" y="1"/>
                </a:cubicBezTo>
                <a:cubicBezTo>
                  <a:pt x="3885" y="1"/>
                  <a:pt x="4735" y="1"/>
                  <a:pt x="4905" y="1"/>
                </a:cubicBezTo>
                <a:cubicBezTo>
                  <a:pt x="4923" y="1"/>
                  <a:pt x="4940" y="3"/>
                  <a:pt x="4958" y="3"/>
                </a:cubicBezTo>
                <a:cubicBezTo>
                  <a:pt x="4973" y="3"/>
                  <a:pt x="4979" y="9"/>
                  <a:pt x="4978" y="24"/>
                </a:cubicBezTo>
                <a:cubicBezTo>
                  <a:pt x="4977" y="34"/>
                  <a:pt x="4978" y="44"/>
                  <a:pt x="4978" y="54"/>
                </a:cubicBezTo>
                <a:cubicBezTo>
                  <a:pt x="4978" y="345"/>
                  <a:pt x="4978" y="1556"/>
                  <a:pt x="4978" y="1848"/>
                </a:cubicBezTo>
                <a:cubicBezTo>
                  <a:pt x="4977" y="1911"/>
                  <a:pt x="4998" y="1964"/>
                  <a:pt x="5045" y="2008"/>
                </a:cubicBezTo>
                <a:cubicBezTo>
                  <a:pt x="5093" y="2053"/>
                  <a:pt x="5183" y="2071"/>
                  <a:pt x="5243" y="2041"/>
                </a:cubicBezTo>
                <a:cubicBezTo>
                  <a:pt x="5269" y="2028"/>
                  <a:pt x="5295" y="2010"/>
                  <a:pt x="5317" y="1990"/>
                </a:cubicBezTo>
                <a:cubicBezTo>
                  <a:pt x="5418" y="1904"/>
                  <a:pt x="5530" y="1871"/>
                  <a:pt x="5660" y="1907"/>
                </a:cubicBezTo>
                <a:cubicBezTo>
                  <a:pt x="5760" y="1934"/>
                  <a:pt x="5835" y="1995"/>
                  <a:pt x="5883" y="2086"/>
                </a:cubicBezTo>
                <a:cubicBezTo>
                  <a:pt x="5926" y="2169"/>
                  <a:pt x="5936" y="2258"/>
                  <a:pt x="5910" y="2349"/>
                </a:cubicBezTo>
                <a:cubicBezTo>
                  <a:pt x="5886" y="2436"/>
                  <a:pt x="5836" y="2505"/>
                  <a:pt x="5761" y="2554"/>
                </a:cubicBezTo>
                <a:cubicBezTo>
                  <a:pt x="5671" y="2611"/>
                  <a:pt x="5574" y="2627"/>
                  <a:pt x="5470" y="2599"/>
                </a:cubicBezTo>
                <a:cubicBezTo>
                  <a:pt x="5403" y="2581"/>
                  <a:pt x="5349" y="2542"/>
                  <a:pt x="5298" y="2496"/>
                </a:cubicBezTo>
                <a:cubicBezTo>
                  <a:pt x="5240" y="2446"/>
                  <a:pt x="5172" y="2434"/>
                  <a:pt x="5100" y="2464"/>
                </a:cubicBezTo>
                <a:cubicBezTo>
                  <a:pt x="5019" y="2498"/>
                  <a:pt x="4979" y="2562"/>
                  <a:pt x="4978" y="2648"/>
                </a:cubicBezTo>
                <a:cubicBezTo>
                  <a:pt x="4977" y="2950"/>
                  <a:pt x="4978" y="4172"/>
                  <a:pt x="4978" y="4474"/>
                </a:cubicBezTo>
                <a:cubicBezTo>
                  <a:pt x="4978" y="4502"/>
                  <a:pt x="4978" y="4502"/>
                  <a:pt x="4950" y="4501"/>
                </a:cubicBezTo>
                <a:cubicBezTo>
                  <a:pt x="4651" y="4501"/>
                  <a:pt x="3672" y="4501"/>
                  <a:pt x="3372" y="4501"/>
                </a:cubicBezTo>
                <a:cubicBezTo>
                  <a:pt x="3344" y="4501"/>
                  <a:pt x="3318" y="4494"/>
                  <a:pt x="3299" y="4471"/>
                </a:cubicBezTo>
                <a:cubicBezTo>
                  <a:pt x="3272" y="4438"/>
                  <a:pt x="3274" y="4390"/>
                  <a:pt x="3304" y="4359"/>
                </a:cubicBezTo>
                <a:cubicBezTo>
                  <a:pt x="3360" y="4303"/>
                  <a:pt x="3401" y="4237"/>
                  <a:pt x="3423" y="4161"/>
                </a:cubicBezTo>
                <a:cubicBezTo>
                  <a:pt x="3445" y="4083"/>
                  <a:pt x="3449" y="4003"/>
                  <a:pt x="3430" y="3922"/>
                </a:cubicBezTo>
                <a:cubicBezTo>
                  <a:pt x="3408" y="3830"/>
                  <a:pt x="3364" y="3752"/>
                  <a:pt x="3297" y="3687"/>
                </a:cubicBezTo>
                <a:cubicBezTo>
                  <a:pt x="3233" y="3625"/>
                  <a:pt x="3157" y="3585"/>
                  <a:pt x="3069" y="3566"/>
                </a:cubicBezTo>
                <a:cubicBezTo>
                  <a:pt x="2988" y="3549"/>
                  <a:pt x="2908" y="3552"/>
                  <a:pt x="2829" y="3576"/>
                </a:cubicBezTo>
                <a:cubicBezTo>
                  <a:pt x="2737" y="3604"/>
                  <a:pt x="2661" y="3657"/>
                  <a:pt x="2602" y="3732"/>
                </a:cubicBezTo>
                <a:cubicBezTo>
                  <a:pt x="2518" y="3838"/>
                  <a:pt x="2484" y="3960"/>
                  <a:pt x="2504" y="4096"/>
                </a:cubicBezTo>
                <a:cubicBezTo>
                  <a:pt x="2519" y="4198"/>
                  <a:pt x="2564" y="4284"/>
                  <a:pt x="2635" y="4359"/>
                </a:cubicBezTo>
                <a:cubicBezTo>
                  <a:pt x="2661" y="4387"/>
                  <a:pt x="2667" y="4419"/>
                  <a:pt x="2652" y="4454"/>
                </a:cubicBezTo>
                <a:cubicBezTo>
                  <a:pt x="2637" y="4486"/>
                  <a:pt x="2609" y="4501"/>
                  <a:pt x="2575" y="4502"/>
                </a:cubicBezTo>
                <a:cubicBezTo>
                  <a:pt x="2378" y="4502"/>
                  <a:pt x="2180" y="4502"/>
                  <a:pt x="1983" y="4501"/>
                </a:cubicBezTo>
                <a:cubicBezTo>
                  <a:pt x="1878" y="4501"/>
                  <a:pt x="1092" y="4500"/>
                  <a:pt x="987" y="4501"/>
                </a:cubicBezTo>
                <a:cubicBezTo>
                  <a:pt x="967" y="4502"/>
                  <a:pt x="963" y="4495"/>
                  <a:pt x="963" y="4477"/>
                </a:cubicBezTo>
                <a:cubicBezTo>
                  <a:pt x="963" y="4175"/>
                  <a:pt x="963" y="2954"/>
                  <a:pt x="963" y="2653"/>
                </a:cubicBezTo>
                <a:cubicBezTo>
                  <a:pt x="963" y="2577"/>
                  <a:pt x="932" y="2517"/>
                  <a:pt x="869" y="2477"/>
                </a:cubicBezTo>
                <a:cubicBezTo>
                  <a:pt x="796" y="2432"/>
                  <a:pt x="701" y="2439"/>
                  <a:pt x="638" y="2499"/>
                </a:cubicBezTo>
                <a:cubicBezTo>
                  <a:pt x="559" y="2576"/>
                  <a:pt x="465" y="2618"/>
                  <a:pt x="354" y="2611"/>
                </a:cubicBezTo>
                <a:cubicBezTo>
                  <a:pt x="251" y="2604"/>
                  <a:pt x="165" y="2560"/>
                  <a:pt x="99" y="2480"/>
                </a:cubicBezTo>
                <a:cubicBezTo>
                  <a:pt x="20" y="2384"/>
                  <a:pt x="0" y="2273"/>
                  <a:pt x="31" y="2154"/>
                </a:cubicBezTo>
                <a:cubicBezTo>
                  <a:pt x="52" y="2075"/>
                  <a:pt x="98" y="2011"/>
                  <a:pt x="165" y="1962"/>
                </a:cubicBezTo>
                <a:cubicBezTo>
                  <a:pt x="233" y="1914"/>
                  <a:pt x="308" y="1890"/>
                  <a:pt x="390" y="1894"/>
                </a:cubicBezTo>
                <a:cubicBezTo>
                  <a:pt x="470" y="1897"/>
                  <a:pt x="543" y="1924"/>
                  <a:pt x="605" y="1977"/>
                </a:cubicBezTo>
                <a:cubicBezTo>
                  <a:pt x="639" y="2006"/>
                  <a:pt x="670" y="2038"/>
                  <a:pt x="715" y="2049"/>
                </a:cubicBezTo>
                <a:cubicBezTo>
                  <a:pt x="814" y="2075"/>
                  <a:pt x="912" y="2023"/>
                  <a:pt x="948" y="1933"/>
                </a:cubicBezTo>
                <a:cubicBezTo>
                  <a:pt x="960" y="1903"/>
                  <a:pt x="963" y="1872"/>
                  <a:pt x="963" y="1840"/>
                </a:cubicBezTo>
                <a:cubicBezTo>
                  <a:pt x="963" y="1696"/>
                  <a:pt x="963" y="632"/>
                  <a:pt x="963" y="488"/>
                </a:cubicBezTo>
                <a:cubicBezTo>
                  <a:pt x="963" y="488"/>
                  <a:pt x="963" y="488"/>
                  <a:pt x="963" y="488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A16A6FE-D4DD-4E54-A814-88446346296C}"/>
              </a:ext>
            </a:extLst>
          </p:cNvPr>
          <p:cNvSpPr txBox="1"/>
          <p:nvPr/>
        </p:nvSpPr>
        <p:spPr>
          <a:xfrm>
            <a:off x="8200574" y="2264686"/>
            <a:ext cx="3469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fr-CM" b="1" dirty="0" smtClean="0"/>
              <a:t>Continuité des soins</a:t>
            </a:r>
            <a:endParaRPr lang="en-US" sz="2800" b="1" dirty="0">
              <a:solidFill>
                <a:srgbClr val="FF0000"/>
              </a:solidFill>
              <a:latin typeface="Open Sans" panose="020B0606030504020204" pitchFamily="34" charset="0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EA01F6B5-4B20-4F9B-8EB3-C745E21D2A04}"/>
              </a:ext>
            </a:extLst>
          </p:cNvPr>
          <p:cNvSpPr>
            <a:spLocks/>
          </p:cNvSpPr>
          <p:nvPr/>
        </p:nvSpPr>
        <p:spPr bwMode="auto">
          <a:xfrm rot="5400000">
            <a:off x="1225496" y="2964630"/>
            <a:ext cx="1204017" cy="1639318"/>
          </a:xfrm>
          <a:custGeom>
            <a:avLst/>
            <a:gdLst>
              <a:gd name="T0" fmla="*/ 27 w 4016"/>
              <a:gd name="T1" fmla="*/ 5450 h 6400"/>
              <a:gd name="T2" fmla="*/ 0 w 4016"/>
              <a:gd name="T3" fmla="*/ 3596 h 6400"/>
              <a:gd name="T4" fmla="*/ 144 w 4016"/>
              <a:gd name="T5" fmla="*/ 3537 h 6400"/>
              <a:gd name="T6" fmla="*/ 704 w 4016"/>
              <a:gd name="T7" fmla="*/ 3612 h 6400"/>
              <a:gd name="T8" fmla="*/ 945 w 4016"/>
              <a:gd name="T9" fmla="*/ 3183 h 6400"/>
              <a:gd name="T10" fmla="*/ 404 w 4016"/>
              <a:gd name="T11" fmla="*/ 2734 h 6400"/>
              <a:gd name="T12" fmla="*/ 58 w 4016"/>
              <a:gd name="T13" fmla="*/ 2888 h 6400"/>
              <a:gd name="T14" fmla="*/ 0 w 4016"/>
              <a:gd name="T15" fmla="*/ 2254 h 6400"/>
              <a:gd name="T16" fmla="*/ 29 w 4016"/>
              <a:gd name="T17" fmla="*/ 951 h 6400"/>
              <a:gd name="T18" fmla="*/ 1702 w 4016"/>
              <a:gd name="T19" fmla="*/ 933 h 6400"/>
              <a:gd name="T20" fmla="*/ 1750 w 4016"/>
              <a:gd name="T21" fmla="*/ 615 h 6400"/>
              <a:gd name="T22" fmla="*/ 1932 w 4016"/>
              <a:gd name="T23" fmla="*/ 28 h 6400"/>
              <a:gd name="T24" fmla="*/ 2356 w 4016"/>
              <a:gd name="T25" fmla="*/ 455 h 6400"/>
              <a:gd name="T26" fmla="*/ 2348 w 4016"/>
              <a:gd name="T27" fmla="*/ 946 h 6400"/>
              <a:gd name="T28" fmla="*/ 3986 w 4016"/>
              <a:gd name="T29" fmla="*/ 952 h 6400"/>
              <a:gd name="T30" fmla="*/ 4016 w 4016"/>
              <a:gd name="T31" fmla="*/ 2797 h 6400"/>
              <a:gd name="T32" fmla="*/ 3880 w 4016"/>
              <a:gd name="T33" fmla="*/ 2869 h 6400"/>
              <a:gd name="T34" fmla="*/ 3419 w 4016"/>
              <a:gd name="T35" fmla="*/ 2746 h 6400"/>
              <a:gd name="T36" fmla="*/ 3083 w 4016"/>
              <a:gd name="T37" fmla="*/ 3097 h 6400"/>
              <a:gd name="T38" fmla="*/ 3307 w 4016"/>
              <a:gd name="T39" fmla="*/ 3609 h 6400"/>
              <a:gd name="T40" fmla="*/ 3774 w 4016"/>
              <a:gd name="T41" fmla="*/ 3612 h 6400"/>
              <a:gd name="T42" fmla="*/ 3951 w 4016"/>
              <a:gd name="T43" fmla="*/ 3512 h 6400"/>
              <a:gd name="T44" fmla="*/ 4016 w 4016"/>
              <a:gd name="T45" fmla="*/ 3608 h 6400"/>
              <a:gd name="T46" fmla="*/ 3986 w 4016"/>
              <a:gd name="T47" fmla="*/ 5449 h 6400"/>
              <a:gd name="T48" fmla="*/ 2326 w 4016"/>
              <a:gd name="T49" fmla="*/ 5462 h 6400"/>
              <a:gd name="T50" fmla="*/ 2241 w 4016"/>
              <a:gd name="T51" fmla="*/ 5758 h 6400"/>
              <a:gd name="T52" fmla="*/ 2357 w 4016"/>
              <a:gd name="T53" fmla="*/ 6121 h 6400"/>
              <a:gd name="T54" fmla="*/ 1976 w 4016"/>
              <a:gd name="T55" fmla="*/ 6392 h 6400"/>
              <a:gd name="T56" fmla="*/ 1663 w 4016"/>
              <a:gd name="T57" fmla="*/ 5937 h 6400"/>
              <a:gd name="T58" fmla="*/ 1775 w 4016"/>
              <a:gd name="T59" fmla="*/ 5529 h 6400"/>
              <a:gd name="T60" fmla="*/ 509 w 4016"/>
              <a:gd name="T61" fmla="*/ 5450 h 6400"/>
              <a:gd name="T62" fmla="*/ 493 w 4016"/>
              <a:gd name="T63" fmla="*/ 5450 h 6400"/>
              <a:gd name="connsiteX0" fmla="*/ 1228 w 10000"/>
              <a:gd name="connsiteY0" fmla="*/ 8491 h 9963"/>
              <a:gd name="connsiteX1" fmla="*/ 67 w 10000"/>
              <a:gd name="connsiteY1" fmla="*/ 8491 h 9963"/>
              <a:gd name="connsiteX2" fmla="*/ 0 w 10000"/>
              <a:gd name="connsiteY2" fmla="*/ 8447 h 9963"/>
              <a:gd name="connsiteX3" fmla="*/ 0 w 10000"/>
              <a:gd name="connsiteY3" fmla="*/ 5594 h 9963"/>
              <a:gd name="connsiteX4" fmla="*/ 132 w 10000"/>
              <a:gd name="connsiteY4" fmla="*/ 5467 h 9963"/>
              <a:gd name="connsiteX5" fmla="*/ 359 w 10000"/>
              <a:gd name="connsiteY5" fmla="*/ 5502 h 9963"/>
              <a:gd name="connsiteX6" fmla="*/ 1218 w 10000"/>
              <a:gd name="connsiteY6" fmla="*/ 5711 h 9963"/>
              <a:gd name="connsiteX7" fmla="*/ 1753 w 10000"/>
              <a:gd name="connsiteY7" fmla="*/ 5619 h 9963"/>
              <a:gd name="connsiteX8" fmla="*/ 2144 w 10000"/>
              <a:gd name="connsiteY8" fmla="*/ 5398 h 9963"/>
              <a:gd name="connsiteX9" fmla="*/ 2353 w 10000"/>
              <a:gd name="connsiteY9" fmla="*/ 4948 h 9963"/>
              <a:gd name="connsiteX10" fmla="*/ 2024 w 10000"/>
              <a:gd name="connsiteY10" fmla="*/ 4464 h 9963"/>
              <a:gd name="connsiteX11" fmla="*/ 1006 w 10000"/>
              <a:gd name="connsiteY11" fmla="*/ 4247 h 9963"/>
              <a:gd name="connsiteX12" fmla="*/ 356 w 10000"/>
              <a:gd name="connsiteY12" fmla="*/ 4452 h 9963"/>
              <a:gd name="connsiteX13" fmla="*/ 144 w 10000"/>
              <a:gd name="connsiteY13" fmla="*/ 4488 h 9963"/>
              <a:gd name="connsiteX14" fmla="*/ 0 w 10000"/>
              <a:gd name="connsiteY14" fmla="*/ 4363 h 9963"/>
              <a:gd name="connsiteX15" fmla="*/ 0 w 10000"/>
              <a:gd name="connsiteY15" fmla="*/ 3497 h 9963"/>
              <a:gd name="connsiteX16" fmla="*/ 0 w 10000"/>
              <a:gd name="connsiteY16" fmla="*/ 1506 h 9963"/>
              <a:gd name="connsiteX17" fmla="*/ 72 w 10000"/>
              <a:gd name="connsiteY17" fmla="*/ 1461 h 9963"/>
              <a:gd name="connsiteX18" fmla="*/ 3992 w 10000"/>
              <a:gd name="connsiteY18" fmla="*/ 1461 h 9963"/>
              <a:gd name="connsiteX19" fmla="*/ 4238 w 10000"/>
              <a:gd name="connsiteY19" fmla="*/ 1433 h 9963"/>
              <a:gd name="connsiteX20" fmla="*/ 4487 w 10000"/>
              <a:gd name="connsiteY20" fmla="*/ 1072 h 9963"/>
              <a:gd name="connsiteX21" fmla="*/ 4358 w 10000"/>
              <a:gd name="connsiteY21" fmla="*/ 936 h 9963"/>
              <a:gd name="connsiteX22" fmla="*/ 4151 w 10000"/>
              <a:gd name="connsiteY22" fmla="*/ 380 h 9963"/>
              <a:gd name="connsiteX23" fmla="*/ 4811 w 10000"/>
              <a:gd name="connsiteY23" fmla="*/ 19 h 9963"/>
              <a:gd name="connsiteX24" fmla="*/ 5642 w 10000"/>
              <a:gd name="connsiteY24" fmla="*/ 158 h 9963"/>
              <a:gd name="connsiteX25" fmla="*/ 5867 w 10000"/>
              <a:gd name="connsiteY25" fmla="*/ 686 h 9963"/>
              <a:gd name="connsiteX26" fmla="*/ 5625 w 10000"/>
              <a:gd name="connsiteY26" fmla="*/ 950 h 9963"/>
              <a:gd name="connsiteX27" fmla="*/ 5847 w 10000"/>
              <a:gd name="connsiteY27" fmla="*/ 1453 h 9963"/>
              <a:gd name="connsiteX28" fmla="*/ 6011 w 10000"/>
              <a:gd name="connsiteY28" fmla="*/ 1461 h 9963"/>
              <a:gd name="connsiteX29" fmla="*/ 9925 w 10000"/>
              <a:gd name="connsiteY29" fmla="*/ 1463 h 9963"/>
              <a:gd name="connsiteX30" fmla="*/ 10000 w 10000"/>
              <a:gd name="connsiteY30" fmla="*/ 1511 h 9963"/>
              <a:gd name="connsiteX31" fmla="*/ 10000 w 10000"/>
              <a:gd name="connsiteY31" fmla="*/ 4345 h 9963"/>
              <a:gd name="connsiteX32" fmla="*/ 9858 w 10000"/>
              <a:gd name="connsiteY32" fmla="*/ 4486 h 9963"/>
              <a:gd name="connsiteX33" fmla="*/ 9661 w 10000"/>
              <a:gd name="connsiteY33" fmla="*/ 4458 h 9963"/>
              <a:gd name="connsiteX34" fmla="*/ 9203 w 10000"/>
              <a:gd name="connsiteY34" fmla="*/ 4278 h 9963"/>
              <a:gd name="connsiteX35" fmla="*/ 8513 w 10000"/>
              <a:gd name="connsiteY35" fmla="*/ 4266 h 9963"/>
              <a:gd name="connsiteX36" fmla="*/ 7968 w 10000"/>
              <a:gd name="connsiteY36" fmla="*/ 4470 h 9963"/>
              <a:gd name="connsiteX37" fmla="*/ 7677 w 10000"/>
              <a:gd name="connsiteY37" fmla="*/ 4814 h 9963"/>
              <a:gd name="connsiteX38" fmla="*/ 7709 w 10000"/>
              <a:gd name="connsiteY38" fmla="*/ 5211 h 9963"/>
              <a:gd name="connsiteX39" fmla="*/ 8235 w 10000"/>
              <a:gd name="connsiteY39" fmla="*/ 5614 h 9963"/>
              <a:gd name="connsiteX40" fmla="*/ 8847 w 10000"/>
              <a:gd name="connsiteY40" fmla="*/ 5713 h 9963"/>
              <a:gd name="connsiteX41" fmla="*/ 9397 w 10000"/>
              <a:gd name="connsiteY41" fmla="*/ 5619 h 9963"/>
              <a:gd name="connsiteX42" fmla="*/ 9651 w 10000"/>
              <a:gd name="connsiteY42" fmla="*/ 5497 h 9963"/>
              <a:gd name="connsiteX43" fmla="*/ 9838 w 10000"/>
              <a:gd name="connsiteY43" fmla="*/ 5463 h 9963"/>
              <a:gd name="connsiteX44" fmla="*/ 9995 w 10000"/>
              <a:gd name="connsiteY44" fmla="*/ 5563 h 9963"/>
              <a:gd name="connsiteX45" fmla="*/ 10000 w 10000"/>
              <a:gd name="connsiteY45" fmla="*/ 5613 h 9963"/>
              <a:gd name="connsiteX46" fmla="*/ 10000 w 10000"/>
              <a:gd name="connsiteY46" fmla="*/ 8444 h 9963"/>
              <a:gd name="connsiteX47" fmla="*/ 9925 w 10000"/>
              <a:gd name="connsiteY47" fmla="*/ 8489 h 9963"/>
              <a:gd name="connsiteX48" fmla="*/ 6046 w 10000"/>
              <a:gd name="connsiteY48" fmla="*/ 8488 h 9963"/>
              <a:gd name="connsiteX49" fmla="*/ 5792 w 10000"/>
              <a:gd name="connsiteY49" fmla="*/ 8509 h 9963"/>
              <a:gd name="connsiteX50" fmla="*/ 5498 w 10000"/>
              <a:gd name="connsiteY50" fmla="*/ 8747 h 9963"/>
              <a:gd name="connsiteX51" fmla="*/ 5580 w 10000"/>
              <a:gd name="connsiteY51" fmla="*/ 8972 h 9963"/>
              <a:gd name="connsiteX52" fmla="*/ 5695 w 10000"/>
              <a:gd name="connsiteY52" fmla="*/ 9052 h 9963"/>
              <a:gd name="connsiteX53" fmla="*/ 5869 w 10000"/>
              <a:gd name="connsiteY53" fmla="*/ 9539 h 9963"/>
              <a:gd name="connsiteX54" fmla="*/ 4920 w 10000"/>
              <a:gd name="connsiteY54" fmla="*/ 9963 h 9963"/>
              <a:gd name="connsiteX55" fmla="*/ 4303 w 10000"/>
              <a:gd name="connsiteY55" fmla="*/ 9758 h 9963"/>
              <a:gd name="connsiteX56" fmla="*/ 4141 w 10000"/>
              <a:gd name="connsiteY56" fmla="*/ 9252 h 9963"/>
              <a:gd name="connsiteX57" fmla="*/ 4370 w 10000"/>
              <a:gd name="connsiteY57" fmla="*/ 9005 h 9963"/>
              <a:gd name="connsiteX58" fmla="*/ 4420 w 10000"/>
              <a:gd name="connsiteY58" fmla="*/ 8614 h 9963"/>
              <a:gd name="connsiteX59" fmla="*/ 4071 w 10000"/>
              <a:gd name="connsiteY59" fmla="*/ 8492 h 9963"/>
              <a:gd name="connsiteX60" fmla="*/ 1267 w 10000"/>
              <a:gd name="connsiteY60" fmla="*/ 8491 h 9963"/>
              <a:gd name="connsiteX61" fmla="*/ 1228 w 10000"/>
              <a:gd name="connsiteY61" fmla="*/ 8491 h 9963"/>
              <a:gd name="connsiteX62" fmla="*/ 1228 w 10000"/>
              <a:gd name="connsiteY62" fmla="*/ 8491 h 9963"/>
              <a:gd name="connsiteX0" fmla="*/ 1228 w 10000"/>
              <a:gd name="connsiteY0" fmla="*/ 8523 h 9803"/>
              <a:gd name="connsiteX1" fmla="*/ 67 w 10000"/>
              <a:gd name="connsiteY1" fmla="*/ 8523 h 9803"/>
              <a:gd name="connsiteX2" fmla="*/ 0 w 10000"/>
              <a:gd name="connsiteY2" fmla="*/ 8478 h 9803"/>
              <a:gd name="connsiteX3" fmla="*/ 0 w 10000"/>
              <a:gd name="connsiteY3" fmla="*/ 5615 h 9803"/>
              <a:gd name="connsiteX4" fmla="*/ 132 w 10000"/>
              <a:gd name="connsiteY4" fmla="*/ 5487 h 9803"/>
              <a:gd name="connsiteX5" fmla="*/ 359 w 10000"/>
              <a:gd name="connsiteY5" fmla="*/ 5522 h 9803"/>
              <a:gd name="connsiteX6" fmla="*/ 1218 w 10000"/>
              <a:gd name="connsiteY6" fmla="*/ 5732 h 9803"/>
              <a:gd name="connsiteX7" fmla="*/ 1753 w 10000"/>
              <a:gd name="connsiteY7" fmla="*/ 5640 h 9803"/>
              <a:gd name="connsiteX8" fmla="*/ 2144 w 10000"/>
              <a:gd name="connsiteY8" fmla="*/ 5418 h 9803"/>
              <a:gd name="connsiteX9" fmla="*/ 2353 w 10000"/>
              <a:gd name="connsiteY9" fmla="*/ 4966 h 9803"/>
              <a:gd name="connsiteX10" fmla="*/ 2024 w 10000"/>
              <a:gd name="connsiteY10" fmla="*/ 4481 h 9803"/>
              <a:gd name="connsiteX11" fmla="*/ 1006 w 10000"/>
              <a:gd name="connsiteY11" fmla="*/ 4263 h 9803"/>
              <a:gd name="connsiteX12" fmla="*/ 356 w 10000"/>
              <a:gd name="connsiteY12" fmla="*/ 4469 h 9803"/>
              <a:gd name="connsiteX13" fmla="*/ 144 w 10000"/>
              <a:gd name="connsiteY13" fmla="*/ 4505 h 9803"/>
              <a:gd name="connsiteX14" fmla="*/ 0 w 10000"/>
              <a:gd name="connsiteY14" fmla="*/ 4379 h 9803"/>
              <a:gd name="connsiteX15" fmla="*/ 0 w 10000"/>
              <a:gd name="connsiteY15" fmla="*/ 3510 h 9803"/>
              <a:gd name="connsiteX16" fmla="*/ 0 w 10000"/>
              <a:gd name="connsiteY16" fmla="*/ 1512 h 9803"/>
              <a:gd name="connsiteX17" fmla="*/ 72 w 10000"/>
              <a:gd name="connsiteY17" fmla="*/ 1466 h 9803"/>
              <a:gd name="connsiteX18" fmla="*/ 3992 w 10000"/>
              <a:gd name="connsiteY18" fmla="*/ 1466 h 9803"/>
              <a:gd name="connsiteX19" fmla="*/ 4238 w 10000"/>
              <a:gd name="connsiteY19" fmla="*/ 1438 h 9803"/>
              <a:gd name="connsiteX20" fmla="*/ 4487 w 10000"/>
              <a:gd name="connsiteY20" fmla="*/ 1076 h 9803"/>
              <a:gd name="connsiteX21" fmla="*/ 4358 w 10000"/>
              <a:gd name="connsiteY21" fmla="*/ 939 h 9803"/>
              <a:gd name="connsiteX22" fmla="*/ 4151 w 10000"/>
              <a:gd name="connsiteY22" fmla="*/ 381 h 9803"/>
              <a:gd name="connsiteX23" fmla="*/ 4811 w 10000"/>
              <a:gd name="connsiteY23" fmla="*/ 19 h 9803"/>
              <a:gd name="connsiteX24" fmla="*/ 5642 w 10000"/>
              <a:gd name="connsiteY24" fmla="*/ 159 h 9803"/>
              <a:gd name="connsiteX25" fmla="*/ 5867 w 10000"/>
              <a:gd name="connsiteY25" fmla="*/ 689 h 9803"/>
              <a:gd name="connsiteX26" fmla="*/ 5625 w 10000"/>
              <a:gd name="connsiteY26" fmla="*/ 954 h 9803"/>
              <a:gd name="connsiteX27" fmla="*/ 5847 w 10000"/>
              <a:gd name="connsiteY27" fmla="*/ 1458 h 9803"/>
              <a:gd name="connsiteX28" fmla="*/ 6011 w 10000"/>
              <a:gd name="connsiteY28" fmla="*/ 1466 h 9803"/>
              <a:gd name="connsiteX29" fmla="*/ 9925 w 10000"/>
              <a:gd name="connsiteY29" fmla="*/ 1468 h 9803"/>
              <a:gd name="connsiteX30" fmla="*/ 10000 w 10000"/>
              <a:gd name="connsiteY30" fmla="*/ 1517 h 9803"/>
              <a:gd name="connsiteX31" fmla="*/ 10000 w 10000"/>
              <a:gd name="connsiteY31" fmla="*/ 4361 h 9803"/>
              <a:gd name="connsiteX32" fmla="*/ 9858 w 10000"/>
              <a:gd name="connsiteY32" fmla="*/ 4503 h 9803"/>
              <a:gd name="connsiteX33" fmla="*/ 9661 w 10000"/>
              <a:gd name="connsiteY33" fmla="*/ 4475 h 9803"/>
              <a:gd name="connsiteX34" fmla="*/ 9203 w 10000"/>
              <a:gd name="connsiteY34" fmla="*/ 4294 h 9803"/>
              <a:gd name="connsiteX35" fmla="*/ 8513 w 10000"/>
              <a:gd name="connsiteY35" fmla="*/ 4282 h 9803"/>
              <a:gd name="connsiteX36" fmla="*/ 7968 w 10000"/>
              <a:gd name="connsiteY36" fmla="*/ 4487 h 9803"/>
              <a:gd name="connsiteX37" fmla="*/ 7677 w 10000"/>
              <a:gd name="connsiteY37" fmla="*/ 4832 h 9803"/>
              <a:gd name="connsiteX38" fmla="*/ 7709 w 10000"/>
              <a:gd name="connsiteY38" fmla="*/ 5230 h 9803"/>
              <a:gd name="connsiteX39" fmla="*/ 8235 w 10000"/>
              <a:gd name="connsiteY39" fmla="*/ 5635 h 9803"/>
              <a:gd name="connsiteX40" fmla="*/ 8847 w 10000"/>
              <a:gd name="connsiteY40" fmla="*/ 5734 h 9803"/>
              <a:gd name="connsiteX41" fmla="*/ 9397 w 10000"/>
              <a:gd name="connsiteY41" fmla="*/ 5640 h 9803"/>
              <a:gd name="connsiteX42" fmla="*/ 9651 w 10000"/>
              <a:gd name="connsiteY42" fmla="*/ 5517 h 9803"/>
              <a:gd name="connsiteX43" fmla="*/ 9838 w 10000"/>
              <a:gd name="connsiteY43" fmla="*/ 5483 h 9803"/>
              <a:gd name="connsiteX44" fmla="*/ 9995 w 10000"/>
              <a:gd name="connsiteY44" fmla="*/ 5584 h 9803"/>
              <a:gd name="connsiteX45" fmla="*/ 10000 w 10000"/>
              <a:gd name="connsiteY45" fmla="*/ 5634 h 9803"/>
              <a:gd name="connsiteX46" fmla="*/ 10000 w 10000"/>
              <a:gd name="connsiteY46" fmla="*/ 8475 h 9803"/>
              <a:gd name="connsiteX47" fmla="*/ 9925 w 10000"/>
              <a:gd name="connsiteY47" fmla="*/ 8521 h 9803"/>
              <a:gd name="connsiteX48" fmla="*/ 6046 w 10000"/>
              <a:gd name="connsiteY48" fmla="*/ 8520 h 9803"/>
              <a:gd name="connsiteX49" fmla="*/ 5792 w 10000"/>
              <a:gd name="connsiteY49" fmla="*/ 8541 h 9803"/>
              <a:gd name="connsiteX50" fmla="*/ 5498 w 10000"/>
              <a:gd name="connsiteY50" fmla="*/ 8779 h 9803"/>
              <a:gd name="connsiteX51" fmla="*/ 5580 w 10000"/>
              <a:gd name="connsiteY51" fmla="*/ 9005 h 9803"/>
              <a:gd name="connsiteX52" fmla="*/ 5695 w 10000"/>
              <a:gd name="connsiteY52" fmla="*/ 9086 h 9803"/>
              <a:gd name="connsiteX53" fmla="*/ 5869 w 10000"/>
              <a:gd name="connsiteY53" fmla="*/ 9574 h 9803"/>
              <a:gd name="connsiteX54" fmla="*/ 4303 w 10000"/>
              <a:gd name="connsiteY54" fmla="*/ 9794 h 9803"/>
              <a:gd name="connsiteX55" fmla="*/ 4141 w 10000"/>
              <a:gd name="connsiteY55" fmla="*/ 9286 h 9803"/>
              <a:gd name="connsiteX56" fmla="*/ 4370 w 10000"/>
              <a:gd name="connsiteY56" fmla="*/ 9038 h 9803"/>
              <a:gd name="connsiteX57" fmla="*/ 4420 w 10000"/>
              <a:gd name="connsiteY57" fmla="*/ 8646 h 9803"/>
              <a:gd name="connsiteX58" fmla="*/ 4071 w 10000"/>
              <a:gd name="connsiteY58" fmla="*/ 8524 h 9803"/>
              <a:gd name="connsiteX59" fmla="*/ 1267 w 10000"/>
              <a:gd name="connsiteY59" fmla="*/ 8523 h 9803"/>
              <a:gd name="connsiteX60" fmla="*/ 1228 w 10000"/>
              <a:gd name="connsiteY60" fmla="*/ 8523 h 9803"/>
              <a:gd name="connsiteX61" fmla="*/ 1228 w 10000"/>
              <a:gd name="connsiteY61" fmla="*/ 8523 h 9803"/>
              <a:gd name="connsiteX0" fmla="*/ 1228 w 10000"/>
              <a:gd name="connsiteY0" fmla="*/ 8694 h 9769"/>
              <a:gd name="connsiteX1" fmla="*/ 67 w 10000"/>
              <a:gd name="connsiteY1" fmla="*/ 8694 h 9769"/>
              <a:gd name="connsiteX2" fmla="*/ 0 w 10000"/>
              <a:gd name="connsiteY2" fmla="*/ 8648 h 9769"/>
              <a:gd name="connsiteX3" fmla="*/ 0 w 10000"/>
              <a:gd name="connsiteY3" fmla="*/ 5728 h 9769"/>
              <a:gd name="connsiteX4" fmla="*/ 132 w 10000"/>
              <a:gd name="connsiteY4" fmla="*/ 5597 h 9769"/>
              <a:gd name="connsiteX5" fmla="*/ 359 w 10000"/>
              <a:gd name="connsiteY5" fmla="*/ 5633 h 9769"/>
              <a:gd name="connsiteX6" fmla="*/ 1218 w 10000"/>
              <a:gd name="connsiteY6" fmla="*/ 5847 h 9769"/>
              <a:gd name="connsiteX7" fmla="*/ 1753 w 10000"/>
              <a:gd name="connsiteY7" fmla="*/ 5753 h 9769"/>
              <a:gd name="connsiteX8" fmla="*/ 2144 w 10000"/>
              <a:gd name="connsiteY8" fmla="*/ 5527 h 9769"/>
              <a:gd name="connsiteX9" fmla="*/ 2353 w 10000"/>
              <a:gd name="connsiteY9" fmla="*/ 5066 h 9769"/>
              <a:gd name="connsiteX10" fmla="*/ 2024 w 10000"/>
              <a:gd name="connsiteY10" fmla="*/ 4571 h 9769"/>
              <a:gd name="connsiteX11" fmla="*/ 1006 w 10000"/>
              <a:gd name="connsiteY11" fmla="*/ 4349 h 9769"/>
              <a:gd name="connsiteX12" fmla="*/ 356 w 10000"/>
              <a:gd name="connsiteY12" fmla="*/ 4559 h 9769"/>
              <a:gd name="connsiteX13" fmla="*/ 144 w 10000"/>
              <a:gd name="connsiteY13" fmla="*/ 4596 h 9769"/>
              <a:gd name="connsiteX14" fmla="*/ 0 w 10000"/>
              <a:gd name="connsiteY14" fmla="*/ 4467 h 9769"/>
              <a:gd name="connsiteX15" fmla="*/ 0 w 10000"/>
              <a:gd name="connsiteY15" fmla="*/ 3581 h 9769"/>
              <a:gd name="connsiteX16" fmla="*/ 0 w 10000"/>
              <a:gd name="connsiteY16" fmla="*/ 1542 h 9769"/>
              <a:gd name="connsiteX17" fmla="*/ 72 w 10000"/>
              <a:gd name="connsiteY17" fmla="*/ 1495 h 9769"/>
              <a:gd name="connsiteX18" fmla="*/ 3992 w 10000"/>
              <a:gd name="connsiteY18" fmla="*/ 1495 h 9769"/>
              <a:gd name="connsiteX19" fmla="*/ 4238 w 10000"/>
              <a:gd name="connsiteY19" fmla="*/ 1467 h 9769"/>
              <a:gd name="connsiteX20" fmla="*/ 4487 w 10000"/>
              <a:gd name="connsiteY20" fmla="*/ 1098 h 9769"/>
              <a:gd name="connsiteX21" fmla="*/ 4358 w 10000"/>
              <a:gd name="connsiteY21" fmla="*/ 958 h 9769"/>
              <a:gd name="connsiteX22" fmla="*/ 4151 w 10000"/>
              <a:gd name="connsiteY22" fmla="*/ 389 h 9769"/>
              <a:gd name="connsiteX23" fmla="*/ 4811 w 10000"/>
              <a:gd name="connsiteY23" fmla="*/ 19 h 9769"/>
              <a:gd name="connsiteX24" fmla="*/ 5642 w 10000"/>
              <a:gd name="connsiteY24" fmla="*/ 162 h 9769"/>
              <a:gd name="connsiteX25" fmla="*/ 5867 w 10000"/>
              <a:gd name="connsiteY25" fmla="*/ 703 h 9769"/>
              <a:gd name="connsiteX26" fmla="*/ 5625 w 10000"/>
              <a:gd name="connsiteY26" fmla="*/ 973 h 9769"/>
              <a:gd name="connsiteX27" fmla="*/ 5847 w 10000"/>
              <a:gd name="connsiteY27" fmla="*/ 1487 h 9769"/>
              <a:gd name="connsiteX28" fmla="*/ 6011 w 10000"/>
              <a:gd name="connsiteY28" fmla="*/ 1495 h 9769"/>
              <a:gd name="connsiteX29" fmla="*/ 9925 w 10000"/>
              <a:gd name="connsiteY29" fmla="*/ 1498 h 9769"/>
              <a:gd name="connsiteX30" fmla="*/ 10000 w 10000"/>
              <a:gd name="connsiteY30" fmla="*/ 1547 h 9769"/>
              <a:gd name="connsiteX31" fmla="*/ 10000 w 10000"/>
              <a:gd name="connsiteY31" fmla="*/ 4449 h 9769"/>
              <a:gd name="connsiteX32" fmla="*/ 9858 w 10000"/>
              <a:gd name="connsiteY32" fmla="*/ 4593 h 9769"/>
              <a:gd name="connsiteX33" fmla="*/ 9661 w 10000"/>
              <a:gd name="connsiteY33" fmla="*/ 4565 h 9769"/>
              <a:gd name="connsiteX34" fmla="*/ 9203 w 10000"/>
              <a:gd name="connsiteY34" fmla="*/ 4380 h 9769"/>
              <a:gd name="connsiteX35" fmla="*/ 8513 w 10000"/>
              <a:gd name="connsiteY35" fmla="*/ 4368 h 9769"/>
              <a:gd name="connsiteX36" fmla="*/ 7968 w 10000"/>
              <a:gd name="connsiteY36" fmla="*/ 4577 h 9769"/>
              <a:gd name="connsiteX37" fmla="*/ 7677 w 10000"/>
              <a:gd name="connsiteY37" fmla="*/ 4929 h 9769"/>
              <a:gd name="connsiteX38" fmla="*/ 7709 w 10000"/>
              <a:gd name="connsiteY38" fmla="*/ 5335 h 9769"/>
              <a:gd name="connsiteX39" fmla="*/ 8235 w 10000"/>
              <a:gd name="connsiteY39" fmla="*/ 5748 h 9769"/>
              <a:gd name="connsiteX40" fmla="*/ 8847 w 10000"/>
              <a:gd name="connsiteY40" fmla="*/ 5849 h 9769"/>
              <a:gd name="connsiteX41" fmla="*/ 9397 w 10000"/>
              <a:gd name="connsiteY41" fmla="*/ 5753 h 9769"/>
              <a:gd name="connsiteX42" fmla="*/ 9651 w 10000"/>
              <a:gd name="connsiteY42" fmla="*/ 5628 h 9769"/>
              <a:gd name="connsiteX43" fmla="*/ 9838 w 10000"/>
              <a:gd name="connsiteY43" fmla="*/ 5593 h 9769"/>
              <a:gd name="connsiteX44" fmla="*/ 9995 w 10000"/>
              <a:gd name="connsiteY44" fmla="*/ 5696 h 9769"/>
              <a:gd name="connsiteX45" fmla="*/ 10000 w 10000"/>
              <a:gd name="connsiteY45" fmla="*/ 5747 h 9769"/>
              <a:gd name="connsiteX46" fmla="*/ 10000 w 10000"/>
              <a:gd name="connsiteY46" fmla="*/ 8645 h 9769"/>
              <a:gd name="connsiteX47" fmla="*/ 9925 w 10000"/>
              <a:gd name="connsiteY47" fmla="*/ 8692 h 9769"/>
              <a:gd name="connsiteX48" fmla="*/ 6046 w 10000"/>
              <a:gd name="connsiteY48" fmla="*/ 8691 h 9769"/>
              <a:gd name="connsiteX49" fmla="*/ 5792 w 10000"/>
              <a:gd name="connsiteY49" fmla="*/ 8713 h 9769"/>
              <a:gd name="connsiteX50" fmla="*/ 5498 w 10000"/>
              <a:gd name="connsiteY50" fmla="*/ 8955 h 9769"/>
              <a:gd name="connsiteX51" fmla="*/ 5580 w 10000"/>
              <a:gd name="connsiteY51" fmla="*/ 9186 h 9769"/>
              <a:gd name="connsiteX52" fmla="*/ 5695 w 10000"/>
              <a:gd name="connsiteY52" fmla="*/ 9269 h 9769"/>
              <a:gd name="connsiteX53" fmla="*/ 5869 w 10000"/>
              <a:gd name="connsiteY53" fmla="*/ 9766 h 9769"/>
              <a:gd name="connsiteX54" fmla="*/ 4141 w 10000"/>
              <a:gd name="connsiteY54" fmla="*/ 9473 h 9769"/>
              <a:gd name="connsiteX55" fmla="*/ 4370 w 10000"/>
              <a:gd name="connsiteY55" fmla="*/ 9220 h 9769"/>
              <a:gd name="connsiteX56" fmla="*/ 4420 w 10000"/>
              <a:gd name="connsiteY56" fmla="*/ 8820 h 9769"/>
              <a:gd name="connsiteX57" fmla="*/ 4071 w 10000"/>
              <a:gd name="connsiteY57" fmla="*/ 8695 h 9769"/>
              <a:gd name="connsiteX58" fmla="*/ 1267 w 10000"/>
              <a:gd name="connsiteY58" fmla="*/ 8694 h 9769"/>
              <a:gd name="connsiteX59" fmla="*/ 1228 w 10000"/>
              <a:gd name="connsiteY59" fmla="*/ 8694 h 9769"/>
              <a:gd name="connsiteX60" fmla="*/ 1228 w 10000"/>
              <a:gd name="connsiteY60" fmla="*/ 8694 h 9769"/>
              <a:gd name="connsiteX0" fmla="*/ 1228 w 10000"/>
              <a:gd name="connsiteY0" fmla="*/ 8900 h 9997"/>
              <a:gd name="connsiteX1" fmla="*/ 67 w 10000"/>
              <a:gd name="connsiteY1" fmla="*/ 8900 h 9997"/>
              <a:gd name="connsiteX2" fmla="*/ 0 w 10000"/>
              <a:gd name="connsiteY2" fmla="*/ 8852 h 9997"/>
              <a:gd name="connsiteX3" fmla="*/ 0 w 10000"/>
              <a:gd name="connsiteY3" fmla="*/ 5863 h 9997"/>
              <a:gd name="connsiteX4" fmla="*/ 132 w 10000"/>
              <a:gd name="connsiteY4" fmla="*/ 5729 h 9997"/>
              <a:gd name="connsiteX5" fmla="*/ 359 w 10000"/>
              <a:gd name="connsiteY5" fmla="*/ 5766 h 9997"/>
              <a:gd name="connsiteX6" fmla="*/ 1218 w 10000"/>
              <a:gd name="connsiteY6" fmla="*/ 5985 h 9997"/>
              <a:gd name="connsiteX7" fmla="*/ 1753 w 10000"/>
              <a:gd name="connsiteY7" fmla="*/ 5889 h 9997"/>
              <a:gd name="connsiteX8" fmla="*/ 2144 w 10000"/>
              <a:gd name="connsiteY8" fmla="*/ 5658 h 9997"/>
              <a:gd name="connsiteX9" fmla="*/ 2353 w 10000"/>
              <a:gd name="connsiteY9" fmla="*/ 5186 h 9997"/>
              <a:gd name="connsiteX10" fmla="*/ 2024 w 10000"/>
              <a:gd name="connsiteY10" fmla="*/ 4679 h 9997"/>
              <a:gd name="connsiteX11" fmla="*/ 1006 w 10000"/>
              <a:gd name="connsiteY11" fmla="*/ 4452 h 9997"/>
              <a:gd name="connsiteX12" fmla="*/ 356 w 10000"/>
              <a:gd name="connsiteY12" fmla="*/ 4667 h 9997"/>
              <a:gd name="connsiteX13" fmla="*/ 144 w 10000"/>
              <a:gd name="connsiteY13" fmla="*/ 4705 h 9997"/>
              <a:gd name="connsiteX14" fmla="*/ 0 w 10000"/>
              <a:gd name="connsiteY14" fmla="*/ 4573 h 9997"/>
              <a:gd name="connsiteX15" fmla="*/ 0 w 10000"/>
              <a:gd name="connsiteY15" fmla="*/ 3666 h 9997"/>
              <a:gd name="connsiteX16" fmla="*/ 0 w 10000"/>
              <a:gd name="connsiteY16" fmla="*/ 1578 h 9997"/>
              <a:gd name="connsiteX17" fmla="*/ 72 w 10000"/>
              <a:gd name="connsiteY17" fmla="*/ 1530 h 9997"/>
              <a:gd name="connsiteX18" fmla="*/ 3992 w 10000"/>
              <a:gd name="connsiteY18" fmla="*/ 1530 h 9997"/>
              <a:gd name="connsiteX19" fmla="*/ 4238 w 10000"/>
              <a:gd name="connsiteY19" fmla="*/ 1502 h 9997"/>
              <a:gd name="connsiteX20" fmla="*/ 4487 w 10000"/>
              <a:gd name="connsiteY20" fmla="*/ 1124 h 9997"/>
              <a:gd name="connsiteX21" fmla="*/ 4358 w 10000"/>
              <a:gd name="connsiteY21" fmla="*/ 981 h 9997"/>
              <a:gd name="connsiteX22" fmla="*/ 4151 w 10000"/>
              <a:gd name="connsiteY22" fmla="*/ 398 h 9997"/>
              <a:gd name="connsiteX23" fmla="*/ 4811 w 10000"/>
              <a:gd name="connsiteY23" fmla="*/ 19 h 9997"/>
              <a:gd name="connsiteX24" fmla="*/ 5642 w 10000"/>
              <a:gd name="connsiteY24" fmla="*/ 166 h 9997"/>
              <a:gd name="connsiteX25" fmla="*/ 5867 w 10000"/>
              <a:gd name="connsiteY25" fmla="*/ 720 h 9997"/>
              <a:gd name="connsiteX26" fmla="*/ 5625 w 10000"/>
              <a:gd name="connsiteY26" fmla="*/ 996 h 9997"/>
              <a:gd name="connsiteX27" fmla="*/ 5847 w 10000"/>
              <a:gd name="connsiteY27" fmla="*/ 1522 h 9997"/>
              <a:gd name="connsiteX28" fmla="*/ 6011 w 10000"/>
              <a:gd name="connsiteY28" fmla="*/ 1530 h 9997"/>
              <a:gd name="connsiteX29" fmla="*/ 9925 w 10000"/>
              <a:gd name="connsiteY29" fmla="*/ 1533 h 9997"/>
              <a:gd name="connsiteX30" fmla="*/ 10000 w 10000"/>
              <a:gd name="connsiteY30" fmla="*/ 1584 h 9997"/>
              <a:gd name="connsiteX31" fmla="*/ 10000 w 10000"/>
              <a:gd name="connsiteY31" fmla="*/ 4554 h 9997"/>
              <a:gd name="connsiteX32" fmla="*/ 9858 w 10000"/>
              <a:gd name="connsiteY32" fmla="*/ 4702 h 9997"/>
              <a:gd name="connsiteX33" fmla="*/ 9661 w 10000"/>
              <a:gd name="connsiteY33" fmla="*/ 4673 h 9997"/>
              <a:gd name="connsiteX34" fmla="*/ 9203 w 10000"/>
              <a:gd name="connsiteY34" fmla="*/ 4484 h 9997"/>
              <a:gd name="connsiteX35" fmla="*/ 8513 w 10000"/>
              <a:gd name="connsiteY35" fmla="*/ 4471 h 9997"/>
              <a:gd name="connsiteX36" fmla="*/ 7968 w 10000"/>
              <a:gd name="connsiteY36" fmla="*/ 4685 h 9997"/>
              <a:gd name="connsiteX37" fmla="*/ 7677 w 10000"/>
              <a:gd name="connsiteY37" fmla="*/ 5046 h 9997"/>
              <a:gd name="connsiteX38" fmla="*/ 7709 w 10000"/>
              <a:gd name="connsiteY38" fmla="*/ 5461 h 9997"/>
              <a:gd name="connsiteX39" fmla="*/ 8235 w 10000"/>
              <a:gd name="connsiteY39" fmla="*/ 5884 h 9997"/>
              <a:gd name="connsiteX40" fmla="*/ 8847 w 10000"/>
              <a:gd name="connsiteY40" fmla="*/ 5987 h 9997"/>
              <a:gd name="connsiteX41" fmla="*/ 9397 w 10000"/>
              <a:gd name="connsiteY41" fmla="*/ 5889 h 9997"/>
              <a:gd name="connsiteX42" fmla="*/ 9651 w 10000"/>
              <a:gd name="connsiteY42" fmla="*/ 5761 h 9997"/>
              <a:gd name="connsiteX43" fmla="*/ 9838 w 10000"/>
              <a:gd name="connsiteY43" fmla="*/ 5725 h 9997"/>
              <a:gd name="connsiteX44" fmla="*/ 9995 w 10000"/>
              <a:gd name="connsiteY44" fmla="*/ 5831 h 9997"/>
              <a:gd name="connsiteX45" fmla="*/ 10000 w 10000"/>
              <a:gd name="connsiteY45" fmla="*/ 5883 h 9997"/>
              <a:gd name="connsiteX46" fmla="*/ 10000 w 10000"/>
              <a:gd name="connsiteY46" fmla="*/ 8849 h 9997"/>
              <a:gd name="connsiteX47" fmla="*/ 9925 w 10000"/>
              <a:gd name="connsiteY47" fmla="*/ 8898 h 9997"/>
              <a:gd name="connsiteX48" fmla="*/ 6046 w 10000"/>
              <a:gd name="connsiteY48" fmla="*/ 8897 h 9997"/>
              <a:gd name="connsiteX49" fmla="*/ 5792 w 10000"/>
              <a:gd name="connsiteY49" fmla="*/ 8919 h 9997"/>
              <a:gd name="connsiteX50" fmla="*/ 5498 w 10000"/>
              <a:gd name="connsiteY50" fmla="*/ 9167 h 9997"/>
              <a:gd name="connsiteX51" fmla="*/ 5580 w 10000"/>
              <a:gd name="connsiteY51" fmla="*/ 9403 h 9997"/>
              <a:gd name="connsiteX52" fmla="*/ 5695 w 10000"/>
              <a:gd name="connsiteY52" fmla="*/ 9488 h 9997"/>
              <a:gd name="connsiteX53" fmla="*/ 5869 w 10000"/>
              <a:gd name="connsiteY53" fmla="*/ 9997 h 9997"/>
              <a:gd name="connsiteX54" fmla="*/ 4370 w 10000"/>
              <a:gd name="connsiteY54" fmla="*/ 9438 h 9997"/>
              <a:gd name="connsiteX55" fmla="*/ 4420 w 10000"/>
              <a:gd name="connsiteY55" fmla="*/ 9029 h 9997"/>
              <a:gd name="connsiteX56" fmla="*/ 4071 w 10000"/>
              <a:gd name="connsiteY56" fmla="*/ 8901 h 9997"/>
              <a:gd name="connsiteX57" fmla="*/ 1267 w 10000"/>
              <a:gd name="connsiteY57" fmla="*/ 8900 h 9997"/>
              <a:gd name="connsiteX58" fmla="*/ 1228 w 10000"/>
              <a:gd name="connsiteY58" fmla="*/ 8900 h 9997"/>
              <a:gd name="connsiteX59" fmla="*/ 1228 w 10000"/>
              <a:gd name="connsiteY59" fmla="*/ 8900 h 9997"/>
              <a:gd name="connsiteX0" fmla="*/ 1228 w 10000"/>
              <a:gd name="connsiteY0" fmla="*/ 8903 h 10000"/>
              <a:gd name="connsiteX1" fmla="*/ 67 w 10000"/>
              <a:gd name="connsiteY1" fmla="*/ 8903 h 10000"/>
              <a:gd name="connsiteX2" fmla="*/ 0 w 10000"/>
              <a:gd name="connsiteY2" fmla="*/ 8855 h 10000"/>
              <a:gd name="connsiteX3" fmla="*/ 0 w 10000"/>
              <a:gd name="connsiteY3" fmla="*/ 5865 h 10000"/>
              <a:gd name="connsiteX4" fmla="*/ 132 w 10000"/>
              <a:gd name="connsiteY4" fmla="*/ 5731 h 10000"/>
              <a:gd name="connsiteX5" fmla="*/ 359 w 10000"/>
              <a:gd name="connsiteY5" fmla="*/ 5768 h 10000"/>
              <a:gd name="connsiteX6" fmla="*/ 1218 w 10000"/>
              <a:gd name="connsiteY6" fmla="*/ 5987 h 10000"/>
              <a:gd name="connsiteX7" fmla="*/ 1753 w 10000"/>
              <a:gd name="connsiteY7" fmla="*/ 5891 h 10000"/>
              <a:gd name="connsiteX8" fmla="*/ 2144 w 10000"/>
              <a:gd name="connsiteY8" fmla="*/ 5660 h 10000"/>
              <a:gd name="connsiteX9" fmla="*/ 2353 w 10000"/>
              <a:gd name="connsiteY9" fmla="*/ 5188 h 10000"/>
              <a:gd name="connsiteX10" fmla="*/ 2024 w 10000"/>
              <a:gd name="connsiteY10" fmla="*/ 4680 h 10000"/>
              <a:gd name="connsiteX11" fmla="*/ 1006 w 10000"/>
              <a:gd name="connsiteY11" fmla="*/ 4453 h 10000"/>
              <a:gd name="connsiteX12" fmla="*/ 356 w 10000"/>
              <a:gd name="connsiteY12" fmla="*/ 4668 h 10000"/>
              <a:gd name="connsiteX13" fmla="*/ 144 w 10000"/>
              <a:gd name="connsiteY13" fmla="*/ 4706 h 10000"/>
              <a:gd name="connsiteX14" fmla="*/ 0 w 10000"/>
              <a:gd name="connsiteY14" fmla="*/ 4574 h 10000"/>
              <a:gd name="connsiteX15" fmla="*/ 0 w 10000"/>
              <a:gd name="connsiteY15" fmla="*/ 3667 h 10000"/>
              <a:gd name="connsiteX16" fmla="*/ 0 w 10000"/>
              <a:gd name="connsiteY16" fmla="*/ 1578 h 10000"/>
              <a:gd name="connsiteX17" fmla="*/ 72 w 10000"/>
              <a:gd name="connsiteY17" fmla="*/ 1530 h 10000"/>
              <a:gd name="connsiteX18" fmla="*/ 3992 w 10000"/>
              <a:gd name="connsiteY18" fmla="*/ 1530 h 10000"/>
              <a:gd name="connsiteX19" fmla="*/ 4238 w 10000"/>
              <a:gd name="connsiteY19" fmla="*/ 1502 h 10000"/>
              <a:gd name="connsiteX20" fmla="*/ 4487 w 10000"/>
              <a:gd name="connsiteY20" fmla="*/ 1124 h 10000"/>
              <a:gd name="connsiteX21" fmla="*/ 4358 w 10000"/>
              <a:gd name="connsiteY21" fmla="*/ 981 h 10000"/>
              <a:gd name="connsiteX22" fmla="*/ 4151 w 10000"/>
              <a:gd name="connsiteY22" fmla="*/ 398 h 10000"/>
              <a:gd name="connsiteX23" fmla="*/ 4811 w 10000"/>
              <a:gd name="connsiteY23" fmla="*/ 19 h 10000"/>
              <a:gd name="connsiteX24" fmla="*/ 5642 w 10000"/>
              <a:gd name="connsiteY24" fmla="*/ 166 h 10000"/>
              <a:gd name="connsiteX25" fmla="*/ 5867 w 10000"/>
              <a:gd name="connsiteY25" fmla="*/ 720 h 10000"/>
              <a:gd name="connsiteX26" fmla="*/ 5625 w 10000"/>
              <a:gd name="connsiteY26" fmla="*/ 996 h 10000"/>
              <a:gd name="connsiteX27" fmla="*/ 5847 w 10000"/>
              <a:gd name="connsiteY27" fmla="*/ 1522 h 10000"/>
              <a:gd name="connsiteX28" fmla="*/ 6011 w 10000"/>
              <a:gd name="connsiteY28" fmla="*/ 1530 h 10000"/>
              <a:gd name="connsiteX29" fmla="*/ 9925 w 10000"/>
              <a:gd name="connsiteY29" fmla="*/ 1533 h 10000"/>
              <a:gd name="connsiteX30" fmla="*/ 10000 w 10000"/>
              <a:gd name="connsiteY30" fmla="*/ 1584 h 10000"/>
              <a:gd name="connsiteX31" fmla="*/ 10000 w 10000"/>
              <a:gd name="connsiteY31" fmla="*/ 4555 h 10000"/>
              <a:gd name="connsiteX32" fmla="*/ 9858 w 10000"/>
              <a:gd name="connsiteY32" fmla="*/ 4703 h 10000"/>
              <a:gd name="connsiteX33" fmla="*/ 9661 w 10000"/>
              <a:gd name="connsiteY33" fmla="*/ 4674 h 10000"/>
              <a:gd name="connsiteX34" fmla="*/ 9203 w 10000"/>
              <a:gd name="connsiteY34" fmla="*/ 4485 h 10000"/>
              <a:gd name="connsiteX35" fmla="*/ 8513 w 10000"/>
              <a:gd name="connsiteY35" fmla="*/ 4472 h 10000"/>
              <a:gd name="connsiteX36" fmla="*/ 7968 w 10000"/>
              <a:gd name="connsiteY36" fmla="*/ 4686 h 10000"/>
              <a:gd name="connsiteX37" fmla="*/ 7677 w 10000"/>
              <a:gd name="connsiteY37" fmla="*/ 5048 h 10000"/>
              <a:gd name="connsiteX38" fmla="*/ 7709 w 10000"/>
              <a:gd name="connsiteY38" fmla="*/ 5463 h 10000"/>
              <a:gd name="connsiteX39" fmla="*/ 8235 w 10000"/>
              <a:gd name="connsiteY39" fmla="*/ 5886 h 10000"/>
              <a:gd name="connsiteX40" fmla="*/ 8847 w 10000"/>
              <a:gd name="connsiteY40" fmla="*/ 5989 h 10000"/>
              <a:gd name="connsiteX41" fmla="*/ 9397 w 10000"/>
              <a:gd name="connsiteY41" fmla="*/ 5891 h 10000"/>
              <a:gd name="connsiteX42" fmla="*/ 9651 w 10000"/>
              <a:gd name="connsiteY42" fmla="*/ 5763 h 10000"/>
              <a:gd name="connsiteX43" fmla="*/ 9838 w 10000"/>
              <a:gd name="connsiteY43" fmla="*/ 5727 h 10000"/>
              <a:gd name="connsiteX44" fmla="*/ 9995 w 10000"/>
              <a:gd name="connsiteY44" fmla="*/ 5833 h 10000"/>
              <a:gd name="connsiteX45" fmla="*/ 10000 w 10000"/>
              <a:gd name="connsiteY45" fmla="*/ 5885 h 10000"/>
              <a:gd name="connsiteX46" fmla="*/ 10000 w 10000"/>
              <a:gd name="connsiteY46" fmla="*/ 8852 h 10000"/>
              <a:gd name="connsiteX47" fmla="*/ 9925 w 10000"/>
              <a:gd name="connsiteY47" fmla="*/ 8901 h 10000"/>
              <a:gd name="connsiteX48" fmla="*/ 6046 w 10000"/>
              <a:gd name="connsiteY48" fmla="*/ 8900 h 10000"/>
              <a:gd name="connsiteX49" fmla="*/ 5792 w 10000"/>
              <a:gd name="connsiteY49" fmla="*/ 8922 h 10000"/>
              <a:gd name="connsiteX50" fmla="*/ 5498 w 10000"/>
              <a:gd name="connsiteY50" fmla="*/ 9170 h 10000"/>
              <a:gd name="connsiteX51" fmla="*/ 5580 w 10000"/>
              <a:gd name="connsiteY51" fmla="*/ 9406 h 10000"/>
              <a:gd name="connsiteX52" fmla="*/ 5695 w 10000"/>
              <a:gd name="connsiteY52" fmla="*/ 9491 h 10000"/>
              <a:gd name="connsiteX53" fmla="*/ 5869 w 10000"/>
              <a:gd name="connsiteY53" fmla="*/ 10000 h 10000"/>
              <a:gd name="connsiteX54" fmla="*/ 4420 w 10000"/>
              <a:gd name="connsiteY54" fmla="*/ 9032 h 10000"/>
              <a:gd name="connsiteX55" fmla="*/ 4071 w 10000"/>
              <a:gd name="connsiteY55" fmla="*/ 8904 h 10000"/>
              <a:gd name="connsiteX56" fmla="*/ 1267 w 10000"/>
              <a:gd name="connsiteY56" fmla="*/ 8903 h 10000"/>
              <a:gd name="connsiteX57" fmla="*/ 1228 w 10000"/>
              <a:gd name="connsiteY57" fmla="*/ 8903 h 10000"/>
              <a:gd name="connsiteX58" fmla="*/ 1228 w 10000"/>
              <a:gd name="connsiteY58" fmla="*/ 8903 h 10000"/>
              <a:gd name="connsiteX0" fmla="*/ 1228 w 10000"/>
              <a:gd name="connsiteY0" fmla="*/ 8903 h 9509"/>
              <a:gd name="connsiteX1" fmla="*/ 67 w 10000"/>
              <a:gd name="connsiteY1" fmla="*/ 8903 h 9509"/>
              <a:gd name="connsiteX2" fmla="*/ 0 w 10000"/>
              <a:gd name="connsiteY2" fmla="*/ 8855 h 9509"/>
              <a:gd name="connsiteX3" fmla="*/ 0 w 10000"/>
              <a:gd name="connsiteY3" fmla="*/ 5865 h 9509"/>
              <a:gd name="connsiteX4" fmla="*/ 132 w 10000"/>
              <a:gd name="connsiteY4" fmla="*/ 5731 h 9509"/>
              <a:gd name="connsiteX5" fmla="*/ 359 w 10000"/>
              <a:gd name="connsiteY5" fmla="*/ 5768 h 9509"/>
              <a:gd name="connsiteX6" fmla="*/ 1218 w 10000"/>
              <a:gd name="connsiteY6" fmla="*/ 5987 h 9509"/>
              <a:gd name="connsiteX7" fmla="*/ 1753 w 10000"/>
              <a:gd name="connsiteY7" fmla="*/ 5891 h 9509"/>
              <a:gd name="connsiteX8" fmla="*/ 2144 w 10000"/>
              <a:gd name="connsiteY8" fmla="*/ 5660 h 9509"/>
              <a:gd name="connsiteX9" fmla="*/ 2353 w 10000"/>
              <a:gd name="connsiteY9" fmla="*/ 5188 h 9509"/>
              <a:gd name="connsiteX10" fmla="*/ 2024 w 10000"/>
              <a:gd name="connsiteY10" fmla="*/ 4680 h 9509"/>
              <a:gd name="connsiteX11" fmla="*/ 1006 w 10000"/>
              <a:gd name="connsiteY11" fmla="*/ 4453 h 9509"/>
              <a:gd name="connsiteX12" fmla="*/ 356 w 10000"/>
              <a:gd name="connsiteY12" fmla="*/ 4668 h 9509"/>
              <a:gd name="connsiteX13" fmla="*/ 144 w 10000"/>
              <a:gd name="connsiteY13" fmla="*/ 4706 h 9509"/>
              <a:gd name="connsiteX14" fmla="*/ 0 w 10000"/>
              <a:gd name="connsiteY14" fmla="*/ 4574 h 9509"/>
              <a:gd name="connsiteX15" fmla="*/ 0 w 10000"/>
              <a:gd name="connsiteY15" fmla="*/ 3667 h 9509"/>
              <a:gd name="connsiteX16" fmla="*/ 0 w 10000"/>
              <a:gd name="connsiteY16" fmla="*/ 1578 h 9509"/>
              <a:gd name="connsiteX17" fmla="*/ 72 w 10000"/>
              <a:gd name="connsiteY17" fmla="*/ 1530 h 9509"/>
              <a:gd name="connsiteX18" fmla="*/ 3992 w 10000"/>
              <a:gd name="connsiteY18" fmla="*/ 1530 h 9509"/>
              <a:gd name="connsiteX19" fmla="*/ 4238 w 10000"/>
              <a:gd name="connsiteY19" fmla="*/ 1502 h 9509"/>
              <a:gd name="connsiteX20" fmla="*/ 4487 w 10000"/>
              <a:gd name="connsiteY20" fmla="*/ 1124 h 9509"/>
              <a:gd name="connsiteX21" fmla="*/ 4358 w 10000"/>
              <a:gd name="connsiteY21" fmla="*/ 981 h 9509"/>
              <a:gd name="connsiteX22" fmla="*/ 4151 w 10000"/>
              <a:gd name="connsiteY22" fmla="*/ 398 h 9509"/>
              <a:gd name="connsiteX23" fmla="*/ 4811 w 10000"/>
              <a:gd name="connsiteY23" fmla="*/ 19 h 9509"/>
              <a:gd name="connsiteX24" fmla="*/ 5642 w 10000"/>
              <a:gd name="connsiteY24" fmla="*/ 166 h 9509"/>
              <a:gd name="connsiteX25" fmla="*/ 5867 w 10000"/>
              <a:gd name="connsiteY25" fmla="*/ 720 h 9509"/>
              <a:gd name="connsiteX26" fmla="*/ 5625 w 10000"/>
              <a:gd name="connsiteY26" fmla="*/ 996 h 9509"/>
              <a:gd name="connsiteX27" fmla="*/ 5847 w 10000"/>
              <a:gd name="connsiteY27" fmla="*/ 1522 h 9509"/>
              <a:gd name="connsiteX28" fmla="*/ 6011 w 10000"/>
              <a:gd name="connsiteY28" fmla="*/ 1530 h 9509"/>
              <a:gd name="connsiteX29" fmla="*/ 9925 w 10000"/>
              <a:gd name="connsiteY29" fmla="*/ 1533 h 9509"/>
              <a:gd name="connsiteX30" fmla="*/ 10000 w 10000"/>
              <a:gd name="connsiteY30" fmla="*/ 1584 h 9509"/>
              <a:gd name="connsiteX31" fmla="*/ 10000 w 10000"/>
              <a:gd name="connsiteY31" fmla="*/ 4555 h 9509"/>
              <a:gd name="connsiteX32" fmla="*/ 9858 w 10000"/>
              <a:gd name="connsiteY32" fmla="*/ 4703 h 9509"/>
              <a:gd name="connsiteX33" fmla="*/ 9661 w 10000"/>
              <a:gd name="connsiteY33" fmla="*/ 4674 h 9509"/>
              <a:gd name="connsiteX34" fmla="*/ 9203 w 10000"/>
              <a:gd name="connsiteY34" fmla="*/ 4485 h 9509"/>
              <a:gd name="connsiteX35" fmla="*/ 8513 w 10000"/>
              <a:gd name="connsiteY35" fmla="*/ 4472 h 9509"/>
              <a:gd name="connsiteX36" fmla="*/ 7968 w 10000"/>
              <a:gd name="connsiteY36" fmla="*/ 4686 h 9509"/>
              <a:gd name="connsiteX37" fmla="*/ 7677 w 10000"/>
              <a:gd name="connsiteY37" fmla="*/ 5048 h 9509"/>
              <a:gd name="connsiteX38" fmla="*/ 7709 w 10000"/>
              <a:gd name="connsiteY38" fmla="*/ 5463 h 9509"/>
              <a:gd name="connsiteX39" fmla="*/ 8235 w 10000"/>
              <a:gd name="connsiteY39" fmla="*/ 5886 h 9509"/>
              <a:gd name="connsiteX40" fmla="*/ 8847 w 10000"/>
              <a:gd name="connsiteY40" fmla="*/ 5989 h 9509"/>
              <a:gd name="connsiteX41" fmla="*/ 9397 w 10000"/>
              <a:gd name="connsiteY41" fmla="*/ 5891 h 9509"/>
              <a:gd name="connsiteX42" fmla="*/ 9651 w 10000"/>
              <a:gd name="connsiteY42" fmla="*/ 5763 h 9509"/>
              <a:gd name="connsiteX43" fmla="*/ 9838 w 10000"/>
              <a:gd name="connsiteY43" fmla="*/ 5727 h 9509"/>
              <a:gd name="connsiteX44" fmla="*/ 9995 w 10000"/>
              <a:gd name="connsiteY44" fmla="*/ 5833 h 9509"/>
              <a:gd name="connsiteX45" fmla="*/ 10000 w 10000"/>
              <a:gd name="connsiteY45" fmla="*/ 5885 h 9509"/>
              <a:gd name="connsiteX46" fmla="*/ 10000 w 10000"/>
              <a:gd name="connsiteY46" fmla="*/ 8852 h 9509"/>
              <a:gd name="connsiteX47" fmla="*/ 9925 w 10000"/>
              <a:gd name="connsiteY47" fmla="*/ 8901 h 9509"/>
              <a:gd name="connsiteX48" fmla="*/ 6046 w 10000"/>
              <a:gd name="connsiteY48" fmla="*/ 8900 h 9509"/>
              <a:gd name="connsiteX49" fmla="*/ 5792 w 10000"/>
              <a:gd name="connsiteY49" fmla="*/ 8922 h 9509"/>
              <a:gd name="connsiteX50" fmla="*/ 5498 w 10000"/>
              <a:gd name="connsiteY50" fmla="*/ 9170 h 9509"/>
              <a:gd name="connsiteX51" fmla="*/ 5580 w 10000"/>
              <a:gd name="connsiteY51" fmla="*/ 9406 h 9509"/>
              <a:gd name="connsiteX52" fmla="*/ 5695 w 10000"/>
              <a:gd name="connsiteY52" fmla="*/ 9491 h 9509"/>
              <a:gd name="connsiteX53" fmla="*/ 4420 w 10000"/>
              <a:gd name="connsiteY53" fmla="*/ 9032 h 9509"/>
              <a:gd name="connsiteX54" fmla="*/ 4071 w 10000"/>
              <a:gd name="connsiteY54" fmla="*/ 8904 h 9509"/>
              <a:gd name="connsiteX55" fmla="*/ 1267 w 10000"/>
              <a:gd name="connsiteY55" fmla="*/ 8903 h 9509"/>
              <a:gd name="connsiteX56" fmla="*/ 1228 w 10000"/>
              <a:gd name="connsiteY56" fmla="*/ 8903 h 9509"/>
              <a:gd name="connsiteX57" fmla="*/ 1228 w 10000"/>
              <a:gd name="connsiteY57" fmla="*/ 8903 h 9509"/>
              <a:gd name="connsiteX0" fmla="*/ 1228 w 10000"/>
              <a:gd name="connsiteY0" fmla="*/ 9363 h 9892"/>
              <a:gd name="connsiteX1" fmla="*/ 67 w 10000"/>
              <a:gd name="connsiteY1" fmla="*/ 9363 h 9892"/>
              <a:gd name="connsiteX2" fmla="*/ 0 w 10000"/>
              <a:gd name="connsiteY2" fmla="*/ 9312 h 9892"/>
              <a:gd name="connsiteX3" fmla="*/ 0 w 10000"/>
              <a:gd name="connsiteY3" fmla="*/ 6168 h 9892"/>
              <a:gd name="connsiteX4" fmla="*/ 132 w 10000"/>
              <a:gd name="connsiteY4" fmla="*/ 6027 h 9892"/>
              <a:gd name="connsiteX5" fmla="*/ 359 w 10000"/>
              <a:gd name="connsiteY5" fmla="*/ 6066 h 9892"/>
              <a:gd name="connsiteX6" fmla="*/ 1218 w 10000"/>
              <a:gd name="connsiteY6" fmla="*/ 6296 h 9892"/>
              <a:gd name="connsiteX7" fmla="*/ 1753 w 10000"/>
              <a:gd name="connsiteY7" fmla="*/ 6195 h 9892"/>
              <a:gd name="connsiteX8" fmla="*/ 2144 w 10000"/>
              <a:gd name="connsiteY8" fmla="*/ 5952 h 9892"/>
              <a:gd name="connsiteX9" fmla="*/ 2353 w 10000"/>
              <a:gd name="connsiteY9" fmla="*/ 5456 h 9892"/>
              <a:gd name="connsiteX10" fmla="*/ 2024 w 10000"/>
              <a:gd name="connsiteY10" fmla="*/ 4922 h 9892"/>
              <a:gd name="connsiteX11" fmla="*/ 1006 w 10000"/>
              <a:gd name="connsiteY11" fmla="*/ 4683 h 9892"/>
              <a:gd name="connsiteX12" fmla="*/ 356 w 10000"/>
              <a:gd name="connsiteY12" fmla="*/ 4909 h 9892"/>
              <a:gd name="connsiteX13" fmla="*/ 144 w 10000"/>
              <a:gd name="connsiteY13" fmla="*/ 4949 h 9892"/>
              <a:gd name="connsiteX14" fmla="*/ 0 w 10000"/>
              <a:gd name="connsiteY14" fmla="*/ 4810 h 9892"/>
              <a:gd name="connsiteX15" fmla="*/ 0 w 10000"/>
              <a:gd name="connsiteY15" fmla="*/ 3856 h 9892"/>
              <a:gd name="connsiteX16" fmla="*/ 0 w 10000"/>
              <a:gd name="connsiteY16" fmla="*/ 1659 h 9892"/>
              <a:gd name="connsiteX17" fmla="*/ 72 w 10000"/>
              <a:gd name="connsiteY17" fmla="*/ 1609 h 9892"/>
              <a:gd name="connsiteX18" fmla="*/ 3992 w 10000"/>
              <a:gd name="connsiteY18" fmla="*/ 1609 h 9892"/>
              <a:gd name="connsiteX19" fmla="*/ 4238 w 10000"/>
              <a:gd name="connsiteY19" fmla="*/ 1580 h 9892"/>
              <a:gd name="connsiteX20" fmla="*/ 4487 w 10000"/>
              <a:gd name="connsiteY20" fmla="*/ 1182 h 9892"/>
              <a:gd name="connsiteX21" fmla="*/ 4358 w 10000"/>
              <a:gd name="connsiteY21" fmla="*/ 1032 h 9892"/>
              <a:gd name="connsiteX22" fmla="*/ 4151 w 10000"/>
              <a:gd name="connsiteY22" fmla="*/ 419 h 9892"/>
              <a:gd name="connsiteX23" fmla="*/ 4811 w 10000"/>
              <a:gd name="connsiteY23" fmla="*/ 20 h 9892"/>
              <a:gd name="connsiteX24" fmla="*/ 5642 w 10000"/>
              <a:gd name="connsiteY24" fmla="*/ 175 h 9892"/>
              <a:gd name="connsiteX25" fmla="*/ 5867 w 10000"/>
              <a:gd name="connsiteY25" fmla="*/ 757 h 9892"/>
              <a:gd name="connsiteX26" fmla="*/ 5625 w 10000"/>
              <a:gd name="connsiteY26" fmla="*/ 1047 h 9892"/>
              <a:gd name="connsiteX27" fmla="*/ 5847 w 10000"/>
              <a:gd name="connsiteY27" fmla="*/ 1601 h 9892"/>
              <a:gd name="connsiteX28" fmla="*/ 6011 w 10000"/>
              <a:gd name="connsiteY28" fmla="*/ 1609 h 9892"/>
              <a:gd name="connsiteX29" fmla="*/ 9925 w 10000"/>
              <a:gd name="connsiteY29" fmla="*/ 1612 h 9892"/>
              <a:gd name="connsiteX30" fmla="*/ 10000 w 10000"/>
              <a:gd name="connsiteY30" fmla="*/ 1666 h 9892"/>
              <a:gd name="connsiteX31" fmla="*/ 10000 w 10000"/>
              <a:gd name="connsiteY31" fmla="*/ 4790 h 9892"/>
              <a:gd name="connsiteX32" fmla="*/ 9858 w 10000"/>
              <a:gd name="connsiteY32" fmla="*/ 4946 h 9892"/>
              <a:gd name="connsiteX33" fmla="*/ 9661 w 10000"/>
              <a:gd name="connsiteY33" fmla="*/ 4915 h 9892"/>
              <a:gd name="connsiteX34" fmla="*/ 9203 w 10000"/>
              <a:gd name="connsiteY34" fmla="*/ 4717 h 9892"/>
              <a:gd name="connsiteX35" fmla="*/ 8513 w 10000"/>
              <a:gd name="connsiteY35" fmla="*/ 4703 h 9892"/>
              <a:gd name="connsiteX36" fmla="*/ 7968 w 10000"/>
              <a:gd name="connsiteY36" fmla="*/ 4928 h 9892"/>
              <a:gd name="connsiteX37" fmla="*/ 7677 w 10000"/>
              <a:gd name="connsiteY37" fmla="*/ 5309 h 9892"/>
              <a:gd name="connsiteX38" fmla="*/ 7709 w 10000"/>
              <a:gd name="connsiteY38" fmla="*/ 5745 h 9892"/>
              <a:gd name="connsiteX39" fmla="*/ 8235 w 10000"/>
              <a:gd name="connsiteY39" fmla="*/ 6190 h 9892"/>
              <a:gd name="connsiteX40" fmla="*/ 8847 w 10000"/>
              <a:gd name="connsiteY40" fmla="*/ 6298 h 9892"/>
              <a:gd name="connsiteX41" fmla="*/ 9397 w 10000"/>
              <a:gd name="connsiteY41" fmla="*/ 6195 h 9892"/>
              <a:gd name="connsiteX42" fmla="*/ 9651 w 10000"/>
              <a:gd name="connsiteY42" fmla="*/ 6061 h 9892"/>
              <a:gd name="connsiteX43" fmla="*/ 9838 w 10000"/>
              <a:gd name="connsiteY43" fmla="*/ 6023 h 9892"/>
              <a:gd name="connsiteX44" fmla="*/ 9995 w 10000"/>
              <a:gd name="connsiteY44" fmla="*/ 6134 h 9892"/>
              <a:gd name="connsiteX45" fmla="*/ 10000 w 10000"/>
              <a:gd name="connsiteY45" fmla="*/ 6189 h 9892"/>
              <a:gd name="connsiteX46" fmla="*/ 10000 w 10000"/>
              <a:gd name="connsiteY46" fmla="*/ 9309 h 9892"/>
              <a:gd name="connsiteX47" fmla="*/ 9925 w 10000"/>
              <a:gd name="connsiteY47" fmla="*/ 9361 h 9892"/>
              <a:gd name="connsiteX48" fmla="*/ 6046 w 10000"/>
              <a:gd name="connsiteY48" fmla="*/ 9360 h 9892"/>
              <a:gd name="connsiteX49" fmla="*/ 5792 w 10000"/>
              <a:gd name="connsiteY49" fmla="*/ 9383 h 9892"/>
              <a:gd name="connsiteX50" fmla="*/ 5498 w 10000"/>
              <a:gd name="connsiteY50" fmla="*/ 9643 h 9892"/>
              <a:gd name="connsiteX51" fmla="*/ 5580 w 10000"/>
              <a:gd name="connsiteY51" fmla="*/ 9892 h 9892"/>
              <a:gd name="connsiteX52" fmla="*/ 4420 w 10000"/>
              <a:gd name="connsiteY52" fmla="*/ 9498 h 9892"/>
              <a:gd name="connsiteX53" fmla="*/ 4071 w 10000"/>
              <a:gd name="connsiteY53" fmla="*/ 9364 h 9892"/>
              <a:gd name="connsiteX54" fmla="*/ 1267 w 10000"/>
              <a:gd name="connsiteY54" fmla="*/ 9363 h 9892"/>
              <a:gd name="connsiteX55" fmla="*/ 1228 w 10000"/>
              <a:gd name="connsiteY55" fmla="*/ 9363 h 9892"/>
              <a:gd name="connsiteX56" fmla="*/ 1228 w 10000"/>
              <a:gd name="connsiteY56" fmla="*/ 9363 h 9892"/>
              <a:gd name="connsiteX0" fmla="*/ 1228 w 10000"/>
              <a:gd name="connsiteY0" fmla="*/ 9465 h 9750"/>
              <a:gd name="connsiteX1" fmla="*/ 67 w 10000"/>
              <a:gd name="connsiteY1" fmla="*/ 9465 h 9750"/>
              <a:gd name="connsiteX2" fmla="*/ 0 w 10000"/>
              <a:gd name="connsiteY2" fmla="*/ 9414 h 9750"/>
              <a:gd name="connsiteX3" fmla="*/ 0 w 10000"/>
              <a:gd name="connsiteY3" fmla="*/ 6235 h 9750"/>
              <a:gd name="connsiteX4" fmla="*/ 132 w 10000"/>
              <a:gd name="connsiteY4" fmla="*/ 6093 h 9750"/>
              <a:gd name="connsiteX5" fmla="*/ 359 w 10000"/>
              <a:gd name="connsiteY5" fmla="*/ 6132 h 9750"/>
              <a:gd name="connsiteX6" fmla="*/ 1218 w 10000"/>
              <a:gd name="connsiteY6" fmla="*/ 6365 h 9750"/>
              <a:gd name="connsiteX7" fmla="*/ 1753 w 10000"/>
              <a:gd name="connsiteY7" fmla="*/ 6263 h 9750"/>
              <a:gd name="connsiteX8" fmla="*/ 2144 w 10000"/>
              <a:gd name="connsiteY8" fmla="*/ 6017 h 9750"/>
              <a:gd name="connsiteX9" fmla="*/ 2353 w 10000"/>
              <a:gd name="connsiteY9" fmla="*/ 5516 h 9750"/>
              <a:gd name="connsiteX10" fmla="*/ 2024 w 10000"/>
              <a:gd name="connsiteY10" fmla="*/ 4976 h 9750"/>
              <a:gd name="connsiteX11" fmla="*/ 1006 w 10000"/>
              <a:gd name="connsiteY11" fmla="*/ 4734 h 9750"/>
              <a:gd name="connsiteX12" fmla="*/ 356 w 10000"/>
              <a:gd name="connsiteY12" fmla="*/ 4963 h 9750"/>
              <a:gd name="connsiteX13" fmla="*/ 144 w 10000"/>
              <a:gd name="connsiteY13" fmla="*/ 5003 h 9750"/>
              <a:gd name="connsiteX14" fmla="*/ 0 w 10000"/>
              <a:gd name="connsiteY14" fmla="*/ 4863 h 9750"/>
              <a:gd name="connsiteX15" fmla="*/ 0 w 10000"/>
              <a:gd name="connsiteY15" fmla="*/ 3898 h 9750"/>
              <a:gd name="connsiteX16" fmla="*/ 0 w 10000"/>
              <a:gd name="connsiteY16" fmla="*/ 1677 h 9750"/>
              <a:gd name="connsiteX17" fmla="*/ 72 w 10000"/>
              <a:gd name="connsiteY17" fmla="*/ 1627 h 9750"/>
              <a:gd name="connsiteX18" fmla="*/ 3992 w 10000"/>
              <a:gd name="connsiteY18" fmla="*/ 1627 h 9750"/>
              <a:gd name="connsiteX19" fmla="*/ 4238 w 10000"/>
              <a:gd name="connsiteY19" fmla="*/ 1597 h 9750"/>
              <a:gd name="connsiteX20" fmla="*/ 4487 w 10000"/>
              <a:gd name="connsiteY20" fmla="*/ 1195 h 9750"/>
              <a:gd name="connsiteX21" fmla="*/ 4358 w 10000"/>
              <a:gd name="connsiteY21" fmla="*/ 1043 h 9750"/>
              <a:gd name="connsiteX22" fmla="*/ 4151 w 10000"/>
              <a:gd name="connsiteY22" fmla="*/ 424 h 9750"/>
              <a:gd name="connsiteX23" fmla="*/ 4811 w 10000"/>
              <a:gd name="connsiteY23" fmla="*/ 20 h 9750"/>
              <a:gd name="connsiteX24" fmla="*/ 5642 w 10000"/>
              <a:gd name="connsiteY24" fmla="*/ 177 h 9750"/>
              <a:gd name="connsiteX25" fmla="*/ 5867 w 10000"/>
              <a:gd name="connsiteY25" fmla="*/ 765 h 9750"/>
              <a:gd name="connsiteX26" fmla="*/ 5625 w 10000"/>
              <a:gd name="connsiteY26" fmla="*/ 1058 h 9750"/>
              <a:gd name="connsiteX27" fmla="*/ 5847 w 10000"/>
              <a:gd name="connsiteY27" fmla="*/ 1618 h 9750"/>
              <a:gd name="connsiteX28" fmla="*/ 6011 w 10000"/>
              <a:gd name="connsiteY28" fmla="*/ 1627 h 9750"/>
              <a:gd name="connsiteX29" fmla="*/ 9925 w 10000"/>
              <a:gd name="connsiteY29" fmla="*/ 1630 h 9750"/>
              <a:gd name="connsiteX30" fmla="*/ 10000 w 10000"/>
              <a:gd name="connsiteY30" fmla="*/ 1684 h 9750"/>
              <a:gd name="connsiteX31" fmla="*/ 10000 w 10000"/>
              <a:gd name="connsiteY31" fmla="*/ 4842 h 9750"/>
              <a:gd name="connsiteX32" fmla="*/ 9858 w 10000"/>
              <a:gd name="connsiteY32" fmla="*/ 5000 h 9750"/>
              <a:gd name="connsiteX33" fmla="*/ 9661 w 10000"/>
              <a:gd name="connsiteY33" fmla="*/ 4969 h 9750"/>
              <a:gd name="connsiteX34" fmla="*/ 9203 w 10000"/>
              <a:gd name="connsiteY34" fmla="*/ 4768 h 9750"/>
              <a:gd name="connsiteX35" fmla="*/ 8513 w 10000"/>
              <a:gd name="connsiteY35" fmla="*/ 4754 h 9750"/>
              <a:gd name="connsiteX36" fmla="*/ 7968 w 10000"/>
              <a:gd name="connsiteY36" fmla="*/ 4982 h 9750"/>
              <a:gd name="connsiteX37" fmla="*/ 7677 w 10000"/>
              <a:gd name="connsiteY37" fmla="*/ 5367 h 9750"/>
              <a:gd name="connsiteX38" fmla="*/ 7709 w 10000"/>
              <a:gd name="connsiteY38" fmla="*/ 5808 h 9750"/>
              <a:gd name="connsiteX39" fmla="*/ 8235 w 10000"/>
              <a:gd name="connsiteY39" fmla="*/ 6258 h 9750"/>
              <a:gd name="connsiteX40" fmla="*/ 8847 w 10000"/>
              <a:gd name="connsiteY40" fmla="*/ 6367 h 9750"/>
              <a:gd name="connsiteX41" fmla="*/ 9397 w 10000"/>
              <a:gd name="connsiteY41" fmla="*/ 6263 h 9750"/>
              <a:gd name="connsiteX42" fmla="*/ 9651 w 10000"/>
              <a:gd name="connsiteY42" fmla="*/ 6127 h 9750"/>
              <a:gd name="connsiteX43" fmla="*/ 9838 w 10000"/>
              <a:gd name="connsiteY43" fmla="*/ 6089 h 9750"/>
              <a:gd name="connsiteX44" fmla="*/ 9995 w 10000"/>
              <a:gd name="connsiteY44" fmla="*/ 6201 h 9750"/>
              <a:gd name="connsiteX45" fmla="*/ 10000 w 10000"/>
              <a:gd name="connsiteY45" fmla="*/ 6257 h 9750"/>
              <a:gd name="connsiteX46" fmla="*/ 10000 w 10000"/>
              <a:gd name="connsiteY46" fmla="*/ 9411 h 9750"/>
              <a:gd name="connsiteX47" fmla="*/ 9925 w 10000"/>
              <a:gd name="connsiteY47" fmla="*/ 9463 h 9750"/>
              <a:gd name="connsiteX48" fmla="*/ 6046 w 10000"/>
              <a:gd name="connsiteY48" fmla="*/ 9462 h 9750"/>
              <a:gd name="connsiteX49" fmla="*/ 5792 w 10000"/>
              <a:gd name="connsiteY49" fmla="*/ 9485 h 9750"/>
              <a:gd name="connsiteX50" fmla="*/ 5498 w 10000"/>
              <a:gd name="connsiteY50" fmla="*/ 9748 h 9750"/>
              <a:gd name="connsiteX51" fmla="*/ 4420 w 10000"/>
              <a:gd name="connsiteY51" fmla="*/ 9602 h 9750"/>
              <a:gd name="connsiteX52" fmla="*/ 4071 w 10000"/>
              <a:gd name="connsiteY52" fmla="*/ 9466 h 9750"/>
              <a:gd name="connsiteX53" fmla="*/ 1267 w 10000"/>
              <a:gd name="connsiteY53" fmla="*/ 9465 h 9750"/>
              <a:gd name="connsiteX54" fmla="*/ 1228 w 10000"/>
              <a:gd name="connsiteY54" fmla="*/ 9465 h 9750"/>
              <a:gd name="connsiteX55" fmla="*/ 1228 w 10000"/>
              <a:gd name="connsiteY55" fmla="*/ 9465 h 9750"/>
              <a:gd name="connsiteX0" fmla="*/ 1228 w 10000"/>
              <a:gd name="connsiteY0" fmla="*/ 9708 h 9848"/>
              <a:gd name="connsiteX1" fmla="*/ 67 w 10000"/>
              <a:gd name="connsiteY1" fmla="*/ 9708 h 9848"/>
              <a:gd name="connsiteX2" fmla="*/ 0 w 10000"/>
              <a:gd name="connsiteY2" fmla="*/ 9655 h 9848"/>
              <a:gd name="connsiteX3" fmla="*/ 0 w 10000"/>
              <a:gd name="connsiteY3" fmla="*/ 6395 h 9848"/>
              <a:gd name="connsiteX4" fmla="*/ 132 w 10000"/>
              <a:gd name="connsiteY4" fmla="*/ 6249 h 9848"/>
              <a:gd name="connsiteX5" fmla="*/ 359 w 10000"/>
              <a:gd name="connsiteY5" fmla="*/ 6289 h 9848"/>
              <a:gd name="connsiteX6" fmla="*/ 1218 w 10000"/>
              <a:gd name="connsiteY6" fmla="*/ 6528 h 9848"/>
              <a:gd name="connsiteX7" fmla="*/ 1753 w 10000"/>
              <a:gd name="connsiteY7" fmla="*/ 6424 h 9848"/>
              <a:gd name="connsiteX8" fmla="*/ 2144 w 10000"/>
              <a:gd name="connsiteY8" fmla="*/ 6171 h 9848"/>
              <a:gd name="connsiteX9" fmla="*/ 2353 w 10000"/>
              <a:gd name="connsiteY9" fmla="*/ 5657 h 9848"/>
              <a:gd name="connsiteX10" fmla="*/ 2024 w 10000"/>
              <a:gd name="connsiteY10" fmla="*/ 5104 h 9848"/>
              <a:gd name="connsiteX11" fmla="*/ 1006 w 10000"/>
              <a:gd name="connsiteY11" fmla="*/ 4855 h 9848"/>
              <a:gd name="connsiteX12" fmla="*/ 356 w 10000"/>
              <a:gd name="connsiteY12" fmla="*/ 5090 h 9848"/>
              <a:gd name="connsiteX13" fmla="*/ 144 w 10000"/>
              <a:gd name="connsiteY13" fmla="*/ 5131 h 9848"/>
              <a:gd name="connsiteX14" fmla="*/ 0 w 10000"/>
              <a:gd name="connsiteY14" fmla="*/ 4988 h 9848"/>
              <a:gd name="connsiteX15" fmla="*/ 0 w 10000"/>
              <a:gd name="connsiteY15" fmla="*/ 3998 h 9848"/>
              <a:gd name="connsiteX16" fmla="*/ 0 w 10000"/>
              <a:gd name="connsiteY16" fmla="*/ 1720 h 9848"/>
              <a:gd name="connsiteX17" fmla="*/ 72 w 10000"/>
              <a:gd name="connsiteY17" fmla="*/ 1669 h 9848"/>
              <a:gd name="connsiteX18" fmla="*/ 3992 w 10000"/>
              <a:gd name="connsiteY18" fmla="*/ 1669 h 9848"/>
              <a:gd name="connsiteX19" fmla="*/ 4238 w 10000"/>
              <a:gd name="connsiteY19" fmla="*/ 1638 h 9848"/>
              <a:gd name="connsiteX20" fmla="*/ 4487 w 10000"/>
              <a:gd name="connsiteY20" fmla="*/ 1226 h 9848"/>
              <a:gd name="connsiteX21" fmla="*/ 4358 w 10000"/>
              <a:gd name="connsiteY21" fmla="*/ 1070 h 9848"/>
              <a:gd name="connsiteX22" fmla="*/ 4151 w 10000"/>
              <a:gd name="connsiteY22" fmla="*/ 435 h 9848"/>
              <a:gd name="connsiteX23" fmla="*/ 4811 w 10000"/>
              <a:gd name="connsiteY23" fmla="*/ 21 h 9848"/>
              <a:gd name="connsiteX24" fmla="*/ 5642 w 10000"/>
              <a:gd name="connsiteY24" fmla="*/ 182 h 9848"/>
              <a:gd name="connsiteX25" fmla="*/ 5867 w 10000"/>
              <a:gd name="connsiteY25" fmla="*/ 785 h 9848"/>
              <a:gd name="connsiteX26" fmla="*/ 5625 w 10000"/>
              <a:gd name="connsiteY26" fmla="*/ 1085 h 9848"/>
              <a:gd name="connsiteX27" fmla="*/ 5847 w 10000"/>
              <a:gd name="connsiteY27" fmla="*/ 1659 h 9848"/>
              <a:gd name="connsiteX28" fmla="*/ 6011 w 10000"/>
              <a:gd name="connsiteY28" fmla="*/ 1669 h 9848"/>
              <a:gd name="connsiteX29" fmla="*/ 9925 w 10000"/>
              <a:gd name="connsiteY29" fmla="*/ 1672 h 9848"/>
              <a:gd name="connsiteX30" fmla="*/ 10000 w 10000"/>
              <a:gd name="connsiteY30" fmla="*/ 1727 h 9848"/>
              <a:gd name="connsiteX31" fmla="*/ 10000 w 10000"/>
              <a:gd name="connsiteY31" fmla="*/ 4966 h 9848"/>
              <a:gd name="connsiteX32" fmla="*/ 9858 w 10000"/>
              <a:gd name="connsiteY32" fmla="*/ 5128 h 9848"/>
              <a:gd name="connsiteX33" fmla="*/ 9661 w 10000"/>
              <a:gd name="connsiteY33" fmla="*/ 5096 h 9848"/>
              <a:gd name="connsiteX34" fmla="*/ 9203 w 10000"/>
              <a:gd name="connsiteY34" fmla="*/ 4890 h 9848"/>
              <a:gd name="connsiteX35" fmla="*/ 8513 w 10000"/>
              <a:gd name="connsiteY35" fmla="*/ 4876 h 9848"/>
              <a:gd name="connsiteX36" fmla="*/ 7968 w 10000"/>
              <a:gd name="connsiteY36" fmla="*/ 5110 h 9848"/>
              <a:gd name="connsiteX37" fmla="*/ 7677 w 10000"/>
              <a:gd name="connsiteY37" fmla="*/ 5505 h 9848"/>
              <a:gd name="connsiteX38" fmla="*/ 7709 w 10000"/>
              <a:gd name="connsiteY38" fmla="*/ 5957 h 9848"/>
              <a:gd name="connsiteX39" fmla="*/ 8235 w 10000"/>
              <a:gd name="connsiteY39" fmla="*/ 6418 h 9848"/>
              <a:gd name="connsiteX40" fmla="*/ 8847 w 10000"/>
              <a:gd name="connsiteY40" fmla="*/ 6530 h 9848"/>
              <a:gd name="connsiteX41" fmla="*/ 9397 w 10000"/>
              <a:gd name="connsiteY41" fmla="*/ 6424 h 9848"/>
              <a:gd name="connsiteX42" fmla="*/ 9651 w 10000"/>
              <a:gd name="connsiteY42" fmla="*/ 6284 h 9848"/>
              <a:gd name="connsiteX43" fmla="*/ 9838 w 10000"/>
              <a:gd name="connsiteY43" fmla="*/ 6245 h 9848"/>
              <a:gd name="connsiteX44" fmla="*/ 9995 w 10000"/>
              <a:gd name="connsiteY44" fmla="*/ 6360 h 9848"/>
              <a:gd name="connsiteX45" fmla="*/ 10000 w 10000"/>
              <a:gd name="connsiteY45" fmla="*/ 6417 h 9848"/>
              <a:gd name="connsiteX46" fmla="*/ 10000 w 10000"/>
              <a:gd name="connsiteY46" fmla="*/ 9652 h 9848"/>
              <a:gd name="connsiteX47" fmla="*/ 9925 w 10000"/>
              <a:gd name="connsiteY47" fmla="*/ 9706 h 9848"/>
              <a:gd name="connsiteX48" fmla="*/ 6046 w 10000"/>
              <a:gd name="connsiteY48" fmla="*/ 9705 h 9848"/>
              <a:gd name="connsiteX49" fmla="*/ 5792 w 10000"/>
              <a:gd name="connsiteY49" fmla="*/ 9728 h 9848"/>
              <a:gd name="connsiteX50" fmla="*/ 4420 w 10000"/>
              <a:gd name="connsiteY50" fmla="*/ 9848 h 9848"/>
              <a:gd name="connsiteX51" fmla="*/ 4071 w 10000"/>
              <a:gd name="connsiteY51" fmla="*/ 9709 h 9848"/>
              <a:gd name="connsiteX52" fmla="*/ 1267 w 10000"/>
              <a:gd name="connsiteY52" fmla="*/ 9708 h 9848"/>
              <a:gd name="connsiteX53" fmla="*/ 1228 w 10000"/>
              <a:gd name="connsiteY53" fmla="*/ 9708 h 9848"/>
              <a:gd name="connsiteX54" fmla="*/ 1228 w 10000"/>
              <a:gd name="connsiteY54" fmla="*/ 9708 h 9848"/>
              <a:gd name="connsiteX0" fmla="*/ 1228 w 10000"/>
              <a:gd name="connsiteY0" fmla="*/ 9858 h 9878"/>
              <a:gd name="connsiteX1" fmla="*/ 67 w 10000"/>
              <a:gd name="connsiteY1" fmla="*/ 9858 h 9878"/>
              <a:gd name="connsiteX2" fmla="*/ 0 w 10000"/>
              <a:gd name="connsiteY2" fmla="*/ 9804 h 9878"/>
              <a:gd name="connsiteX3" fmla="*/ 0 w 10000"/>
              <a:gd name="connsiteY3" fmla="*/ 6494 h 9878"/>
              <a:gd name="connsiteX4" fmla="*/ 132 w 10000"/>
              <a:gd name="connsiteY4" fmla="*/ 6345 h 9878"/>
              <a:gd name="connsiteX5" fmla="*/ 359 w 10000"/>
              <a:gd name="connsiteY5" fmla="*/ 6386 h 9878"/>
              <a:gd name="connsiteX6" fmla="*/ 1218 w 10000"/>
              <a:gd name="connsiteY6" fmla="*/ 6629 h 9878"/>
              <a:gd name="connsiteX7" fmla="*/ 1753 w 10000"/>
              <a:gd name="connsiteY7" fmla="*/ 6523 h 9878"/>
              <a:gd name="connsiteX8" fmla="*/ 2144 w 10000"/>
              <a:gd name="connsiteY8" fmla="*/ 6266 h 9878"/>
              <a:gd name="connsiteX9" fmla="*/ 2353 w 10000"/>
              <a:gd name="connsiteY9" fmla="*/ 5744 h 9878"/>
              <a:gd name="connsiteX10" fmla="*/ 2024 w 10000"/>
              <a:gd name="connsiteY10" fmla="*/ 5183 h 9878"/>
              <a:gd name="connsiteX11" fmla="*/ 1006 w 10000"/>
              <a:gd name="connsiteY11" fmla="*/ 4930 h 9878"/>
              <a:gd name="connsiteX12" fmla="*/ 356 w 10000"/>
              <a:gd name="connsiteY12" fmla="*/ 5169 h 9878"/>
              <a:gd name="connsiteX13" fmla="*/ 144 w 10000"/>
              <a:gd name="connsiteY13" fmla="*/ 5210 h 9878"/>
              <a:gd name="connsiteX14" fmla="*/ 0 w 10000"/>
              <a:gd name="connsiteY14" fmla="*/ 5065 h 9878"/>
              <a:gd name="connsiteX15" fmla="*/ 0 w 10000"/>
              <a:gd name="connsiteY15" fmla="*/ 4060 h 9878"/>
              <a:gd name="connsiteX16" fmla="*/ 0 w 10000"/>
              <a:gd name="connsiteY16" fmla="*/ 1747 h 9878"/>
              <a:gd name="connsiteX17" fmla="*/ 72 w 10000"/>
              <a:gd name="connsiteY17" fmla="*/ 1695 h 9878"/>
              <a:gd name="connsiteX18" fmla="*/ 3992 w 10000"/>
              <a:gd name="connsiteY18" fmla="*/ 1695 h 9878"/>
              <a:gd name="connsiteX19" fmla="*/ 4238 w 10000"/>
              <a:gd name="connsiteY19" fmla="*/ 1663 h 9878"/>
              <a:gd name="connsiteX20" fmla="*/ 4487 w 10000"/>
              <a:gd name="connsiteY20" fmla="*/ 1245 h 9878"/>
              <a:gd name="connsiteX21" fmla="*/ 4358 w 10000"/>
              <a:gd name="connsiteY21" fmla="*/ 1087 h 9878"/>
              <a:gd name="connsiteX22" fmla="*/ 4151 w 10000"/>
              <a:gd name="connsiteY22" fmla="*/ 442 h 9878"/>
              <a:gd name="connsiteX23" fmla="*/ 4811 w 10000"/>
              <a:gd name="connsiteY23" fmla="*/ 21 h 9878"/>
              <a:gd name="connsiteX24" fmla="*/ 5642 w 10000"/>
              <a:gd name="connsiteY24" fmla="*/ 185 h 9878"/>
              <a:gd name="connsiteX25" fmla="*/ 5867 w 10000"/>
              <a:gd name="connsiteY25" fmla="*/ 797 h 9878"/>
              <a:gd name="connsiteX26" fmla="*/ 5625 w 10000"/>
              <a:gd name="connsiteY26" fmla="*/ 1102 h 9878"/>
              <a:gd name="connsiteX27" fmla="*/ 5847 w 10000"/>
              <a:gd name="connsiteY27" fmla="*/ 1685 h 9878"/>
              <a:gd name="connsiteX28" fmla="*/ 6011 w 10000"/>
              <a:gd name="connsiteY28" fmla="*/ 1695 h 9878"/>
              <a:gd name="connsiteX29" fmla="*/ 9925 w 10000"/>
              <a:gd name="connsiteY29" fmla="*/ 1698 h 9878"/>
              <a:gd name="connsiteX30" fmla="*/ 10000 w 10000"/>
              <a:gd name="connsiteY30" fmla="*/ 1754 h 9878"/>
              <a:gd name="connsiteX31" fmla="*/ 10000 w 10000"/>
              <a:gd name="connsiteY31" fmla="*/ 5043 h 9878"/>
              <a:gd name="connsiteX32" fmla="*/ 9858 w 10000"/>
              <a:gd name="connsiteY32" fmla="*/ 5207 h 9878"/>
              <a:gd name="connsiteX33" fmla="*/ 9661 w 10000"/>
              <a:gd name="connsiteY33" fmla="*/ 5175 h 9878"/>
              <a:gd name="connsiteX34" fmla="*/ 9203 w 10000"/>
              <a:gd name="connsiteY34" fmla="*/ 4965 h 9878"/>
              <a:gd name="connsiteX35" fmla="*/ 8513 w 10000"/>
              <a:gd name="connsiteY35" fmla="*/ 4951 h 9878"/>
              <a:gd name="connsiteX36" fmla="*/ 7968 w 10000"/>
              <a:gd name="connsiteY36" fmla="*/ 5189 h 9878"/>
              <a:gd name="connsiteX37" fmla="*/ 7677 w 10000"/>
              <a:gd name="connsiteY37" fmla="*/ 5590 h 9878"/>
              <a:gd name="connsiteX38" fmla="*/ 7709 w 10000"/>
              <a:gd name="connsiteY38" fmla="*/ 6049 h 9878"/>
              <a:gd name="connsiteX39" fmla="*/ 8235 w 10000"/>
              <a:gd name="connsiteY39" fmla="*/ 6517 h 9878"/>
              <a:gd name="connsiteX40" fmla="*/ 8847 w 10000"/>
              <a:gd name="connsiteY40" fmla="*/ 6631 h 9878"/>
              <a:gd name="connsiteX41" fmla="*/ 9397 w 10000"/>
              <a:gd name="connsiteY41" fmla="*/ 6523 h 9878"/>
              <a:gd name="connsiteX42" fmla="*/ 9651 w 10000"/>
              <a:gd name="connsiteY42" fmla="*/ 6381 h 9878"/>
              <a:gd name="connsiteX43" fmla="*/ 9838 w 10000"/>
              <a:gd name="connsiteY43" fmla="*/ 6341 h 9878"/>
              <a:gd name="connsiteX44" fmla="*/ 9995 w 10000"/>
              <a:gd name="connsiteY44" fmla="*/ 6458 h 9878"/>
              <a:gd name="connsiteX45" fmla="*/ 10000 w 10000"/>
              <a:gd name="connsiteY45" fmla="*/ 6516 h 9878"/>
              <a:gd name="connsiteX46" fmla="*/ 10000 w 10000"/>
              <a:gd name="connsiteY46" fmla="*/ 9801 h 9878"/>
              <a:gd name="connsiteX47" fmla="*/ 9925 w 10000"/>
              <a:gd name="connsiteY47" fmla="*/ 9856 h 9878"/>
              <a:gd name="connsiteX48" fmla="*/ 6046 w 10000"/>
              <a:gd name="connsiteY48" fmla="*/ 9855 h 9878"/>
              <a:gd name="connsiteX49" fmla="*/ 5792 w 10000"/>
              <a:gd name="connsiteY49" fmla="*/ 9878 h 9878"/>
              <a:gd name="connsiteX50" fmla="*/ 4071 w 10000"/>
              <a:gd name="connsiteY50" fmla="*/ 9859 h 9878"/>
              <a:gd name="connsiteX51" fmla="*/ 1267 w 10000"/>
              <a:gd name="connsiteY51" fmla="*/ 9858 h 9878"/>
              <a:gd name="connsiteX52" fmla="*/ 1228 w 10000"/>
              <a:gd name="connsiteY52" fmla="*/ 9858 h 9878"/>
              <a:gd name="connsiteX53" fmla="*/ 1228 w 10000"/>
              <a:gd name="connsiteY53" fmla="*/ 9858 h 9878"/>
              <a:gd name="connsiteX0" fmla="*/ 1228 w 10000"/>
              <a:gd name="connsiteY0" fmla="*/ 9980 h 9981"/>
              <a:gd name="connsiteX1" fmla="*/ 67 w 10000"/>
              <a:gd name="connsiteY1" fmla="*/ 9980 h 9981"/>
              <a:gd name="connsiteX2" fmla="*/ 0 w 10000"/>
              <a:gd name="connsiteY2" fmla="*/ 9925 h 9981"/>
              <a:gd name="connsiteX3" fmla="*/ 0 w 10000"/>
              <a:gd name="connsiteY3" fmla="*/ 6574 h 9981"/>
              <a:gd name="connsiteX4" fmla="*/ 132 w 10000"/>
              <a:gd name="connsiteY4" fmla="*/ 6423 h 9981"/>
              <a:gd name="connsiteX5" fmla="*/ 359 w 10000"/>
              <a:gd name="connsiteY5" fmla="*/ 6465 h 9981"/>
              <a:gd name="connsiteX6" fmla="*/ 1218 w 10000"/>
              <a:gd name="connsiteY6" fmla="*/ 6711 h 9981"/>
              <a:gd name="connsiteX7" fmla="*/ 1753 w 10000"/>
              <a:gd name="connsiteY7" fmla="*/ 6604 h 9981"/>
              <a:gd name="connsiteX8" fmla="*/ 2144 w 10000"/>
              <a:gd name="connsiteY8" fmla="*/ 6343 h 9981"/>
              <a:gd name="connsiteX9" fmla="*/ 2353 w 10000"/>
              <a:gd name="connsiteY9" fmla="*/ 5815 h 9981"/>
              <a:gd name="connsiteX10" fmla="*/ 2024 w 10000"/>
              <a:gd name="connsiteY10" fmla="*/ 5247 h 9981"/>
              <a:gd name="connsiteX11" fmla="*/ 1006 w 10000"/>
              <a:gd name="connsiteY11" fmla="*/ 4991 h 9981"/>
              <a:gd name="connsiteX12" fmla="*/ 356 w 10000"/>
              <a:gd name="connsiteY12" fmla="*/ 5233 h 9981"/>
              <a:gd name="connsiteX13" fmla="*/ 144 w 10000"/>
              <a:gd name="connsiteY13" fmla="*/ 5274 h 9981"/>
              <a:gd name="connsiteX14" fmla="*/ 0 w 10000"/>
              <a:gd name="connsiteY14" fmla="*/ 5128 h 9981"/>
              <a:gd name="connsiteX15" fmla="*/ 0 w 10000"/>
              <a:gd name="connsiteY15" fmla="*/ 4110 h 9981"/>
              <a:gd name="connsiteX16" fmla="*/ 0 w 10000"/>
              <a:gd name="connsiteY16" fmla="*/ 1769 h 9981"/>
              <a:gd name="connsiteX17" fmla="*/ 72 w 10000"/>
              <a:gd name="connsiteY17" fmla="*/ 1716 h 9981"/>
              <a:gd name="connsiteX18" fmla="*/ 3992 w 10000"/>
              <a:gd name="connsiteY18" fmla="*/ 1716 h 9981"/>
              <a:gd name="connsiteX19" fmla="*/ 4238 w 10000"/>
              <a:gd name="connsiteY19" fmla="*/ 1684 h 9981"/>
              <a:gd name="connsiteX20" fmla="*/ 4487 w 10000"/>
              <a:gd name="connsiteY20" fmla="*/ 1260 h 9981"/>
              <a:gd name="connsiteX21" fmla="*/ 4358 w 10000"/>
              <a:gd name="connsiteY21" fmla="*/ 1100 h 9981"/>
              <a:gd name="connsiteX22" fmla="*/ 4151 w 10000"/>
              <a:gd name="connsiteY22" fmla="*/ 447 h 9981"/>
              <a:gd name="connsiteX23" fmla="*/ 4811 w 10000"/>
              <a:gd name="connsiteY23" fmla="*/ 21 h 9981"/>
              <a:gd name="connsiteX24" fmla="*/ 5642 w 10000"/>
              <a:gd name="connsiteY24" fmla="*/ 187 h 9981"/>
              <a:gd name="connsiteX25" fmla="*/ 5867 w 10000"/>
              <a:gd name="connsiteY25" fmla="*/ 807 h 9981"/>
              <a:gd name="connsiteX26" fmla="*/ 5625 w 10000"/>
              <a:gd name="connsiteY26" fmla="*/ 1116 h 9981"/>
              <a:gd name="connsiteX27" fmla="*/ 5847 w 10000"/>
              <a:gd name="connsiteY27" fmla="*/ 1706 h 9981"/>
              <a:gd name="connsiteX28" fmla="*/ 6011 w 10000"/>
              <a:gd name="connsiteY28" fmla="*/ 1716 h 9981"/>
              <a:gd name="connsiteX29" fmla="*/ 9925 w 10000"/>
              <a:gd name="connsiteY29" fmla="*/ 1719 h 9981"/>
              <a:gd name="connsiteX30" fmla="*/ 10000 w 10000"/>
              <a:gd name="connsiteY30" fmla="*/ 1776 h 9981"/>
              <a:gd name="connsiteX31" fmla="*/ 10000 w 10000"/>
              <a:gd name="connsiteY31" fmla="*/ 5105 h 9981"/>
              <a:gd name="connsiteX32" fmla="*/ 9858 w 10000"/>
              <a:gd name="connsiteY32" fmla="*/ 5271 h 9981"/>
              <a:gd name="connsiteX33" fmla="*/ 9661 w 10000"/>
              <a:gd name="connsiteY33" fmla="*/ 5239 h 9981"/>
              <a:gd name="connsiteX34" fmla="*/ 9203 w 10000"/>
              <a:gd name="connsiteY34" fmla="*/ 5026 h 9981"/>
              <a:gd name="connsiteX35" fmla="*/ 8513 w 10000"/>
              <a:gd name="connsiteY35" fmla="*/ 5012 h 9981"/>
              <a:gd name="connsiteX36" fmla="*/ 7968 w 10000"/>
              <a:gd name="connsiteY36" fmla="*/ 5253 h 9981"/>
              <a:gd name="connsiteX37" fmla="*/ 7677 w 10000"/>
              <a:gd name="connsiteY37" fmla="*/ 5659 h 9981"/>
              <a:gd name="connsiteX38" fmla="*/ 7709 w 10000"/>
              <a:gd name="connsiteY38" fmla="*/ 6124 h 9981"/>
              <a:gd name="connsiteX39" fmla="*/ 8235 w 10000"/>
              <a:gd name="connsiteY39" fmla="*/ 6597 h 9981"/>
              <a:gd name="connsiteX40" fmla="*/ 8847 w 10000"/>
              <a:gd name="connsiteY40" fmla="*/ 6713 h 9981"/>
              <a:gd name="connsiteX41" fmla="*/ 9397 w 10000"/>
              <a:gd name="connsiteY41" fmla="*/ 6604 h 9981"/>
              <a:gd name="connsiteX42" fmla="*/ 9651 w 10000"/>
              <a:gd name="connsiteY42" fmla="*/ 6460 h 9981"/>
              <a:gd name="connsiteX43" fmla="*/ 9838 w 10000"/>
              <a:gd name="connsiteY43" fmla="*/ 6419 h 9981"/>
              <a:gd name="connsiteX44" fmla="*/ 9995 w 10000"/>
              <a:gd name="connsiteY44" fmla="*/ 6538 h 9981"/>
              <a:gd name="connsiteX45" fmla="*/ 10000 w 10000"/>
              <a:gd name="connsiteY45" fmla="*/ 6596 h 9981"/>
              <a:gd name="connsiteX46" fmla="*/ 10000 w 10000"/>
              <a:gd name="connsiteY46" fmla="*/ 9922 h 9981"/>
              <a:gd name="connsiteX47" fmla="*/ 9925 w 10000"/>
              <a:gd name="connsiteY47" fmla="*/ 9978 h 9981"/>
              <a:gd name="connsiteX48" fmla="*/ 6046 w 10000"/>
              <a:gd name="connsiteY48" fmla="*/ 9977 h 9981"/>
              <a:gd name="connsiteX49" fmla="*/ 4071 w 10000"/>
              <a:gd name="connsiteY49" fmla="*/ 9981 h 9981"/>
              <a:gd name="connsiteX50" fmla="*/ 1267 w 10000"/>
              <a:gd name="connsiteY50" fmla="*/ 9980 h 9981"/>
              <a:gd name="connsiteX51" fmla="*/ 1228 w 10000"/>
              <a:gd name="connsiteY51" fmla="*/ 9980 h 9981"/>
              <a:gd name="connsiteX52" fmla="*/ 1228 w 10000"/>
              <a:gd name="connsiteY52" fmla="*/ 9980 h 9981"/>
              <a:gd name="connsiteX0" fmla="*/ 1228 w 10000"/>
              <a:gd name="connsiteY0" fmla="*/ 9999 h 9999"/>
              <a:gd name="connsiteX1" fmla="*/ 67 w 10000"/>
              <a:gd name="connsiteY1" fmla="*/ 9999 h 9999"/>
              <a:gd name="connsiteX2" fmla="*/ 0 w 10000"/>
              <a:gd name="connsiteY2" fmla="*/ 9944 h 9999"/>
              <a:gd name="connsiteX3" fmla="*/ 0 w 10000"/>
              <a:gd name="connsiteY3" fmla="*/ 6587 h 9999"/>
              <a:gd name="connsiteX4" fmla="*/ 132 w 10000"/>
              <a:gd name="connsiteY4" fmla="*/ 6435 h 9999"/>
              <a:gd name="connsiteX5" fmla="*/ 359 w 10000"/>
              <a:gd name="connsiteY5" fmla="*/ 6477 h 9999"/>
              <a:gd name="connsiteX6" fmla="*/ 1218 w 10000"/>
              <a:gd name="connsiteY6" fmla="*/ 6724 h 9999"/>
              <a:gd name="connsiteX7" fmla="*/ 1753 w 10000"/>
              <a:gd name="connsiteY7" fmla="*/ 6617 h 9999"/>
              <a:gd name="connsiteX8" fmla="*/ 2144 w 10000"/>
              <a:gd name="connsiteY8" fmla="*/ 6355 h 9999"/>
              <a:gd name="connsiteX9" fmla="*/ 2353 w 10000"/>
              <a:gd name="connsiteY9" fmla="*/ 5826 h 9999"/>
              <a:gd name="connsiteX10" fmla="*/ 2024 w 10000"/>
              <a:gd name="connsiteY10" fmla="*/ 5257 h 9999"/>
              <a:gd name="connsiteX11" fmla="*/ 1006 w 10000"/>
              <a:gd name="connsiteY11" fmla="*/ 5001 h 9999"/>
              <a:gd name="connsiteX12" fmla="*/ 356 w 10000"/>
              <a:gd name="connsiteY12" fmla="*/ 5243 h 9999"/>
              <a:gd name="connsiteX13" fmla="*/ 144 w 10000"/>
              <a:gd name="connsiteY13" fmla="*/ 5284 h 9999"/>
              <a:gd name="connsiteX14" fmla="*/ 0 w 10000"/>
              <a:gd name="connsiteY14" fmla="*/ 5138 h 9999"/>
              <a:gd name="connsiteX15" fmla="*/ 0 w 10000"/>
              <a:gd name="connsiteY15" fmla="*/ 4118 h 9999"/>
              <a:gd name="connsiteX16" fmla="*/ 0 w 10000"/>
              <a:gd name="connsiteY16" fmla="*/ 1772 h 9999"/>
              <a:gd name="connsiteX17" fmla="*/ 72 w 10000"/>
              <a:gd name="connsiteY17" fmla="*/ 1719 h 9999"/>
              <a:gd name="connsiteX18" fmla="*/ 3992 w 10000"/>
              <a:gd name="connsiteY18" fmla="*/ 1719 h 9999"/>
              <a:gd name="connsiteX19" fmla="*/ 4238 w 10000"/>
              <a:gd name="connsiteY19" fmla="*/ 1687 h 9999"/>
              <a:gd name="connsiteX20" fmla="*/ 4487 w 10000"/>
              <a:gd name="connsiteY20" fmla="*/ 1262 h 9999"/>
              <a:gd name="connsiteX21" fmla="*/ 4358 w 10000"/>
              <a:gd name="connsiteY21" fmla="*/ 1102 h 9999"/>
              <a:gd name="connsiteX22" fmla="*/ 4151 w 10000"/>
              <a:gd name="connsiteY22" fmla="*/ 448 h 9999"/>
              <a:gd name="connsiteX23" fmla="*/ 4811 w 10000"/>
              <a:gd name="connsiteY23" fmla="*/ 21 h 9999"/>
              <a:gd name="connsiteX24" fmla="*/ 5642 w 10000"/>
              <a:gd name="connsiteY24" fmla="*/ 187 h 9999"/>
              <a:gd name="connsiteX25" fmla="*/ 5867 w 10000"/>
              <a:gd name="connsiteY25" fmla="*/ 809 h 9999"/>
              <a:gd name="connsiteX26" fmla="*/ 5625 w 10000"/>
              <a:gd name="connsiteY26" fmla="*/ 1118 h 9999"/>
              <a:gd name="connsiteX27" fmla="*/ 5847 w 10000"/>
              <a:gd name="connsiteY27" fmla="*/ 1709 h 9999"/>
              <a:gd name="connsiteX28" fmla="*/ 6011 w 10000"/>
              <a:gd name="connsiteY28" fmla="*/ 1719 h 9999"/>
              <a:gd name="connsiteX29" fmla="*/ 9925 w 10000"/>
              <a:gd name="connsiteY29" fmla="*/ 1722 h 9999"/>
              <a:gd name="connsiteX30" fmla="*/ 10000 w 10000"/>
              <a:gd name="connsiteY30" fmla="*/ 1779 h 9999"/>
              <a:gd name="connsiteX31" fmla="*/ 10000 w 10000"/>
              <a:gd name="connsiteY31" fmla="*/ 5115 h 9999"/>
              <a:gd name="connsiteX32" fmla="*/ 9858 w 10000"/>
              <a:gd name="connsiteY32" fmla="*/ 5281 h 9999"/>
              <a:gd name="connsiteX33" fmla="*/ 9661 w 10000"/>
              <a:gd name="connsiteY33" fmla="*/ 5249 h 9999"/>
              <a:gd name="connsiteX34" fmla="*/ 9203 w 10000"/>
              <a:gd name="connsiteY34" fmla="*/ 5036 h 9999"/>
              <a:gd name="connsiteX35" fmla="*/ 8513 w 10000"/>
              <a:gd name="connsiteY35" fmla="*/ 5022 h 9999"/>
              <a:gd name="connsiteX36" fmla="*/ 7968 w 10000"/>
              <a:gd name="connsiteY36" fmla="*/ 5263 h 9999"/>
              <a:gd name="connsiteX37" fmla="*/ 7677 w 10000"/>
              <a:gd name="connsiteY37" fmla="*/ 5670 h 9999"/>
              <a:gd name="connsiteX38" fmla="*/ 7709 w 10000"/>
              <a:gd name="connsiteY38" fmla="*/ 6136 h 9999"/>
              <a:gd name="connsiteX39" fmla="*/ 8235 w 10000"/>
              <a:gd name="connsiteY39" fmla="*/ 6610 h 9999"/>
              <a:gd name="connsiteX40" fmla="*/ 8847 w 10000"/>
              <a:gd name="connsiteY40" fmla="*/ 6726 h 9999"/>
              <a:gd name="connsiteX41" fmla="*/ 9397 w 10000"/>
              <a:gd name="connsiteY41" fmla="*/ 6617 h 9999"/>
              <a:gd name="connsiteX42" fmla="*/ 9651 w 10000"/>
              <a:gd name="connsiteY42" fmla="*/ 6472 h 9999"/>
              <a:gd name="connsiteX43" fmla="*/ 9838 w 10000"/>
              <a:gd name="connsiteY43" fmla="*/ 6431 h 9999"/>
              <a:gd name="connsiteX44" fmla="*/ 9995 w 10000"/>
              <a:gd name="connsiteY44" fmla="*/ 6550 h 9999"/>
              <a:gd name="connsiteX45" fmla="*/ 10000 w 10000"/>
              <a:gd name="connsiteY45" fmla="*/ 6609 h 9999"/>
              <a:gd name="connsiteX46" fmla="*/ 10000 w 10000"/>
              <a:gd name="connsiteY46" fmla="*/ 9941 h 9999"/>
              <a:gd name="connsiteX47" fmla="*/ 9925 w 10000"/>
              <a:gd name="connsiteY47" fmla="*/ 9997 h 9999"/>
              <a:gd name="connsiteX48" fmla="*/ 6046 w 10000"/>
              <a:gd name="connsiteY48" fmla="*/ 9996 h 9999"/>
              <a:gd name="connsiteX49" fmla="*/ 1267 w 10000"/>
              <a:gd name="connsiteY49" fmla="*/ 9999 h 9999"/>
              <a:gd name="connsiteX50" fmla="*/ 1228 w 10000"/>
              <a:gd name="connsiteY50" fmla="*/ 9999 h 9999"/>
              <a:gd name="connsiteX51" fmla="*/ 1228 w 10000"/>
              <a:gd name="connsiteY51" fmla="*/ 9999 h 9999"/>
              <a:gd name="connsiteX0" fmla="*/ 1228 w 10000"/>
              <a:gd name="connsiteY0" fmla="*/ 10000 h 10000"/>
              <a:gd name="connsiteX1" fmla="*/ 67 w 10000"/>
              <a:gd name="connsiteY1" fmla="*/ 10000 h 10000"/>
              <a:gd name="connsiteX2" fmla="*/ 0 w 10000"/>
              <a:gd name="connsiteY2" fmla="*/ 9945 h 10000"/>
              <a:gd name="connsiteX3" fmla="*/ 0 w 10000"/>
              <a:gd name="connsiteY3" fmla="*/ 6588 h 10000"/>
              <a:gd name="connsiteX4" fmla="*/ 132 w 10000"/>
              <a:gd name="connsiteY4" fmla="*/ 6436 h 10000"/>
              <a:gd name="connsiteX5" fmla="*/ 359 w 10000"/>
              <a:gd name="connsiteY5" fmla="*/ 6478 h 10000"/>
              <a:gd name="connsiteX6" fmla="*/ 1218 w 10000"/>
              <a:gd name="connsiteY6" fmla="*/ 6725 h 10000"/>
              <a:gd name="connsiteX7" fmla="*/ 1753 w 10000"/>
              <a:gd name="connsiteY7" fmla="*/ 6618 h 10000"/>
              <a:gd name="connsiteX8" fmla="*/ 2144 w 10000"/>
              <a:gd name="connsiteY8" fmla="*/ 6356 h 10000"/>
              <a:gd name="connsiteX9" fmla="*/ 2353 w 10000"/>
              <a:gd name="connsiteY9" fmla="*/ 5827 h 10000"/>
              <a:gd name="connsiteX10" fmla="*/ 2024 w 10000"/>
              <a:gd name="connsiteY10" fmla="*/ 5258 h 10000"/>
              <a:gd name="connsiteX11" fmla="*/ 1006 w 10000"/>
              <a:gd name="connsiteY11" fmla="*/ 5002 h 10000"/>
              <a:gd name="connsiteX12" fmla="*/ 356 w 10000"/>
              <a:gd name="connsiteY12" fmla="*/ 5244 h 10000"/>
              <a:gd name="connsiteX13" fmla="*/ 144 w 10000"/>
              <a:gd name="connsiteY13" fmla="*/ 5285 h 10000"/>
              <a:gd name="connsiteX14" fmla="*/ 0 w 10000"/>
              <a:gd name="connsiteY14" fmla="*/ 5139 h 10000"/>
              <a:gd name="connsiteX15" fmla="*/ 0 w 10000"/>
              <a:gd name="connsiteY15" fmla="*/ 4118 h 10000"/>
              <a:gd name="connsiteX16" fmla="*/ 0 w 10000"/>
              <a:gd name="connsiteY16" fmla="*/ 1772 h 10000"/>
              <a:gd name="connsiteX17" fmla="*/ 72 w 10000"/>
              <a:gd name="connsiteY17" fmla="*/ 1719 h 10000"/>
              <a:gd name="connsiteX18" fmla="*/ 3992 w 10000"/>
              <a:gd name="connsiteY18" fmla="*/ 1719 h 10000"/>
              <a:gd name="connsiteX19" fmla="*/ 4238 w 10000"/>
              <a:gd name="connsiteY19" fmla="*/ 1687 h 10000"/>
              <a:gd name="connsiteX20" fmla="*/ 4487 w 10000"/>
              <a:gd name="connsiteY20" fmla="*/ 1262 h 10000"/>
              <a:gd name="connsiteX21" fmla="*/ 4358 w 10000"/>
              <a:gd name="connsiteY21" fmla="*/ 1102 h 10000"/>
              <a:gd name="connsiteX22" fmla="*/ 4151 w 10000"/>
              <a:gd name="connsiteY22" fmla="*/ 448 h 10000"/>
              <a:gd name="connsiteX23" fmla="*/ 4811 w 10000"/>
              <a:gd name="connsiteY23" fmla="*/ 21 h 10000"/>
              <a:gd name="connsiteX24" fmla="*/ 5642 w 10000"/>
              <a:gd name="connsiteY24" fmla="*/ 187 h 10000"/>
              <a:gd name="connsiteX25" fmla="*/ 5867 w 10000"/>
              <a:gd name="connsiteY25" fmla="*/ 809 h 10000"/>
              <a:gd name="connsiteX26" fmla="*/ 5625 w 10000"/>
              <a:gd name="connsiteY26" fmla="*/ 1118 h 10000"/>
              <a:gd name="connsiteX27" fmla="*/ 5847 w 10000"/>
              <a:gd name="connsiteY27" fmla="*/ 1709 h 10000"/>
              <a:gd name="connsiteX28" fmla="*/ 6011 w 10000"/>
              <a:gd name="connsiteY28" fmla="*/ 1719 h 10000"/>
              <a:gd name="connsiteX29" fmla="*/ 9925 w 10000"/>
              <a:gd name="connsiteY29" fmla="*/ 1722 h 10000"/>
              <a:gd name="connsiteX30" fmla="*/ 10000 w 10000"/>
              <a:gd name="connsiteY30" fmla="*/ 1779 h 10000"/>
              <a:gd name="connsiteX31" fmla="*/ 10000 w 10000"/>
              <a:gd name="connsiteY31" fmla="*/ 5116 h 10000"/>
              <a:gd name="connsiteX32" fmla="*/ 9858 w 10000"/>
              <a:gd name="connsiteY32" fmla="*/ 5282 h 10000"/>
              <a:gd name="connsiteX33" fmla="*/ 9661 w 10000"/>
              <a:gd name="connsiteY33" fmla="*/ 5250 h 10000"/>
              <a:gd name="connsiteX34" fmla="*/ 9203 w 10000"/>
              <a:gd name="connsiteY34" fmla="*/ 5037 h 10000"/>
              <a:gd name="connsiteX35" fmla="*/ 8513 w 10000"/>
              <a:gd name="connsiteY35" fmla="*/ 5023 h 10000"/>
              <a:gd name="connsiteX36" fmla="*/ 7968 w 10000"/>
              <a:gd name="connsiteY36" fmla="*/ 5264 h 10000"/>
              <a:gd name="connsiteX37" fmla="*/ 7677 w 10000"/>
              <a:gd name="connsiteY37" fmla="*/ 5671 h 10000"/>
              <a:gd name="connsiteX38" fmla="*/ 7709 w 10000"/>
              <a:gd name="connsiteY38" fmla="*/ 6137 h 10000"/>
              <a:gd name="connsiteX39" fmla="*/ 8235 w 10000"/>
              <a:gd name="connsiteY39" fmla="*/ 6611 h 10000"/>
              <a:gd name="connsiteX40" fmla="*/ 8847 w 10000"/>
              <a:gd name="connsiteY40" fmla="*/ 6727 h 10000"/>
              <a:gd name="connsiteX41" fmla="*/ 9397 w 10000"/>
              <a:gd name="connsiteY41" fmla="*/ 6618 h 10000"/>
              <a:gd name="connsiteX42" fmla="*/ 9651 w 10000"/>
              <a:gd name="connsiteY42" fmla="*/ 6473 h 10000"/>
              <a:gd name="connsiteX43" fmla="*/ 9838 w 10000"/>
              <a:gd name="connsiteY43" fmla="*/ 6432 h 10000"/>
              <a:gd name="connsiteX44" fmla="*/ 9995 w 10000"/>
              <a:gd name="connsiteY44" fmla="*/ 6551 h 10000"/>
              <a:gd name="connsiteX45" fmla="*/ 10000 w 10000"/>
              <a:gd name="connsiteY45" fmla="*/ 6610 h 10000"/>
              <a:gd name="connsiteX46" fmla="*/ 10000 w 10000"/>
              <a:gd name="connsiteY46" fmla="*/ 9942 h 10000"/>
              <a:gd name="connsiteX47" fmla="*/ 9925 w 10000"/>
              <a:gd name="connsiteY47" fmla="*/ 9998 h 10000"/>
              <a:gd name="connsiteX48" fmla="*/ 1267 w 10000"/>
              <a:gd name="connsiteY48" fmla="*/ 10000 h 10000"/>
              <a:gd name="connsiteX49" fmla="*/ 1228 w 10000"/>
              <a:gd name="connsiteY49" fmla="*/ 10000 h 10000"/>
              <a:gd name="connsiteX50" fmla="*/ 1228 w 10000"/>
              <a:gd name="connsiteY50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000" h="10000">
                <a:moveTo>
                  <a:pt x="1228" y="10000"/>
                </a:moveTo>
                <a:lnTo>
                  <a:pt x="67" y="10000"/>
                </a:lnTo>
                <a:cubicBezTo>
                  <a:pt x="0" y="10000"/>
                  <a:pt x="0" y="10000"/>
                  <a:pt x="0" y="9945"/>
                </a:cubicBezTo>
                <a:lnTo>
                  <a:pt x="0" y="6588"/>
                </a:lnTo>
                <a:cubicBezTo>
                  <a:pt x="0" y="6518"/>
                  <a:pt x="47" y="6464"/>
                  <a:pt x="132" y="6436"/>
                </a:cubicBezTo>
                <a:cubicBezTo>
                  <a:pt x="212" y="6415"/>
                  <a:pt x="289" y="6428"/>
                  <a:pt x="359" y="6478"/>
                </a:cubicBezTo>
                <a:cubicBezTo>
                  <a:pt x="600" y="6648"/>
                  <a:pt x="884" y="6730"/>
                  <a:pt x="1218" y="6725"/>
                </a:cubicBezTo>
                <a:cubicBezTo>
                  <a:pt x="1409" y="6722"/>
                  <a:pt x="1589" y="6684"/>
                  <a:pt x="1753" y="6618"/>
                </a:cubicBezTo>
                <a:cubicBezTo>
                  <a:pt x="1910" y="6552"/>
                  <a:pt x="2039" y="6466"/>
                  <a:pt x="2144" y="6356"/>
                </a:cubicBezTo>
                <a:cubicBezTo>
                  <a:pt x="2293" y="6197"/>
                  <a:pt x="2363" y="6021"/>
                  <a:pt x="2353" y="5827"/>
                </a:cubicBezTo>
                <a:cubicBezTo>
                  <a:pt x="2341" y="5606"/>
                  <a:pt x="2231" y="5415"/>
                  <a:pt x="2024" y="5258"/>
                </a:cubicBezTo>
                <a:cubicBezTo>
                  <a:pt x="1743" y="5044"/>
                  <a:pt x="1397" y="4964"/>
                  <a:pt x="1006" y="5002"/>
                </a:cubicBezTo>
                <a:cubicBezTo>
                  <a:pt x="754" y="5024"/>
                  <a:pt x="538" y="5110"/>
                  <a:pt x="356" y="5244"/>
                </a:cubicBezTo>
                <a:cubicBezTo>
                  <a:pt x="296" y="5285"/>
                  <a:pt x="212" y="5303"/>
                  <a:pt x="144" y="5285"/>
                </a:cubicBezTo>
                <a:cubicBezTo>
                  <a:pt x="52" y="5260"/>
                  <a:pt x="0" y="5203"/>
                  <a:pt x="0" y="5139"/>
                </a:cubicBezTo>
                <a:lnTo>
                  <a:pt x="0" y="4118"/>
                </a:lnTo>
                <a:lnTo>
                  <a:pt x="0" y="1772"/>
                </a:lnTo>
                <a:cubicBezTo>
                  <a:pt x="0" y="1719"/>
                  <a:pt x="0" y="1719"/>
                  <a:pt x="72" y="1719"/>
                </a:cubicBezTo>
                <a:lnTo>
                  <a:pt x="3992" y="1719"/>
                </a:lnTo>
                <a:cubicBezTo>
                  <a:pt x="4076" y="1719"/>
                  <a:pt x="4158" y="1714"/>
                  <a:pt x="4238" y="1687"/>
                </a:cubicBezTo>
                <a:cubicBezTo>
                  <a:pt x="4447" y="1615"/>
                  <a:pt x="4562" y="1422"/>
                  <a:pt x="4487" y="1262"/>
                </a:cubicBezTo>
                <a:cubicBezTo>
                  <a:pt x="4460" y="1201"/>
                  <a:pt x="4415" y="1151"/>
                  <a:pt x="4358" y="1102"/>
                </a:cubicBezTo>
                <a:cubicBezTo>
                  <a:pt x="4124" y="913"/>
                  <a:pt x="4049" y="692"/>
                  <a:pt x="4151" y="448"/>
                </a:cubicBezTo>
                <a:cubicBezTo>
                  <a:pt x="4250" y="202"/>
                  <a:pt x="4482" y="74"/>
                  <a:pt x="4811" y="21"/>
                </a:cubicBezTo>
                <a:cubicBezTo>
                  <a:pt x="5125" y="-29"/>
                  <a:pt x="5413" y="6"/>
                  <a:pt x="5642" y="187"/>
                </a:cubicBezTo>
                <a:cubicBezTo>
                  <a:pt x="5867" y="362"/>
                  <a:pt x="5944" y="571"/>
                  <a:pt x="5867" y="809"/>
                </a:cubicBezTo>
                <a:cubicBezTo>
                  <a:pt x="5827" y="929"/>
                  <a:pt x="5742" y="1030"/>
                  <a:pt x="5625" y="1118"/>
                </a:cubicBezTo>
                <a:cubicBezTo>
                  <a:pt x="5386" y="1302"/>
                  <a:pt x="5476" y="1628"/>
                  <a:pt x="5847" y="1709"/>
                </a:cubicBezTo>
                <a:cubicBezTo>
                  <a:pt x="5899" y="1722"/>
                  <a:pt x="5956" y="1719"/>
                  <a:pt x="6011" y="1719"/>
                </a:cubicBezTo>
                <a:lnTo>
                  <a:pt x="9925" y="1722"/>
                </a:lnTo>
                <a:cubicBezTo>
                  <a:pt x="10000" y="1722"/>
                  <a:pt x="10000" y="1722"/>
                  <a:pt x="10000" y="1779"/>
                </a:cubicBezTo>
                <a:lnTo>
                  <a:pt x="10000" y="5116"/>
                </a:lnTo>
                <a:cubicBezTo>
                  <a:pt x="10000" y="5203"/>
                  <a:pt x="9958" y="5253"/>
                  <a:pt x="9858" y="5282"/>
                </a:cubicBezTo>
                <a:cubicBezTo>
                  <a:pt x="9781" y="5305"/>
                  <a:pt x="9714" y="5288"/>
                  <a:pt x="9661" y="5250"/>
                </a:cubicBezTo>
                <a:cubicBezTo>
                  <a:pt x="9527" y="5155"/>
                  <a:pt x="9377" y="5079"/>
                  <a:pt x="9203" y="5037"/>
                </a:cubicBezTo>
                <a:cubicBezTo>
                  <a:pt x="8977" y="4980"/>
                  <a:pt x="8745" y="4977"/>
                  <a:pt x="8513" y="5023"/>
                </a:cubicBezTo>
                <a:cubicBezTo>
                  <a:pt x="8299" y="5065"/>
                  <a:pt x="8118" y="5147"/>
                  <a:pt x="7968" y="5264"/>
                </a:cubicBezTo>
                <a:cubicBezTo>
                  <a:pt x="7821" y="5378"/>
                  <a:pt x="7724" y="5512"/>
                  <a:pt x="7677" y="5671"/>
                </a:cubicBezTo>
                <a:cubicBezTo>
                  <a:pt x="7627" y="5829"/>
                  <a:pt x="7639" y="5983"/>
                  <a:pt x="7709" y="6137"/>
                </a:cubicBezTo>
                <a:cubicBezTo>
                  <a:pt x="7804" y="6343"/>
                  <a:pt x="7981" y="6499"/>
                  <a:pt x="8235" y="6611"/>
                </a:cubicBezTo>
                <a:cubicBezTo>
                  <a:pt x="8421" y="6693"/>
                  <a:pt x="8628" y="6728"/>
                  <a:pt x="8847" y="6727"/>
                </a:cubicBezTo>
                <a:cubicBezTo>
                  <a:pt x="9044" y="6723"/>
                  <a:pt x="9228" y="6690"/>
                  <a:pt x="9397" y="6618"/>
                </a:cubicBezTo>
                <a:cubicBezTo>
                  <a:pt x="9487" y="6576"/>
                  <a:pt x="9569" y="6523"/>
                  <a:pt x="9651" y="6473"/>
                </a:cubicBezTo>
                <a:cubicBezTo>
                  <a:pt x="9709" y="6439"/>
                  <a:pt x="9766" y="6418"/>
                  <a:pt x="9838" y="6432"/>
                </a:cubicBezTo>
                <a:cubicBezTo>
                  <a:pt x="9920" y="6450"/>
                  <a:pt x="9978" y="6482"/>
                  <a:pt x="9995" y="6551"/>
                </a:cubicBezTo>
                <a:cubicBezTo>
                  <a:pt x="10000" y="6568"/>
                  <a:pt x="10000" y="6589"/>
                  <a:pt x="10000" y="6610"/>
                </a:cubicBezTo>
                <a:lnTo>
                  <a:pt x="10000" y="9942"/>
                </a:lnTo>
                <a:cubicBezTo>
                  <a:pt x="10000" y="9998"/>
                  <a:pt x="10000" y="9998"/>
                  <a:pt x="9925" y="9998"/>
                </a:cubicBezTo>
                <a:lnTo>
                  <a:pt x="1267" y="10000"/>
                </a:lnTo>
                <a:lnTo>
                  <a:pt x="1228" y="10000"/>
                </a:lnTo>
                <a:lnTo>
                  <a:pt x="1228" y="10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329500FF-E40B-43CD-B07B-8A89AF9F1AFB}"/>
              </a:ext>
            </a:extLst>
          </p:cNvPr>
          <p:cNvSpPr>
            <a:spLocks/>
          </p:cNvSpPr>
          <p:nvPr/>
        </p:nvSpPr>
        <p:spPr bwMode="auto">
          <a:xfrm rot="5400000">
            <a:off x="2477026" y="4067241"/>
            <a:ext cx="1204017" cy="1923536"/>
          </a:xfrm>
          <a:custGeom>
            <a:avLst/>
            <a:gdLst>
              <a:gd name="T0" fmla="*/ 27 w 4016"/>
              <a:gd name="T1" fmla="*/ 5450 h 6400"/>
              <a:gd name="T2" fmla="*/ 0 w 4016"/>
              <a:gd name="T3" fmla="*/ 3596 h 6400"/>
              <a:gd name="T4" fmla="*/ 144 w 4016"/>
              <a:gd name="T5" fmla="*/ 3537 h 6400"/>
              <a:gd name="T6" fmla="*/ 704 w 4016"/>
              <a:gd name="T7" fmla="*/ 3612 h 6400"/>
              <a:gd name="T8" fmla="*/ 945 w 4016"/>
              <a:gd name="T9" fmla="*/ 3183 h 6400"/>
              <a:gd name="T10" fmla="*/ 404 w 4016"/>
              <a:gd name="T11" fmla="*/ 2734 h 6400"/>
              <a:gd name="T12" fmla="*/ 58 w 4016"/>
              <a:gd name="T13" fmla="*/ 2888 h 6400"/>
              <a:gd name="T14" fmla="*/ 0 w 4016"/>
              <a:gd name="T15" fmla="*/ 2254 h 6400"/>
              <a:gd name="T16" fmla="*/ 29 w 4016"/>
              <a:gd name="T17" fmla="*/ 951 h 6400"/>
              <a:gd name="T18" fmla="*/ 1702 w 4016"/>
              <a:gd name="T19" fmla="*/ 933 h 6400"/>
              <a:gd name="T20" fmla="*/ 1750 w 4016"/>
              <a:gd name="T21" fmla="*/ 615 h 6400"/>
              <a:gd name="T22" fmla="*/ 1932 w 4016"/>
              <a:gd name="T23" fmla="*/ 28 h 6400"/>
              <a:gd name="T24" fmla="*/ 2356 w 4016"/>
              <a:gd name="T25" fmla="*/ 455 h 6400"/>
              <a:gd name="T26" fmla="*/ 2348 w 4016"/>
              <a:gd name="T27" fmla="*/ 946 h 6400"/>
              <a:gd name="T28" fmla="*/ 3986 w 4016"/>
              <a:gd name="T29" fmla="*/ 952 h 6400"/>
              <a:gd name="T30" fmla="*/ 4016 w 4016"/>
              <a:gd name="T31" fmla="*/ 2797 h 6400"/>
              <a:gd name="T32" fmla="*/ 3880 w 4016"/>
              <a:gd name="T33" fmla="*/ 2869 h 6400"/>
              <a:gd name="T34" fmla="*/ 3419 w 4016"/>
              <a:gd name="T35" fmla="*/ 2746 h 6400"/>
              <a:gd name="T36" fmla="*/ 3083 w 4016"/>
              <a:gd name="T37" fmla="*/ 3097 h 6400"/>
              <a:gd name="T38" fmla="*/ 3307 w 4016"/>
              <a:gd name="T39" fmla="*/ 3609 h 6400"/>
              <a:gd name="T40" fmla="*/ 3774 w 4016"/>
              <a:gd name="T41" fmla="*/ 3612 h 6400"/>
              <a:gd name="T42" fmla="*/ 3951 w 4016"/>
              <a:gd name="T43" fmla="*/ 3512 h 6400"/>
              <a:gd name="T44" fmla="*/ 4016 w 4016"/>
              <a:gd name="T45" fmla="*/ 3608 h 6400"/>
              <a:gd name="T46" fmla="*/ 3986 w 4016"/>
              <a:gd name="T47" fmla="*/ 5449 h 6400"/>
              <a:gd name="T48" fmla="*/ 2326 w 4016"/>
              <a:gd name="T49" fmla="*/ 5462 h 6400"/>
              <a:gd name="T50" fmla="*/ 2241 w 4016"/>
              <a:gd name="T51" fmla="*/ 5758 h 6400"/>
              <a:gd name="T52" fmla="*/ 2357 w 4016"/>
              <a:gd name="T53" fmla="*/ 6121 h 6400"/>
              <a:gd name="T54" fmla="*/ 1976 w 4016"/>
              <a:gd name="T55" fmla="*/ 6392 h 6400"/>
              <a:gd name="T56" fmla="*/ 1663 w 4016"/>
              <a:gd name="T57" fmla="*/ 5937 h 6400"/>
              <a:gd name="T58" fmla="*/ 1775 w 4016"/>
              <a:gd name="T59" fmla="*/ 5529 h 6400"/>
              <a:gd name="T60" fmla="*/ 509 w 4016"/>
              <a:gd name="T61" fmla="*/ 5450 h 6400"/>
              <a:gd name="T62" fmla="*/ 493 w 4016"/>
              <a:gd name="T63" fmla="*/ 5450 h 6400"/>
              <a:gd name="connsiteX0" fmla="*/ 1228 w 10000"/>
              <a:gd name="connsiteY0" fmla="*/ 8491 h 9965"/>
              <a:gd name="connsiteX1" fmla="*/ 67 w 10000"/>
              <a:gd name="connsiteY1" fmla="*/ 8491 h 9965"/>
              <a:gd name="connsiteX2" fmla="*/ 0 w 10000"/>
              <a:gd name="connsiteY2" fmla="*/ 8447 h 9965"/>
              <a:gd name="connsiteX3" fmla="*/ 0 w 10000"/>
              <a:gd name="connsiteY3" fmla="*/ 5594 h 9965"/>
              <a:gd name="connsiteX4" fmla="*/ 132 w 10000"/>
              <a:gd name="connsiteY4" fmla="*/ 5467 h 9965"/>
              <a:gd name="connsiteX5" fmla="*/ 359 w 10000"/>
              <a:gd name="connsiteY5" fmla="*/ 5502 h 9965"/>
              <a:gd name="connsiteX6" fmla="*/ 1218 w 10000"/>
              <a:gd name="connsiteY6" fmla="*/ 5711 h 9965"/>
              <a:gd name="connsiteX7" fmla="*/ 1753 w 10000"/>
              <a:gd name="connsiteY7" fmla="*/ 5619 h 9965"/>
              <a:gd name="connsiteX8" fmla="*/ 2144 w 10000"/>
              <a:gd name="connsiteY8" fmla="*/ 5398 h 9965"/>
              <a:gd name="connsiteX9" fmla="*/ 2353 w 10000"/>
              <a:gd name="connsiteY9" fmla="*/ 4948 h 9965"/>
              <a:gd name="connsiteX10" fmla="*/ 2024 w 10000"/>
              <a:gd name="connsiteY10" fmla="*/ 4464 h 9965"/>
              <a:gd name="connsiteX11" fmla="*/ 1006 w 10000"/>
              <a:gd name="connsiteY11" fmla="*/ 4247 h 9965"/>
              <a:gd name="connsiteX12" fmla="*/ 356 w 10000"/>
              <a:gd name="connsiteY12" fmla="*/ 4452 h 9965"/>
              <a:gd name="connsiteX13" fmla="*/ 144 w 10000"/>
              <a:gd name="connsiteY13" fmla="*/ 4488 h 9965"/>
              <a:gd name="connsiteX14" fmla="*/ 0 w 10000"/>
              <a:gd name="connsiteY14" fmla="*/ 4363 h 9965"/>
              <a:gd name="connsiteX15" fmla="*/ 0 w 10000"/>
              <a:gd name="connsiteY15" fmla="*/ 3497 h 9965"/>
              <a:gd name="connsiteX16" fmla="*/ 0 w 10000"/>
              <a:gd name="connsiteY16" fmla="*/ 1506 h 9965"/>
              <a:gd name="connsiteX17" fmla="*/ 72 w 10000"/>
              <a:gd name="connsiteY17" fmla="*/ 1461 h 9965"/>
              <a:gd name="connsiteX18" fmla="*/ 3992 w 10000"/>
              <a:gd name="connsiteY18" fmla="*/ 1461 h 9965"/>
              <a:gd name="connsiteX19" fmla="*/ 4238 w 10000"/>
              <a:gd name="connsiteY19" fmla="*/ 1433 h 9965"/>
              <a:gd name="connsiteX20" fmla="*/ 4487 w 10000"/>
              <a:gd name="connsiteY20" fmla="*/ 1072 h 9965"/>
              <a:gd name="connsiteX21" fmla="*/ 4358 w 10000"/>
              <a:gd name="connsiteY21" fmla="*/ 936 h 9965"/>
              <a:gd name="connsiteX22" fmla="*/ 4151 w 10000"/>
              <a:gd name="connsiteY22" fmla="*/ 380 h 9965"/>
              <a:gd name="connsiteX23" fmla="*/ 4811 w 10000"/>
              <a:gd name="connsiteY23" fmla="*/ 19 h 9965"/>
              <a:gd name="connsiteX24" fmla="*/ 5642 w 10000"/>
              <a:gd name="connsiteY24" fmla="*/ 158 h 9965"/>
              <a:gd name="connsiteX25" fmla="*/ 5867 w 10000"/>
              <a:gd name="connsiteY25" fmla="*/ 686 h 9965"/>
              <a:gd name="connsiteX26" fmla="*/ 5625 w 10000"/>
              <a:gd name="connsiteY26" fmla="*/ 950 h 9965"/>
              <a:gd name="connsiteX27" fmla="*/ 5847 w 10000"/>
              <a:gd name="connsiteY27" fmla="*/ 1453 h 9965"/>
              <a:gd name="connsiteX28" fmla="*/ 6011 w 10000"/>
              <a:gd name="connsiteY28" fmla="*/ 1461 h 9965"/>
              <a:gd name="connsiteX29" fmla="*/ 9925 w 10000"/>
              <a:gd name="connsiteY29" fmla="*/ 1463 h 9965"/>
              <a:gd name="connsiteX30" fmla="*/ 10000 w 10000"/>
              <a:gd name="connsiteY30" fmla="*/ 1511 h 9965"/>
              <a:gd name="connsiteX31" fmla="*/ 10000 w 10000"/>
              <a:gd name="connsiteY31" fmla="*/ 4345 h 9965"/>
              <a:gd name="connsiteX32" fmla="*/ 9858 w 10000"/>
              <a:gd name="connsiteY32" fmla="*/ 4486 h 9965"/>
              <a:gd name="connsiteX33" fmla="*/ 9661 w 10000"/>
              <a:gd name="connsiteY33" fmla="*/ 4458 h 9965"/>
              <a:gd name="connsiteX34" fmla="*/ 9203 w 10000"/>
              <a:gd name="connsiteY34" fmla="*/ 4278 h 9965"/>
              <a:gd name="connsiteX35" fmla="*/ 8513 w 10000"/>
              <a:gd name="connsiteY35" fmla="*/ 4266 h 9965"/>
              <a:gd name="connsiteX36" fmla="*/ 7968 w 10000"/>
              <a:gd name="connsiteY36" fmla="*/ 4470 h 9965"/>
              <a:gd name="connsiteX37" fmla="*/ 7677 w 10000"/>
              <a:gd name="connsiteY37" fmla="*/ 4814 h 9965"/>
              <a:gd name="connsiteX38" fmla="*/ 8235 w 10000"/>
              <a:gd name="connsiteY38" fmla="*/ 5614 h 9965"/>
              <a:gd name="connsiteX39" fmla="*/ 8847 w 10000"/>
              <a:gd name="connsiteY39" fmla="*/ 5713 h 9965"/>
              <a:gd name="connsiteX40" fmla="*/ 9397 w 10000"/>
              <a:gd name="connsiteY40" fmla="*/ 5619 h 9965"/>
              <a:gd name="connsiteX41" fmla="*/ 9651 w 10000"/>
              <a:gd name="connsiteY41" fmla="*/ 5497 h 9965"/>
              <a:gd name="connsiteX42" fmla="*/ 9838 w 10000"/>
              <a:gd name="connsiteY42" fmla="*/ 5463 h 9965"/>
              <a:gd name="connsiteX43" fmla="*/ 9995 w 10000"/>
              <a:gd name="connsiteY43" fmla="*/ 5563 h 9965"/>
              <a:gd name="connsiteX44" fmla="*/ 10000 w 10000"/>
              <a:gd name="connsiteY44" fmla="*/ 5613 h 9965"/>
              <a:gd name="connsiteX45" fmla="*/ 10000 w 10000"/>
              <a:gd name="connsiteY45" fmla="*/ 8444 h 9965"/>
              <a:gd name="connsiteX46" fmla="*/ 9925 w 10000"/>
              <a:gd name="connsiteY46" fmla="*/ 8489 h 9965"/>
              <a:gd name="connsiteX47" fmla="*/ 6046 w 10000"/>
              <a:gd name="connsiteY47" fmla="*/ 8488 h 9965"/>
              <a:gd name="connsiteX48" fmla="*/ 5792 w 10000"/>
              <a:gd name="connsiteY48" fmla="*/ 8509 h 9965"/>
              <a:gd name="connsiteX49" fmla="*/ 5498 w 10000"/>
              <a:gd name="connsiteY49" fmla="*/ 8747 h 9965"/>
              <a:gd name="connsiteX50" fmla="*/ 5580 w 10000"/>
              <a:gd name="connsiteY50" fmla="*/ 8972 h 9965"/>
              <a:gd name="connsiteX51" fmla="*/ 5695 w 10000"/>
              <a:gd name="connsiteY51" fmla="*/ 9052 h 9965"/>
              <a:gd name="connsiteX52" fmla="*/ 5869 w 10000"/>
              <a:gd name="connsiteY52" fmla="*/ 9539 h 9965"/>
              <a:gd name="connsiteX53" fmla="*/ 5578 w 10000"/>
              <a:gd name="connsiteY53" fmla="*/ 9834 h 9965"/>
              <a:gd name="connsiteX54" fmla="*/ 4920 w 10000"/>
              <a:gd name="connsiteY54" fmla="*/ 9963 h 9965"/>
              <a:gd name="connsiteX55" fmla="*/ 4303 w 10000"/>
              <a:gd name="connsiteY55" fmla="*/ 9758 h 9965"/>
              <a:gd name="connsiteX56" fmla="*/ 4141 w 10000"/>
              <a:gd name="connsiteY56" fmla="*/ 9252 h 9965"/>
              <a:gd name="connsiteX57" fmla="*/ 4370 w 10000"/>
              <a:gd name="connsiteY57" fmla="*/ 9005 h 9965"/>
              <a:gd name="connsiteX58" fmla="*/ 4420 w 10000"/>
              <a:gd name="connsiteY58" fmla="*/ 8614 h 9965"/>
              <a:gd name="connsiteX59" fmla="*/ 4071 w 10000"/>
              <a:gd name="connsiteY59" fmla="*/ 8492 h 9965"/>
              <a:gd name="connsiteX60" fmla="*/ 1267 w 10000"/>
              <a:gd name="connsiteY60" fmla="*/ 8491 h 9965"/>
              <a:gd name="connsiteX61" fmla="*/ 1228 w 10000"/>
              <a:gd name="connsiteY61" fmla="*/ 8491 h 9965"/>
              <a:gd name="connsiteX62" fmla="*/ 1228 w 10000"/>
              <a:gd name="connsiteY62" fmla="*/ 8491 h 9965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9203 w 10000"/>
              <a:gd name="connsiteY34" fmla="*/ 4293 h 10000"/>
              <a:gd name="connsiteX35" fmla="*/ 8513 w 10000"/>
              <a:gd name="connsiteY35" fmla="*/ 4281 h 10000"/>
              <a:gd name="connsiteX36" fmla="*/ 7968 w 10000"/>
              <a:gd name="connsiteY36" fmla="*/ 4486 h 10000"/>
              <a:gd name="connsiteX37" fmla="*/ 8235 w 10000"/>
              <a:gd name="connsiteY37" fmla="*/ 5634 h 10000"/>
              <a:gd name="connsiteX38" fmla="*/ 8847 w 10000"/>
              <a:gd name="connsiteY38" fmla="*/ 5733 h 10000"/>
              <a:gd name="connsiteX39" fmla="*/ 9397 w 10000"/>
              <a:gd name="connsiteY39" fmla="*/ 5639 h 10000"/>
              <a:gd name="connsiteX40" fmla="*/ 9651 w 10000"/>
              <a:gd name="connsiteY40" fmla="*/ 5516 h 10000"/>
              <a:gd name="connsiteX41" fmla="*/ 9838 w 10000"/>
              <a:gd name="connsiteY41" fmla="*/ 5482 h 10000"/>
              <a:gd name="connsiteX42" fmla="*/ 9995 w 10000"/>
              <a:gd name="connsiteY42" fmla="*/ 5583 h 10000"/>
              <a:gd name="connsiteX43" fmla="*/ 10000 w 10000"/>
              <a:gd name="connsiteY43" fmla="*/ 5633 h 10000"/>
              <a:gd name="connsiteX44" fmla="*/ 10000 w 10000"/>
              <a:gd name="connsiteY44" fmla="*/ 8474 h 10000"/>
              <a:gd name="connsiteX45" fmla="*/ 9925 w 10000"/>
              <a:gd name="connsiteY45" fmla="*/ 8519 h 10000"/>
              <a:gd name="connsiteX46" fmla="*/ 6046 w 10000"/>
              <a:gd name="connsiteY46" fmla="*/ 8518 h 10000"/>
              <a:gd name="connsiteX47" fmla="*/ 5792 w 10000"/>
              <a:gd name="connsiteY47" fmla="*/ 8539 h 10000"/>
              <a:gd name="connsiteX48" fmla="*/ 5498 w 10000"/>
              <a:gd name="connsiteY48" fmla="*/ 8778 h 10000"/>
              <a:gd name="connsiteX49" fmla="*/ 5580 w 10000"/>
              <a:gd name="connsiteY49" fmla="*/ 9004 h 10000"/>
              <a:gd name="connsiteX50" fmla="*/ 5695 w 10000"/>
              <a:gd name="connsiteY50" fmla="*/ 9084 h 10000"/>
              <a:gd name="connsiteX51" fmla="*/ 5869 w 10000"/>
              <a:gd name="connsiteY51" fmla="*/ 9573 h 10000"/>
              <a:gd name="connsiteX52" fmla="*/ 5578 w 10000"/>
              <a:gd name="connsiteY52" fmla="*/ 9869 h 10000"/>
              <a:gd name="connsiteX53" fmla="*/ 4920 w 10000"/>
              <a:gd name="connsiteY53" fmla="*/ 9998 h 10000"/>
              <a:gd name="connsiteX54" fmla="*/ 4303 w 10000"/>
              <a:gd name="connsiteY54" fmla="*/ 9792 h 10000"/>
              <a:gd name="connsiteX55" fmla="*/ 4141 w 10000"/>
              <a:gd name="connsiteY55" fmla="*/ 9284 h 10000"/>
              <a:gd name="connsiteX56" fmla="*/ 4370 w 10000"/>
              <a:gd name="connsiteY56" fmla="*/ 9037 h 10000"/>
              <a:gd name="connsiteX57" fmla="*/ 4420 w 10000"/>
              <a:gd name="connsiteY57" fmla="*/ 8644 h 10000"/>
              <a:gd name="connsiteX58" fmla="*/ 4071 w 10000"/>
              <a:gd name="connsiteY58" fmla="*/ 8522 h 10000"/>
              <a:gd name="connsiteX59" fmla="*/ 1267 w 10000"/>
              <a:gd name="connsiteY59" fmla="*/ 8521 h 10000"/>
              <a:gd name="connsiteX60" fmla="*/ 1228 w 10000"/>
              <a:gd name="connsiteY60" fmla="*/ 8521 h 10000"/>
              <a:gd name="connsiteX61" fmla="*/ 1228 w 10000"/>
              <a:gd name="connsiteY61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9203 w 10000"/>
              <a:gd name="connsiteY34" fmla="*/ 4293 h 10000"/>
              <a:gd name="connsiteX35" fmla="*/ 8513 w 10000"/>
              <a:gd name="connsiteY35" fmla="*/ 4281 h 10000"/>
              <a:gd name="connsiteX36" fmla="*/ 8235 w 10000"/>
              <a:gd name="connsiteY36" fmla="*/ 5634 h 10000"/>
              <a:gd name="connsiteX37" fmla="*/ 8847 w 10000"/>
              <a:gd name="connsiteY37" fmla="*/ 5733 h 10000"/>
              <a:gd name="connsiteX38" fmla="*/ 9397 w 10000"/>
              <a:gd name="connsiteY38" fmla="*/ 5639 h 10000"/>
              <a:gd name="connsiteX39" fmla="*/ 9651 w 10000"/>
              <a:gd name="connsiteY39" fmla="*/ 5516 h 10000"/>
              <a:gd name="connsiteX40" fmla="*/ 9838 w 10000"/>
              <a:gd name="connsiteY40" fmla="*/ 5482 h 10000"/>
              <a:gd name="connsiteX41" fmla="*/ 9995 w 10000"/>
              <a:gd name="connsiteY41" fmla="*/ 5583 h 10000"/>
              <a:gd name="connsiteX42" fmla="*/ 10000 w 10000"/>
              <a:gd name="connsiteY42" fmla="*/ 5633 h 10000"/>
              <a:gd name="connsiteX43" fmla="*/ 10000 w 10000"/>
              <a:gd name="connsiteY43" fmla="*/ 8474 h 10000"/>
              <a:gd name="connsiteX44" fmla="*/ 9925 w 10000"/>
              <a:gd name="connsiteY44" fmla="*/ 8519 h 10000"/>
              <a:gd name="connsiteX45" fmla="*/ 6046 w 10000"/>
              <a:gd name="connsiteY45" fmla="*/ 8518 h 10000"/>
              <a:gd name="connsiteX46" fmla="*/ 5792 w 10000"/>
              <a:gd name="connsiteY46" fmla="*/ 8539 h 10000"/>
              <a:gd name="connsiteX47" fmla="*/ 5498 w 10000"/>
              <a:gd name="connsiteY47" fmla="*/ 8778 h 10000"/>
              <a:gd name="connsiteX48" fmla="*/ 5580 w 10000"/>
              <a:gd name="connsiteY48" fmla="*/ 9004 h 10000"/>
              <a:gd name="connsiteX49" fmla="*/ 5695 w 10000"/>
              <a:gd name="connsiteY49" fmla="*/ 9084 h 10000"/>
              <a:gd name="connsiteX50" fmla="*/ 5869 w 10000"/>
              <a:gd name="connsiteY50" fmla="*/ 9573 h 10000"/>
              <a:gd name="connsiteX51" fmla="*/ 5578 w 10000"/>
              <a:gd name="connsiteY51" fmla="*/ 9869 h 10000"/>
              <a:gd name="connsiteX52" fmla="*/ 4920 w 10000"/>
              <a:gd name="connsiteY52" fmla="*/ 9998 h 10000"/>
              <a:gd name="connsiteX53" fmla="*/ 4303 w 10000"/>
              <a:gd name="connsiteY53" fmla="*/ 9792 h 10000"/>
              <a:gd name="connsiteX54" fmla="*/ 4141 w 10000"/>
              <a:gd name="connsiteY54" fmla="*/ 9284 h 10000"/>
              <a:gd name="connsiteX55" fmla="*/ 4370 w 10000"/>
              <a:gd name="connsiteY55" fmla="*/ 9037 h 10000"/>
              <a:gd name="connsiteX56" fmla="*/ 4420 w 10000"/>
              <a:gd name="connsiteY56" fmla="*/ 8644 h 10000"/>
              <a:gd name="connsiteX57" fmla="*/ 4071 w 10000"/>
              <a:gd name="connsiteY57" fmla="*/ 8522 h 10000"/>
              <a:gd name="connsiteX58" fmla="*/ 1267 w 10000"/>
              <a:gd name="connsiteY58" fmla="*/ 8521 h 10000"/>
              <a:gd name="connsiteX59" fmla="*/ 1228 w 10000"/>
              <a:gd name="connsiteY59" fmla="*/ 8521 h 10000"/>
              <a:gd name="connsiteX60" fmla="*/ 1228 w 10000"/>
              <a:gd name="connsiteY60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9203 w 10000"/>
              <a:gd name="connsiteY34" fmla="*/ 4293 h 10000"/>
              <a:gd name="connsiteX35" fmla="*/ 8235 w 10000"/>
              <a:gd name="connsiteY35" fmla="*/ 5634 h 10000"/>
              <a:gd name="connsiteX36" fmla="*/ 8847 w 10000"/>
              <a:gd name="connsiteY36" fmla="*/ 5733 h 10000"/>
              <a:gd name="connsiteX37" fmla="*/ 9397 w 10000"/>
              <a:gd name="connsiteY37" fmla="*/ 5639 h 10000"/>
              <a:gd name="connsiteX38" fmla="*/ 9651 w 10000"/>
              <a:gd name="connsiteY38" fmla="*/ 5516 h 10000"/>
              <a:gd name="connsiteX39" fmla="*/ 9838 w 10000"/>
              <a:gd name="connsiteY39" fmla="*/ 5482 h 10000"/>
              <a:gd name="connsiteX40" fmla="*/ 9995 w 10000"/>
              <a:gd name="connsiteY40" fmla="*/ 5583 h 10000"/>
              <a:gd name="connsiteX41" fmla="*/ 10000 w 10000"/>
              <a:gd name="connsiteY41" fmla="*/ 5633 h 10000"/>
              <a:gd name="connsiteX42" fmla="*/ 10000 w 10000"/>
              <a:gd name="connsiteY42" fmla="*/ 8474 h 10000"/>
              <a:gd name="connsiteX43" fmla="*/ 9925 w 10000"/>
              <a:gd name="connsiteY43" fmla="*/ 8519 h 10000"/>
              <a:gd name="connsiteX44" fmla="*/ 6046 w 10000"/>
              <a:gd name="connsiteY44" fmla="*/ 8518 h 10000"/>
              <a:gd name="connsiteX45" fmla="*/ 5792 w 10000"/>
              <a:gd name="connsiteY45" fmla="*/ 8539 h 10000"/>
              <a:gd name="connsiteX46" fmla="*/ 5498 w 10000"/>
              <a:gd name="connsiteY46" fmla="*/ 8778 h 10000"/>
              <a:gd name="connsiteX47" fmla="*/ 5580 w 10000"/>
              <a:gd name="connsiteY47" fmla="*/ 9004 h 10000"/>
              <a:gd name="connsiteX48" fmla="*/ 5695 w 10000"/>
              <a:gd name="connsiteY48" fmla="*/ 9084 h 10000"/>
              <a:gd name="connsiteX49" fmla="*/ 5869 w 10000"/>
              <a:gd name="connsiteY49" fmla="*/ 9573 h 10000"/>
              <a:gd name="connsiteX50" fmla="*/ 5578 w 10000"/>
              <a:gd name="connsiteY50" fmla="*/ 9869 h 10000"/>
              <a:gd name="connsiteX51" fmla="*/ 4920 w 10000"/>
              <a:gd name="connsiteY51" fmla="*/ 9998 h 10000"/>
              <a:gd name="connsiteX52" fmla="*/ 4303 w 10000"/>
              <a:gd name="connsiteY52" fmla="*/ 9792 h 10000"/>
              <a:gd name="connsiteX53" fmla="*/ 4141 w 10000"/>
              <a:gd name="connsiteY53" fmla="*/ 9284 h 10000"/>
              <a:gd name="connsiteX54" fmla="*/ 4370 w 10000"/>
              <a:gd name="connsiteY54" fmla="*/ 9037 h 10000"/>
              <a:gd name="connsiteX55" fmla="*/ 4420 w 10000"/>
              <a:gd name="connsiteY55" fmla="*/ 8644 h 10000"/>
              <a:gd name="connsiteX56" fmla="*/ 4071 w 10000"/>
              <a:gd name="connsiteY56" fmla="*/ 8522 h 10000"/>
              <a:gd name="connsiteX57" fmla="*/ 1267 w 10000"/>
              <a:gd name="connsiteY57" fmla="*/ 8521 h 10000"/>
              <a:gd name="connsiteX58" fmla="*/ 1228 w 10000"/>
              <a:gd name="connsiteY58" fmla="*/ 8521 h 10000"/>
              <a:gd name="connsiteX59" fmla="*/ 1228 w 10000"/>
              <a:gd name="connsiteY59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61 w 10000"/>
              <a:gd name="connsiteY33" fmla="*/ 4474 h 10000"/>
              <a:gd name="connsiteX34" fmla="*/ 8235 w 10000"/>
              <a:gd name="connsiteY34" fmla="*/ 5634 h 10000"/>
              <a:gd name="connsiteX35" fmla="*/ 8847 w 10000"/>
              <a:gd name="connsiteY35" fmla="*/ 5733 h 10000"/>
              <a:gd name="connsiteX36" fmla="*/ 9397 w 10000"/>
              <a:gd name="connsiteY36" fmla="*/ 5639 h 10000"/>
              <a:gd name="connsiteX37" fmla="*/ 9651 w 10000"/>
              <a:gd name="connsiteY37" fmla="*/ 5516 h 10000"/>
              <a:gd name="connsiteX38" fmla="*/ 9838 w 10000"/>
              <a:gd name="connsiteY38" fmla="*/ 5482 h 10000"/>
              <a:gd name="connsiteX39" fmla="*/ 9995 w 10000"/>
              <a:gd name="connsiteY39" fmla="*/ 5583 h 10000"/>
              <a:gd name="connsiteX40" fmla="*/ 10000 w 10000"/>
              <a:gd name="connsiteY40" fmla="*/ 5633 h 10000"/>
              <a:gd name="connsiteX41" fmla="*/ 10000 w 10000"/>
              <a:gd name="connsiteY41" fmla="*/ 8474 h 10000"/>
              <a:gd name="connsiteX42" fmla="*/ 9925 w 10000"/>
              <a:gd name="connsiteY42" fmla="*/ 8519 h 10000"/>
              <a:gd name="connsiteX43" fmla="*/ 6046 w 10000"/>
              <a:gd name="connsiteY43" fmla="*/ 8518 h 10000"/>
              <a:gd name="connsiteX44" fmla="*/ 5792 w 10000"/>
              <a:gd name="connsiteY44" fmla="*/ 8539 h 10000"/>
              <a:gd name="connsiteX45" fmla="*/ 5498 w 10000"/>
              <a:gd name="connsiteY45" fmla="*/ 8778 h 10000"/>
              <a:gd name="connsiteX46" fmla="*/ 5580 w 10000"/>
              <a:gd name="connsiteY46" fmla="*/ 9004 h 10000"/>
              <a:gd name="connsiteX47" fmla="*/ 5695 w 10000"/>
              <a:gd name="connsiteY47" fmla="*/ 9084 h 10000"/>
              <a:gd name="connsiteX48" fmla="*/ 5869 w 10000"/>
              <a:gd name="connsiteY48" fmla="*/ 9573 h 10000"/>
              <a:gd name="connsiteX49" fmla="*/ 5578 w 10000"/>
              <a:gd name="connsiteY49" fmla="*/ 9869 h 10000"/>
              <a:gd name="connsiteX50" fmla="*/ 4920 w 10000"/>
              <a:gd name="connsiteY50" fmla="*/ 9998 h 10000"/>
              <a:gd name="connsiteX51" fmla="*/ 4303 w 10000"/>
              <a:gd name="connsiteY51" fmla="*/ 9792 h 10000"/>
              <a:gd name="connsiteX52" fmla="*/ 4141 w 10000"/>
              <a:gd name="connsiteY52" fmla="*/ 9284 h 10000"/>
              <a:gd name="connsiteX53" fmla="*/ 4370 w 10000"/>
              <a:gd name="connsiteY53" fmla="*/ 9037 h 10000"/>
              <a:gd name="connsiteX54" fmla="*/ 4420 w 10000"/>
              <a:gd name="connsiteY54" fmla="*/ 8644 h 10000"/>
              <a:gd name="connsiteX55" fmla="*/ 4071 w 10000"/>
              <a:gd name="connsiteY55" fmla="*/ 8522 h 10000"/>
              <a:gd name="connsiteX56" fmla="*/ 1267 w 10000"/>
              <a:gd name="connsiteY56" fmla="*/ 8521 h 10000"/>
              <a:gd name="connsiteX57" fmla="*/ 1228 w 10000"/>
              <a:gd name="connsiteY57" fmla="*/ 8521 h 10000"/>
              <a:gd name="connsiteX58" fmla="*/ 1228 w 10000"/>
              <a:gd name="connsiteY58" fmla="*/ 8521 h 10000"/>
              <a:gd name="connsiteX0" fmla="*/ 1228 w 10039"/>
              <a:gd name="connsiteY0" fmla="*/ 8521 h 10000"/>
              <a:gd name="connsiteX1" fmla="*/ 67 w 10039"/>
              <a:gd name="connsiteY1" fmla="*/ 8521 h 10000"/>
              <a:gd name="connsiteX2" fmla="*/ 0 w 10039"/>
              <a:gd name="connsiteY2" fmla="*/ 8477 h 10000"/>
              <a:gd name="connsiteX3" fmla="*/ 0 w 10039"/>
              <a:gd name="connsiteY3" fmla="*/ 5614 h 10000"/>
              <a:gd name="connsiteX4" fmla="*/ 132 w 10039"/>
              <a:gd name="connsiteY4" fmla="*/ 5486 h 10000"/>
              <a:gd name="connsiteX5" fmla="*/ 359 w 10039"/>
              <a:gd name="connsiteY5" fmla="*/ 5521 h 10000"/>
              <a:gd name="connsiteX6" fmla="*/ 1218 w 10039"/>
              <a:gd name="connsiteY6" fmla="*/ 5731 h 10000"/>
              <a:gd name="connsiteX7" fmla="*/ 1753 w 10039"/>
              <a:gd name="connsiteY7" fmla="*/ 5639 h 10000"/>
              <a:gd name="connsiteX8" fmla="*/ 2144 w 10039"/>
              <a:gd name="connsiteY8" fmla="*/ 5417 h 10000"/>
              <a:gd name="connsiteX9" fmla="*/ 2353 w 10039"/>
              <a:gd name="connsiteY9" fmla="*/ 4965 h 10000"/>
              <a:gd name="connsiteX10" fmla="*/ 2024 w 10039"/>
              <a:gd name="connsiteY10" fmla="*/ 4480 h 10000"/>
              <a:gd name="connsiteX11" fmla="*/ 1006 w 10039"/>
              <a:gd name="connsiteY11" fmla="*/ 4262 h 10000"/>
              <a:gd name="connsiteX12" fmla="*/ 356 w 10039"/>
              <a:gd name="connsiteY12" fmla="*/ 4468 h 10000"/>
              <a:gd name="connsiteX13" fmla="*/ 144 w 10039"/>
              <a:gd name="connsiteY13" fmla="*/ 4504 h 10000"/>
              <a:gd name="connsiteX14" fmla="*/ 0 w 10039"/>
              <a:gd name="connsiteY14" fmla="*/ 4378 h 10000"/>
              <a:gd name="connsiteX15" fmla="*/ 0 w 10039"/>
              <a:gd name="connsiteY15" fmla="*/ 3509 h 10000"/>
              <a:gd name="connsiteX16" fmla="*/ 0 w 10039"/>
              <a:gd name="connsiteY16" fmla="*/ 1511 h 10000"/>
              <a:gd name="connsiteX17" fmla="*/ 72 w 10039"/>
              <a:gd name="connsiteY17" fmla="*/ 1466 h 10000"/>
              <a:gd name="connsiteX18" fmla="*/ 3992 w 10039"/>
              <a:gd name="connsiteY18" fmla="*/ 1466 h 10000"/>
              <a:gd name="connsiteX19" fmla="*/ 4238 w 10039"/>
              <a:gd name="connsiteY19" fmla="*/ 1438 h 10000"/>
              <a:gd name="connsiteX20" fmla="*/ 4487 w 10039"/>
              <a:gd name="connsiteY20" fmla="*/ 1076 h 10000"/>
              <a:gd name="connsiteX21" fmla="*/ 4358 w 10039"/>
              <a:gd name="connsiteY21" fmla="*/ 939 h 10000"/>
              <a:gd name="connsiteX22" fmla="*/ 4151 w 10039"/>
              <a:gd name="connsiteY22" fmla="*/ 381 h 10000"/>
              <a:gd name="connsiteX23" fmla="*/ 4811 w 10039"/>
              <a:gd name="connsiteY23" fmla="*/ 19 h 10000"/>
              <a:gd name="connsiteX24" fmla="*/ 5642 w 10039"/>
              <a:gd name="connsiteY24" fmla="*/ 159 h 10000"/>
              <a:gd name="connsiteX25" fmla="*/ 5867 w 10039"/>
              <a:gd name="connsiteY25" fmla="*/ 688 h 10000"/>
              <a:gd name="connsiteX26" fmla="*/ 5625 w 10039"/>
              <a:gd name="connsiteY26" fmla="*/ 953 h 10000"/>
              <a:gd name="connsiteX27" fmla="*/ 5847 w 10039"/>
              <a:gd name="connsiteY27" fmla="*/ 1458 h 10000"/>
              <a:gd name="connsiteX28" fmla="*/ 6011 w 10039"/>
              <a:gd name="connsiteY28" fmla="*/ 1466 h 10000"/>
              <a:gd name="connsiteX29" fmla="*/ 9925 w 10039"/>
              <a:gd name="connsiteY29" fmla="*/ 1468 h 10000"/>
              <a:gd name="connsiteX30" fmla="*/ 10000 w 10039"/>
              <a:gd name="connsiteY30" fmla="*/ 1516 h 10000"/>
              <a:gd name="connsiteX31" fmla="*/ 10000 w 10039"/>
              <a:gd name="connsiteY31" fmla="*/ 4360 h 10000"/>
              <a:gd name="connsiteX32" fmla="*/ 9858 w 10039"/>
              <a:gd name="connsiteY32" fmla="*/ 4502 h 10000"/>
              <a:gd name="connsiteX33" fmla="*/ 8235 w 10039"/>
              <a:gd name="connsiteY33" fmla="*/ 5634 h 10000"/>
              <a:gd name="connsiteX34" fmla="*/ 8847 w 10039"/>
              <a:gd name="connsiteY34" fmla="*/ 5733 h 10000"/>
              <a:gd name="connsiteX35" fmla="*/ 9397 w 10039"/>
              <a:gd name="connsiteY35" fmla="*/ 5639 h 10000"/>
              <a:gd name="connsiteX36" fmla="*/ 9651 w 10039"/>
              <a:gd name="connsiteY36" fmla="*/ 5516 h 10000"/>
              <a:gd name="connsiteX37" fmla="*/ 9838 w 10039"/>
              <a:gd name="connsiteY37" fmla="*/ 5482 h 10000"/>
              <a:gd name="connsiteX38" fmla="*/ 9995 w 10039"/>
              <a:gd name="connsiteY38" fmla="*/ 5583 h 10000"/>
              <a:gd name="connsiteX39" fmla="*/ 10000 w 10039"/>
              <a:gd name="connsiteY39" fmla="*/ 5633 h 10000"/>
              <a:gd name="connsiteX40" fmla="*/ 10000 w 10039"/>
              <a:gd name="connsiteY40" fmla="*/ 8474 h 10000"/>
              <a:gd name="connsiteX41" fmla="*/ 9925 w 10039"/>
              <a:gd name="connsiteY41" fmla="*/ 8519 h 10000"/>
              <a:gd name="connsiteX42" fmla="*/ 6046 w 10039"/>
              <a:gd name="connsiteY42" fmla="*/ 8518 h 10000"/>
              <a:gd name="connsiteX43" fmla="*/ 5792 w 10039"/>
              <a:gd name="connsiteY43" fmla="*/ 8539 h 10000"/>
              <a:gd name="connsiteX44" fmla="*/ 5498 w 10039"/>
              <a:gd name="connsiteY44" fmla="*/ 8778 h 10000"/>
              <a:gd name="connsiteX45" fmla="*/ 5580 w 10039"/>
              <a:gd name="connsiteY45" fmla="*/ 9004 h 10000"/>
              <a:gd name="connsiteX46" fmla="*/ 5695 w 10039"/>
              <a:gd name="connsiteY46" fmla="*/ 9084 h 10000"/>
              <a:gd name="connsiteX47" fmla="*/ 5869 w 10039"/>
              <a:gd name="connsiteY47" fmla="*/ 9573 h 10000"/>
              <a:gd name="connsiteX48" fmla="*/ 5578 w 10039"/>
              <a:gd name="connsiteY48" fmla="*/ 9869 h 10000"/>
              <a:gd name="connsiteX49" fmla="*/ 4920 w 10039"/>
              <a:gd name="connsiteY49" fmla="*/ 9998 h 10000"/>
              <a:gd name="connsiteX50" fmla="*/ 4303 w 10039"/>
              <a:gd name="connsiteY50" fmla="*/ 9792 h 10000"/>
              <a:gd name="connsiteX51" fmla="*/ 4141 w 10039"/>
              <a:gd name="connsiteY51" fmla="*/ 9284 h 10000"/>
              <a:gd name="connsiteX52" fmla="*/ 4370 w 10039"/>
              <a:gd name="connsiteY52" fmla="*/ 9037 h 10000"/>
              <a:gd name="connsiteX53" fmla="*/ 4420 w 10039"/>
              <a:gd name="connsiteY53" fmla="*/ 8644 h 10000"/>
              <a:gd name="connsiteX54" fmla="*/ 4071 w 10039"/>
              <a:gd name="connsiteY54" fmla="*/ 8522 h 10000"/>
              <a:gd name="connsiteX55" fmla="*/ 1267 w 10039"/>
              <a:gd name="connsiteY55" fmla="*/ 8521 h 10000"/>
              <a:gd name="connsiteX56" fmla="*/ 1228 w 10039"/>
              <a:gd name="connsiteY56" fmla="*/ 8521 h 10000"/>
              <a:gd name="connsiteX57" fmla="*/ 1228 w 10039"/>
              <a:gd name="connsiteY57" fmla="*/ 8521 h 10000"/>
              <a:gd name="connsiteX0" fmla="*/ 1228 w 10005"/>
              <a:gd name="connsiteY0" fmla="*/ 8521 h 10000"/>
              <a:gd name="connsiteX1" fmla="*/ 67 w 10005"/>
              <a:gd name="connsiteY1" fmla="*/ 8521 h 10000"/>
              <a:gd name="connsiteX2" fmla="*/ 0 w 10005"/>
              <a:gd name="connsiteY2" fmla="*/ 8477 h 10000"/>
              <a:gd name="connsiteX3" fmla="*/ 0 w 10005"/>
              <a:gd name="connsiteY3" fmla="*/ 5614 h 10000"/>
              <a:gd name="connsiteX4" fmla="*/ 132 w 10005"/>
              <a:gd name="connsiteY4" fmla="*/ 5486 h 10000"/>
              <a:gd name="connsiteX5" fmla="*/ 359 w 10005"/>
              <a:gd name="connsiteY5" fmla="*/ 5521 h 10000"/>
              <a:gd name="connsiteX6" fmla="*/ 1218 w 10005"/>
              <a:gd name="connsiteY6" fmla="*/ 5731 h 10000"/>
              <a:gd name="connsiteX7" fmla="*/ 1753 w 10005"/>
              <a:gd name="connsiteY7" fmla="*/ 5639 h 10000"/>
              <a:gd name="connsiteX8" fmla="*/ 2144 w 10005"/>
              <a:gd name="connsiteY8" fmla="*/ 5417 h 10000"/>
              <a:gd name="connsiteX9" fmla="*/ 2353 w 10005"/>
              <a:gd name="connsiteY9" fmla="*/ 4965 h 10000"/>
              <a:gd name="connsiteX10" fmla="*/ 2024 w 10005"/>
              <a:gd name="connsiteY10" fmla="*/ 4480 h 10000"/>
              <a:gd name="connsiteX11" fmla="*/ 1006 w 10005"/>
              <a:gd name="connsiteY11" fmla="*/ 4262 h 10000"/>
              <a:gd name="connsiteX12" fmla="*/ 356 w 10005"/>
              <a:gd name="connsiteY12" fmla="*/ 4468 h 10000"/>
              <a:gd name="connsiteX13" fmla="*/ 144 w 10005"/>
              <a:gd name="connsiteY13" fmla="*/ 4504 h 10000"/>
              <a:gd name="connsiteX14" fmla="*/ 0 w 10005"/>
              <a:gd name="connsiteY14" fmla="*/ 4378 h 10000"/>
              <a:gd name="connsiteX15" fmla="*/ 0 w 10005"/>
              <a:gd name="connsiteY15" fmla="*/ 3509 h 10000"/>
              <a:gd name="connsiteX16" fmla="*/ 0 w 10005"/>
              <a:gd name="connsiteY16" fmla="*/ 1511 h 10000"/>
              <a:gd name="connsiteX17" fmla="*/ 72 w 10005"/>
              <a:gd name="connsiteY17" fmla="*/ 1466 h 10000"/>
              <a:gd name="connsiteX18" fmla="*/ 3992 w 10005"/>
              <a:gd name="connsiteY18" fmla="*/ 1466 h 10000"/>
              <a:gd name="connsiteX19" fmla="*/ 4238 w 10005"/>
              <a:gd name="connsiteY19" fmla="*/ 1438 h 10000"/>
              <a:gd name="connsiteX20" fmla="*/ 4487 w 10005"/>
              <a:gd name="connsiteY20" fmla="*/ 1076 h 10000"/>
              <a:gd name="connsiteX21" fmla="*/ 4358 w 10005"/>
              <a:gd name="connsiteY21" fmla="*/ 939 h 10000"/>
              <a:gd name="connsiteX22" fmla="*/ 4151 w 10005"/>
              <a:gd name="connsiteY22" fmla="*/ 381 h 10000"/>
              <a:gd name="connsiteX23" fmla="*/ 4811 w 10005"/>
              <a:gd name="connsiteY23" fmla="*/ 19 h 10000"/>
              <a:gd name="connsiteX24" fmla="*/ 5642 w 10005"/>
              <a:gd name="connsiteY24" fmla="*/ 159 h 10000"/>
              <a:gd name="connsiteX25" fmla="*/ 5867 w 10005"/>
              <a:gd name="connsiteY25" fmla="*/ 688 h 10000"/>
              <a:gd name="connsiteX26" fmla="*/ 5625 w 10005"/>
              <a:gd name="connsiteY26" fmla="*/ 953 h 10000"/>
              <a:gd name="connsiteX27" fmla="*/ 5847 w 10005"/>
              <a:gd name="connsiteY27" fmla="*/ 1458 h 10000"/>
              <a:gd name="connsiteX28" fmla="*/ 6011 w 10005"/>
              <a:gd name="connsiteY28" fmla="*/ 1466 h 10000"/>
              <a:gd name="connsiteX29" fmla="*/ 9925 w 10005"/>
              <a:gd name="connsiteY29" fmla="*/ 1468 h 10000"/>
              <a:gd name="connsiteX30" fmla="*/ 10000 w 10005"/>
              <a:gd name="connsiteY30" fmla="*/ 1516 h 10000"/>
              <a:gd name="connsiteX31" fmla="*/ 10000 w 10005"/>
              <a:gd name="connsiteY31" fmla="*/ 4360 h 10000"/>
              <a:gd name="connsiteX32" fmla="*/ 9858 w 10005"/>
              <a:gd name="connsiteY32" fmla="*/ 4502 h 10000"/>
              <a:gd name="connsiteX33" fmla="*/ 8847 w 10005"/>
              <a:gd name="connsiteY33" fmla="*/ 5733 h 10000"/>
              <a:gd name="connsiteX34" fmla="*/ 9397 w 10005"/>
              <a:gd name="connsiteY34" fmla="*/ 5639 h 10000"/>
              <a:gd name="connsiteX35" fmla="*/ 9651 w 10005"/>
              <a:gd name="connsiteY35" fmla="*/ 5516 h 10000"/>
              <a:gd name="connsiteX36" fmla="*/ 9838 w 10005"/>
              <a:gd name="connsiteY36" fmla="*/ 5482 h 10000"/>
              <a:gd name="connsiteX37" fmla="*/ 9995 w 10005"/>
              <a:gd name="connsiteY37" fmla="*/ 5583 h 10000"/>
              <a:gd name="connsiteX38" fmla="*/ 10000 w 10005"/>
              <a:gd name="connsiteY38" fmla="*/ 5633 h 10000"/>
              <a:gd name="connsiteX39" fmla="*/ 10000 w 10005"/>
              <a:gd name="connsiteY39" fmla="*/ 8474 h 10000"/>
              <a:gd name="connsiteX40" fmla="*/ 9925 w 10005"/>
              <a:gd name="connsiteY40" fmla="*/ 8519 h 10000"/>
              <a:gd name="connsiteX41" fmla="*/ 6046 w 10005"/>
              <a:gd name="connsiteY41" fmla="*/ 8518 h 10000"/>
              <a:gd name="connsiteX42" fmla="*/ 5792 w 10005"/>
              <a:gd name="connsiteY42" fmla="*/ 8539 h 10000"/>
              <a:gd name="connsiteX43" fmla="*/ 5498 w 10005"/>
              <a:gd name="connsiteY43" fmla="*/ 8778 h 10000"/>
              <a:gd name="connsiteX44" fmla="*/ 5580 w 10005"/>
              <a:gd name="connsiteY44" fmla="*/ 9004 h 10000"/>
              <a:gd name="connsiteX45" fmla="*/ 5695 w 10005"/>
              <a:gd name="connsiteY45" fmla="*/ 9084 h 10000"/>
              <a:gd name="connsiteX46" fmla="*/ 5869 w 10005"/>
              <a:gd name="connsiteY46" fmla="*/ 9573 h 10000"/>
              <a:gd name="connsiteX47" fmla="*/ 5578 w 10005"/>
              <a:gd name="connsiteY47" fmla="*/ 9869 h 10000"/>
              <a:gd name="connsiteX48" fmla="*/ 4920 w 10005"/>
              <a:gd name="connsiteY48" fmla="*/ 9998 h 10000"/>
              <a:gd name="connsiteX49" fmla="*/ 4303 w 10005"/>
              <a:gd name="connsiteY49" fmla="*/ 9792 h 10000"/>
              <a:gd name="connsiteX50" fmla="*/ 4141 w 10005"/>
              <a:gd name="connsiteY50" fmla="*/ 9284 h 10000"/>
              <a:gd name="connsiteX51" fmla="*/ 4370 w 10005"/>
              <a:gd name="connsiteY51" fmla="*/ 9037 h 10000"/>
              <a:gd name="connsiteX52" fmla="*/ 4420 w 10005"/>
              <a:gd name="connsiteY52" fmla="*/ 8644 h 10000"/>
              <a:gd name="connsiteX53" fmla="*/ 4071 w 10005"/>
              <a:gd name="connsiteY53" fmla="*/ 8522 h 10000"/>
              <a:gd name="connsiteX54" fmla="*/ 1267 w 10005"/>
              <a:gd name="connsiteY54" fmla="*/ 8521 h 10000"/>
              <a:gd name="connsiteX55" fmla="*/ 1228 w 10005"/>
              <a:gd name="connsiteY55" fmla="*/ 8521 h 10000"/>
              <a:gd name="connsiteX56" fmla="*/ 1228 w 10005"/>
              <a:gd name="connsiteY56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397 w 10000"/>
              <a:gd name="connsiteY33" fmla="*/ 5639 h 10000"/>
              <a:gd name="connsiteX34" fmla="*/ 9651 w 10000"/>
              <a:gd name="connsiteY34" fmla="*/ 5516 h 10000"/>
              <a:gd name="connsiteX35" fmla="*/ 9838 w 10000"/>
              <a:gd name="connsiteY35" fmla="*/ 5482 h 10000"/>
              <a:gd name="connsiteX36" fmla="*/ 9995 w 10000"/>
              <a:gd name="connsiteY36" fmla="*/ 5583 h 10000"/>
              <a:gd name="connsiteX37" fmla="*/ 10000 w 10000"/>
              <a:gd name="connsiteY37" fmla="*/ 5633 h 10000"/>
              <a:gd name="connsiteX38" fmla="*/ 10000 w 10000"/>
              <a:gd name="connsiteY38" fmla="*/ 8474 h 10000"/>
              <a:gd name="connsiteX39" fmla="*/ 9925 w 10000"/>
              <a:gd name="connsiteY39" fmla="*/ 8519 h 10000"/>
              <a:gd name="connsiteX40" fmla="*/ 6046 w 10000"/>
              <a:gd name="connsiteY40" fmla="*/ 8518 h 10000"/>
              <a:gd name="connsiteX41" fmla="*/ 5792 w 10000"/>
              <a:gd name="connsiteY41" fmla="*/ 8539 h 10000"/>
              <a:gd name="connsiteX42" fmla="*/ 5498 w 10000"/>
              <a:gd name="connsiteY42" fmla="*/ 8778 h 10000"/>
              <a:gd name="connsiteX43" fmla="*/ 5580 w 10000"/>
              <a:gd name="connsiteY43" fmla="*/ 9004 h 10000"/>
              <a:gd name="connsiteX44" fmla="*/ 5695 w 10000"/>
              <a:gd name="connsiteY44" fmla="*/ 9084 h 10000"/>
              <a:gd name="connsiteX45" fmla="*/ 5869 w 10000"/>
              <a:gd name="connsiteY45" fmla="*/ 9573 h 10000"/>
              <a:gd name="connsiteX46" fmla="*/ 5578 w 10000"/>
              <a:gd name="connsiteY46" fmla="*/ 9869 h 10000"/>
              <a:gd name="connsiteX47" fmla="*/ 4920 w 10000"/>
              <a:gd name="connsiteY47" fmla="*/ 9998 h 10000"/>
              <a:gd name="connsiteX48" fmla="*/ 4303 w 10000"/>
              <a:gd name="connsiteY48" fmla="*/ 9792 h 10000"/>
              <a:gd name="connsiteX49" fmla="*/ 4141 w 10000"/>
              <a:gd name="connsiteY49" fmla="*/ 9284 h 10000"/>
              <a:gd name="connsiteX50" fmla="*/ 4370 w 10000"/>
              <a:gd name="connsiteY50" fmla="*/ 9037 h 10000"/>
              <a:gd name="connsiteX51" fmla="*/ 4420 w 10000"/>
              <a:gd name="connsiteY51" fmla="*/ 8644 h 10000"/>
              <a:gd name="connsiteX52" fmla="*/ 4071 w 10000"/>
              <a:gd name="connsiteY52" fmla="*/ 8522 h 10000"/>
              <a:gd name="connsiteX53" fmla="*/ 1267 w 10000"/>
              <a:gd name="connsiteY53" fmla="*/ 8521 h 10000"/>
              <a:gd name="connsiteX54" fmla="*/ 1228 w 10000"/>
              <a:gd name="connsiteY54" fmla="*/ 8521 h 10000"/>
              <a:gd name="connsiteX55" fmla="*/ 1228 w 10000"/>
              <a:gd name="connsiteY55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651 w 10000"/>
              <a:gd name="connsiteY33" fmla="*/ 5516 h 10000"/>
              <a:gd name="connsiteX34" fmla="*/ 9838 w 10000"/>
              <a:gd name="connsiteY34" fmla="*/ 5482 h 10000"/>
              <a:gd name="connsiteX35" fmla="*/ 9995 w 10000"/>
              <a:gd name="connsiteY35" fmla="*/ 5583 h 10000"/>
              <a:gd name="connsiteX36" fmla="*/ 10000 w 10000"/>
              <a:gd name="connsiteY36" fmla="*/ 5633 h 10000"/>
              <a:gd name="connsiteX37" fmla="*/ 10000 w 10000"/>
              <a:gd name="connsiteY37" fmla="*/ 8474 h 10000"/>
              <a:gd name="connsiteX38" fmla="*/ 9925 w 10000"/>
              <a:gd name="connsiteY38" fmla="*/ 8519 h 10000"/>
              <a:gd name="connsiteX39" fmla="*/ 6046 w 10000"/>
              <a:gd name="connsiteY39" fmla="*/ 8518 h 10000"/>
              <a:gd name="connsiteX40" fmla="*/ 5792 w 10000"/>
              <a:gd name="connsiteY40" fmla="*/ 8539 h 10000"/>
              <a:gd name="connsiteX41" fmla="*/ 5498 w 10000"/>
              <a:gd name="connsiteY41" fmla="*/ 8778 h 10000"/>
              <a:gd name="connsiteX42" fmla="*/ 5580 w 10000"/>
              <a:gd name="connsiteY42" fmla="*/ 9004 h 10000"/>
              <a:gd name="connsiteX43" fmla="*/ 5695 w 10000"/>
              <a:gd name="connsiteY43" fmla="*/ 9084 h 10000"/>
              <a:gd name="connsiteX44" fmla="*/ 5869 w 10000"/>
              <a:gd name="connsiteY44" fmla="*/ 9573 h 10000"/>
              <a:gd name="connsiteX45" fmla="*/ 5578 w 10000"/>
              <a:gd name="connsiteY45" fmla="*/ 9869 h 10000"/>
              <a:gd name="connsiteX46" fmla="*/ 4920 w 10000"/>
              <a:gd name="connsiteY46" fmla="*/ 9998 h 10000"/>
              <a:gd name="connsiteX47" fmla="*/ 4303 w 10000"/>
              <a:gd name="connsiteY47" fmla="*/ 9792 h 10000"/>
              <a:gd name="connsiteX48" fmla="*/ 4141 w 10000"/>
              <a:gd name="connsiteY48" fmla="*/ 9284 h 10000"/>
              <a:gd name="connsiteX49" fmla="*/ 4370 w 10000"/>
              <a:gd name="connsiteY49" fmla="*/ 9037 h 10000"/>
              <a:gd name="connsiteX50" fmla="*/ 4420 w 10000"/>
              <a:gd name="connsiteY50" fmla="*/ 8644 h 10000"/>
              <a:gd name="connsiteX51" fmla="*/ 4071 w 10000"/>
              <a:gd name="connsiteY51" fmla="*/ 8522 h 10000"/>
              <a:gd name="connsiteX52" fmla="*/ 1267 w 10000"/>
              <a:gd name="connsiteY52" fmla="*/ 8521 h 10000"/>
              <a:gd name="connsiteX53" fmla="*/ 1228 w 10000"/>
              <a:gd name="connsiteY53" fmla="*/ 8521 h 10000"/>
              <a:gd name="connsiteX54" fmla="*/ 1228 w 10000"/>
              <a:gd name="connsiteY54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838 w 10000"/>
              <a:gd name="connsiteY33" fmla="*/ 5482 h 10000"/>
              <a:gd name="connsiteX34" fmla="*/ 9995 w 10000"/>
              <a:gd name="connsiteY34" fmla="*/ 5583 h 10000"/>
              <a:gd name="connsiteX35" fmla="*/ 10000 w 10000"/>
              <a:gd name="connsiteY35" fmla="*/ 5633 h 10000"/>
              <a:gd name="connsiteX36" fmla="*/ 10000 w 10000"/>
              <a:gd name="connsiteY36" fmla="*/ 8474 h 10000"/>
              <a:gd name="connsiteX37" fmla="*/ 9925 w 10000"/>
              <a:gd name="connsiteY37" fmla="*/ 8519 h 10000"/>
              <a:gd name="connsiteX38" fmla="*/ 6046 w 10000"/>
              <a:gd name="connsiteY38" fmla="*/ 8518 h 10000"/>
              <a:gd name="connsiteX39" fmla="*/ 5792 w 10000"/>
              <a:gd name="connsiteY39" fmla="*/ 8539 h 10000"/>
              <a:gd name="connsiteX40" fmla="*/ 5498 w 10000"/>
              <a:gd name="connsiteY40" fmla="*/ 8778 h 10000"/>
              <a:gd name="connsiteX41" fmla="*/ 5580 w 10000"/>
              <a:gd name="connsiteY41" fmla="*/ 9004 h 10000"/>
              <a:gd name="connsiteX42" fmla="*/ 5695 w 10000"/>
              <a:gd name="connsiteY42" fmla="*/ 9084 h 10000"/>
              <a:gd name="connsiteX43" fmla="*/ 5869 w 10000"/>
              <a:gd name="connsiteY43" fmla="*/ 9573 h 10000"/>
              <a:gd name="connsiteX44" fmla="*/ 5578 w 10000"/>
              <a:gd name="connsiteY44" fmla="*/ 9869 h 10000"/>
              <a:gd name="connsiteX45" fmla="*/ 4920 w 10000"/>
              <a:gd name="connsiteY45" fmla="*/ 9998 h 10000"/>
              <a:gd name="connsiteX46" fmla="*/ 4303 w 10000"/>
              <a:gd name="connsiteY46" fmla="*/ 9792 h 10000"/>
              <a:gd name="connsiteX47" fmla="*/ 4141 w 10000"/>
              <a:gd name="connsiteY47" fmla="*/ 9284 h 10000"/>
              <a:gd name="connsiteX48" fmla="*/ 4370 w 10000"/>
              <a:gd name="connsiteY48" fmla="*/ 9037 h 10000"/>
              <a:gd name="connsiteX49" fmla="*/ 4420 w 10000"/>
              <a:gd name="connsiteY49" fmla="*/ 8644 h 10000"/>
              <a:gd name="connsiteX50" fmla="*/ 4071 w 10000"/>
              <a:gd name="connsiteY50" fmla="*/ 8522 h 10000"/>
              <a:gd name="connsiteX51" fmla="*/ 1267 w 10000"/>
              <a:gd name="connsiteY51" fmla="*/ 8521 h 10000"/>
              <a:gd name="connsiteX52" fmla="*/ 1228 w 10000"/>
              <a:gd name="connsiteY52" fmla="*/ 8521 h 10000"/>
              <a:gd name="connsiteX53" fmla="*/ 1228 w 10000"/>
              <a:gd name="connsiteY53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858 w 10000"/>
              <a:gd name="connsiteY32" fmla="*/ 4502 h 10000"/>
              <a:gd name="connsiteX33" fmla="*/ 9995 w 10000"/>
              <a:gd name="connsiteY33" fmla="*/ 5583 h 10000"/>
              <a:gd name="connsiteX34" fmla="*/ 10000 w 10000"/>
              <a:gd name="connsiteY34" fmla="*/ 5633 h 10000"/>
              <a:gd name="connsiteX35" fmla="*/ 10000 w 10000"/>
              <a:gd name="connsiteY35" fmla="*/ 8474 h 10000"/>
              <a:gd name="connsiteX36" fmla="*/ 9925 w 10000"/>
              <a:gd name="connsiteY36" fmla="*/ 8519 h 10000"/>
              <a:gd name="connsiteX37" fmla="*/ 6046 w 10000"/>
              <a:gd name="connsiteY37" fmla="*/ 8518 h 10000"/>
              <a:gd name="connsiteX38" fmla="*/ 5792 w 10000"/>
              <a:gd name="connsiteY38" fmla="*/ 8539 h 10000"/>
              <a:gd name="connsiteX39" fmla="*/ 5498 w 10000"/>
              <a:gd name="connsiteY39" fmla="*/ 8778 h 10000"/>
              <a:gd name="connsiteX40" fmla="*/ 5580 w 10000"/>
              <a:gd name="connsiteY40" fmla="*/ 9004 h 10000"/>
              <a:gd name="connsiteX41" fmla="*/ 5695 w 10000"/>
              <a:gd name="connsiteY41" fmla="*/ 9084 h 10000"/>
              <a:gd name="connsiteX42" fmla="*/ 5869 w 10000"/>
              <a:gd name="connsiteY42" fmla="*/ 9573 h 10000"/>
              <a:gd name="connsiteX43" fmla="*/ 5578 w 10000"/>
              <a:gd name="connsiteY43" fmla="*/ 9869 h 10000"/>
              <a:gd name="connsiteX44" fmla="*/ 4920 w 10000"/>
              <a:gd name="connsiteY44" fmla="*/ 9998 h 10000"/>
              <a:gd name="connsiteX45" fmla="*/ 4303 w 10000"/>
              <a:gd name="connsiteY45" fmla="*/ 9792 h 10000"/>
              <a:gd name="connsiteX46" fmla="*/ 4141 w 10000"/>
              <a:gd name="connsiteY46" fmla="*/ 9284 h 10000"/>
              <a:gd name="connsiteX47" fmla="*/ 4370 w 10000"/>
              <a:gd name="connsiteY47" fmla="*/ 9037 h 10000"/>
              <a:gd name="connsiteX48" fmla="*/ 4420 w 10000"/>
              <a:gd name="connsiteY48" fmla="*/ 8644 h 10000"/>
              <a:gd name="connsiteX49" fmla="*/ 4071 w 10000"/>
              <a:gd name="connsiteY49" fmla="*/ 8522 h 10000"/>
              <a:gd name="connsiteX50" fmla="*/ 1267 w 10000"/>
              <a:gd name="connsiteY50" fmla="*/ 8521 h 10000"/>
              <a:gd name="connsiteX51" fmla="*/ 1228 w 10000"/>
              <a:gd name="connsiteY51" fmla="*/ 8521 h 10000"/>
              <a:gd name="connsiteX52" fmla="*/ 1228 w 10000"/>
              <a:gd name="connsiteY52" fmla="*/ 8521 h 10000"/>
              <a:gd name="connsiteX0" fmla="*/ 1228 w 10000"/>
              <a:gd name="connsiteY0" fmla="*/ 8521 h 10000"/>
              <a:gd name="connsiteX1" fmla="*/ 67 w 10000"/>
              <a:gd name="connsiteY1" fmla="*/ 8521 h 10000"/>
              <a:gd name="connsiteX2" fmla="*/ 0 w 10000"/>
              <a:gd name="connsiteY2" fmla="*/ 8477 h 10000"/>
              <a:gd name="connsiteX3" fmla="*/ 0 w 10000"/>
              <a:gd name="connsiteY3" fmla="*/ 5614 h 10000"/>
              <a:gd name="connsiteX4" fmla="*/ 132 w 10000"/>
              <a:gd name="connsiteY4" fmla="*/ 5486 h 10000"/>
              <a:gd name="connsiteX5" fmla="*/ 359 w 10000"/>
              <a:gd name="connsiteY5" fmla="*/ 5521 h 10000"/>
              <a:gd name="connsiteX6" fmla="*/ 1218 w 10000"/>
              <a:gd name="connsiteY6" fmla="*/ 5731 h 10000"/>
              <a:gd name="connsiteX7" fmla="*/ 1753 w 10000"/>
              <a:gd name="connsiteY7" fmla="*/ 5639 h 10000"/>
              <a:gd name="connsiteX8" fmla="*/ 2144 w 10000"/>
              <a:gd name="connsiteY8" fmla="*/ 5417 h 10000"/>
              <a:gd name="connsiteX9" fmla="*/ 2353 w 10000"/>
              <a:gd name="connsiteY9" fmla="*/ 4965 h 10000"/>
              <a:gd name="connsiteX10" fmla="*/ 2024 w 10000"/>
              <a:gd name="connsiteY10" fmla="*/ 4480 h 10000"/>
              <a:gd name="connsiteX11" fmla="*/ 1006 w 10000"/>
              <a:gd name="connsiteY11" fmla="*/ 4262 h 10000"/>
              <a:gd name="connsiteX12" fmla="*/ 356 w 10000"/>
              <a:gd name="connsiteY12" fmla="*/ 4468 h 10000"/>
              <a:gd name="connsiteX13" fmla="*/ 144 w 10000"/>
              <a:gd name="connsiteY13" fmla="*/ 4504 h 10000"/>
              <a:gd name="connsiteX14" fmla="*/ 0 w 10000"/>
              <a:gd name="connsiteY14" fmla="*/ 4378 h 10000"/>
              <a:gd name="connsiteX15" fmla="*/ 0 w 10000"/>
              <a:gd name="connsiteY15" fmla="*/ 3509 h 10000"/>
              <a:gd name="connsiteX16" fmla="*/ 0 w 10000"/>
              <a:gd name="connsiteY16" fmla="*/ 1511 h 10000"/>
              <a:gd name="connsiteX17" fmla="*/ 72 w 10000"/>
              <a:gd name="connsiteY17" fmla="*/ 1466 h 10000"/>
              <a:gd name="connsiteX18" fmla="*/ 3992 w 10000"/>
              <a:gd name="connsiteY18" fmla="*/ 1466 h 10000"/>
              <a:gd name="connsiteX19" fmla="*/ 4238 w 10000"/>
              <a:gd name="connsiteY19" fmla="*/ 1438 h 10000"/>
              <a:gd name="connsiteX20" fmla="*/ 4487 w 10000"/>
              <a:gd name="connsiteY20" fmla="*/ 1076 h 10000"/>
              <a:gd name="connsiteX21" fmla="*/ 4358 w 10000"/>
              <a:gd name="connsiteY21" fmla="*/ 939 h 10000"/>
              <a:gd name="connsiteX22" fmla="*/ 4151 w 10000"/>
              <a:gd name="connsiteY22" fmla="*/ 381 h 10000"/>
              <a:gd name="connsiteX23" fmla="*/ 4811 w 10000"/>
              <a:gd name="connsiteY23" fmla="*/ 19 h 10000"/>
              <a:gd name="connsiteX24" fmla="*/ 5642 w 10000"/>
              <a:gd name="connsiteY24" fmla="*/ 159 h 10000"/>
              <a:gd name="connsiteX25" fmla="*/ 5867 w 10000"/>
              <a:gd name="connsiteY25" fmla="*/ 688 h 10000"/>
              <a:gd name="connsiteX26" fmla="*/ 5625 w 10000"/>
              <a:gd name="connsiteY26" fmla="*/ 953 h 10000"/>
              <a:gd name="connsiteX27" fmla="*/ 5847 w 10000"/>
              <a:gd name="connsiteY27" fmla="*/ 1458 h 10000"/>
              <a:gd name="connsiteX28" fmla="*/ 6011 w 10000"/>
              <a:gd name="connsiteY28" fmla="*/ 1466 h 10000"/>
              <a:gd name="connsiteX29" fmla="*/ 9925 w 10000"/>
              <a:gd name="connsiteY29" fmla="*/ 1468 h 10000"/>
              <a:gd name="connsiteX30" fmla="*/ 10000 w 10000"/>
              <a:gd name="connsiteY30" fmla="*/ 1516 h 10000"/>
              <a:gd name="connsiteX31" fmla="*/ 10000 w 10000"/>
              <a:gd name="connsiteY31" fmla="*/ 4360 h 10000"/>
              <a:gd name="connsiteX32" fmla="*/ 9995 w 10000"/>
              <a:gd name="connsiteY32" fmla="*/ 5583 h 10000"/>
              <a:gd name="connsiteX33" fmla="*/ 10000 w 10000"/>
              <a:gd name="connsiteY33" fmla="*/ 5633 h 10000"/>
              <a:gd name="connsiteX34" fmla="*/ 10000 w 10000"/>
              <a:gd name="connsiteY34" fmla="*/ 8474 h 10000"/>
              <a:gd name="connsiteX35" fmla="*/ 9925 w 10000"/>
              <a:gd name="connsiteY35" fmla="*/ 8519 h 10000"/>
              <a:gd name="connsiteX36" fmla="*/ 6046 w 10000"/>
              <a:gd name="connsiteY36" fmla="*/ 8518 h 10000"/>
              <a:gd name="connsiteX37" fmla="*/ 5792 w 10000"/>
              <a:gd name="connsiteY37" fmla="*/ 8539 h 10000"/>
              <a:gd name="connsiteX38" fmla="*/ 5498 w 10000"/>
              <a:gd name="connsiteY38" fmla="*/ 8778 h 10000"/>
              <a:gd name="connsiteX39" fmla="*/ 5580 w 10000"/>
              <a:gd name="connsiteY39" fmla="*/ 9004 h 10000"/>
              <a:gd name="connsiteX40" fmla="*/ 5695 w 10000"/>
              <a:gd name="connsiteY40" fmla="*/ 9084 h 10000"/>
              <a:gd name="connsiteX41" fmla="*/ 5869 w 10000"/>
              <a:gd name="connsiteY41" fmla="*/ 9573 h 10000"/>
              <a:gd name="connsiteX42" fmla="*/ 5578 w 10000"/>
              <a:gd name="connsiteY42" fmla="*/ 9869 h 10000"/>
              <a:gd name="connsiteX43" fmla="*/ 4920 w 10000"/>
              <a:gd name="connsiteY43" fmla="*/ 9998 h 10000"/>
              <a:gd name="connsiteX44" fmla="*/ 4303 w 10000"/>
              <a:gd name="connsiteY44" fmla="*/ 9792 h 10000"/>
              <a:gd name="connsiteX45" fmla="*/ 4141 w 10000"/>
              <a:gd name="connsiteY45" fmla="*/ 9284 h 10000"/>
              <a:gd name="connsiteX46" fmla="*/ 4370 w 10000"/>
              <a:gd name="connsiteY46" fmla="*/ 9037 h 10000"/>
              <a:gd name="connsiteX47" fmla="*/ 4420 w 10000"/>
              <a:gd name="connsiteY47" fmla="*/ 8644 h 10000"/>
              <a:gd name="connsiteX48" fmla="*/ 4071 w 10000"/>
              <a:gd name="connsiteY48" fmla="*/ 8522 h 10000"/>
              <a:gd name="connsiteX49" fmla="*/ 1267 w 10000"/>
              <a:gd name="connsiteY49" fmla="*/ 8521 h 10000"/>
              <a:gd name="connsiteX50" fmla="*/ 1228 w 10000"/>
              <a:gd name="connsiteY50" fmla="*/ 8521 h 10000"/>
              <a:gd name="connsiteX51" fmla="*/ 1228 w 10000"/>
              <a:gd name="connsiteY51" fmla="*/ 85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000" h="10000">
                <a:moveTo>
                  <a:pt x="1228" y="8521"/>
                </a:moveTo>
                <a:lnTo>
                  <a:pt x="67" y="8521"/>
                </a:lnTo>
                <a:cubicBezTo>
                  <a:pt x="0" y="8521"/>
                  <a:pt x="0" y="8521"/>
                  <a:pt x="0" y="8477"/>
                </a:cubicBezTo>
                <a:lnTo>
                  <a:pt x="0" y="5614"/>
                </a:lnTo>
                <a:cubicBezTo>
                  <a:pt x="0" y="5553"/>
                  <a:pt x="47" y="5508"/>
                  <a:pt x="132" y="5486"/>
                </a:cubicBezTo>
                <a:cubicBezTo>
                  <a:pt x="212" y="5466"/>
                  <a:pt x="289" y="5478"/>
                  <a:pt x="359" y="5521"/>
                </a:cubicBezTo>
                <a:cubicBezTo>
                  <a:pt x="600" y="5664"/>
                  <a:pt x="884" y="5736"/>
                  <a:pt x="1218" y="5731"/>
                </a:cubicBezTo>
                <a:cubicBezTo>
                  <a:pt x="1409" y="5728"/>
                  <a:pt x="1589" y="5697"/>
                  <a:pt x="1753" y="5639"/>
                </a:cubicBezTo>
                <a:cubicBezTo>
                  <a:pt x="1910" y="5584"/>
                  <a:pt x="2039" y="5510"/>
                  <a:pt x="2144" y="5417"/>
                </a:cubicBezTo>
                <a:cubicBezTo>
                  <a:pt x="2293" y="5281"/>
                  <a:pt x="2363" y="5131"/>
                  <a:pt x="2353" y="4965"/>
                </a:cubicBezTo>
                <a:cubicBezTo>
                  <a:pt x="2341" y="4778"/>
                  <a:pt x="2231" y="4616"/>
                  <a:pt x="2024" y="4480"/>
                </a:cubicBezTo>
                <a:cubicBezTo>
                  <a:pt x="1743" y="4298"/>
                  <a:pt x="1397" y="4232"/>
                  <a:pt x="1006" y="4262"/>
                </a:cubicBezTo>
                <a:cubicBezTo>
                  <a:pt x="754" y="4282"/>
                  <a:pt x="538" y="4354"/>
                  <a:pt x="356" y="4468"/>
                </a:cubicBezTo>
                <a:cubicBezTo>
                  <a:pt x="296" y="4504"/>
                  <a:pt x="212" y="4519"/>
                  <a:pt x="144" y="4504"/>
                </a:cubicBezTo>
                <a:cubicBezTo>
                  <a:pt x="52" y="4482"/>
                  <a:pt x="0" y="4436"/>
                  <a:pt x="0" y="4378"/>
                </a:cubicBezTo>
                <a:lnTo>
                  <a:pt x="0" y="3509"/>
                </a:lnTo>
                <a:lnTo>
                  <a:pt x="0" y="1511"/>
                </a:lnTo>
                <a:cubicBezTo>
                  <a:pt x="0" y="1466"/>
                  <a:pt x="0" y="1466"/>
                  <a:pt x="72" y="1466"/>
                </a:cubicBezTo>
                <a:lnTo>
                  <a:pt x="3992" y="1466"/>
                </a:lnTo>
                <a:cubicBezTo>
                  <a:pt x="4076" y="1466"/>
                  <a:pt x="4158" y="1461"/>
                  <a:pt x="4238" y="1438"/>
                </a:cubicBezTo>
                <a:cubicBezTo>
                  <a:pt x="4447" y="1377"/>
                  <a:pt x="4562" y="1213"/>
                  <a:pt x="4487" y="1076"/>
                </a:cubicBezTo>
                <a:cubicBezTo>
                  <a:pt x="4460" y="1024"/>
                  <a:pt x="4415" y="980"/>
                  <a:pt x="4358" y="939"/>
                </a:cubicBezTo>
                <a:cubicBezTo>
                  <a:pt x="4124" y="778"/>
                  <a:pt x="4049" y="591"/>
                  <a:pt x="4151" y="381"/>
                </a:cubicBezTo>
                <a:cubicBezTo>
                  <a:pt x="4250" y="174"/>
                  <a:pt x="4482" y="63"/>
                  <a:pt x="4811" y="19"/>
                </a:cubicBezTo>
                <a:cubicBezTo>
                  <a:pt x="5125" y="-25"/>
                  <a:pt x="5413" y="6"/>
                  <a:pt x="5642" y="159"/>
                </a:cubicBezTo>
                <a:cubicBezTo>
                  <a:pt x="5867" y="309"/>
                  <a:pt x="5944" y="486"/>
                  <a:pt x="5867" y="688"/>
                </a:cubicBezTo>
                <a:cubicBezTo>
                  <a:pt x="5827" y="792"/>
                  <a:pt x="5742" y="878"/>
                  <a:pt x="5625" y="953"/>
                </a:cubicBezTo>
                <a:cubicBezTo>
                  <a:pt x="5386" y="1110"/>
                  <a:pt x="5476" y="1388"/>
                  <a:pt x="5847" y="1458"/>
                </a:cubicBezTo>
                <a:cubicBezTo>
                  <a:pt x="5899" y="1468"/>
                  <a:pt x="5956" y="1466"/>
                  <a:pt x="6011" y="1466"/>
                </a:cubicBezTo>
                <a:lnTo>
                  <a:pt x="9925" y="1468"/>
                </a:lnTo>
                <a:cubicBezTo>
                  <a:pt x="10000" y="1468"/>
                  <a:pt x="10000" y="1468"/>
                  <a:pt x="10000" y="1516"/>
                </a:cubicBezTo>
                <a:cubicBezTo>
                  <a:pt x="10000" y="2464"/>
                  <a:pt x="10001" y="3682"/>
                  <a:pt x="10000" y="4360"/>
                </a:cubicBezTo>
                <a:cubicBezTo>
                  <a:pt x="9999" y="5038"/>
                  <a:pt x="9995" y="5371"/>
                  <a:pt x="9995" y="5583"/>
                </a:cubicBezTo>
                <a:cubicBezTo>
                  <a:pt x="10000" y="5598"/>
                  <a:pt x="10000" y="5615"/>
                  <a:pt x="10000" y="5633"/>
                </a:cubicBezTo>
                <a:lnTo>
                  <a:pt x="10000" y="8474"/>
                </a:lnTo>
                <a:cubicBezTo>
                  <a:pt x="10000" y="8519"/>
                  <a:pt x="10000" y="8519"/>
                  <a:pt x="9925" y="8519"/>
                </a:cubicBezTo>
                <a:lnTo>
                  <a:pt x="6046" y="8518"/>
                </a:lnTo>
                <a:cubicBezTo>
                  <a:pt x="5961" y="8518"/>
                  <a:pt x="5869" y="8519"/>
                  <a:pt x="5792" y="8539"/>
                </a:cubicBezTo>
                <a:cubicBezTo>
                  <a:pt x="5630" y="8582"/>
                  <a:pt x="5528" y="8663"/>
                  <a:pt x="5498" y="8778"/>
                </a:cubicBezTo>
                <a:cubicBezTo>
                  <a:pt x="5478" y="8859"/>
                  <a:pt x="5510" y="8936"/>
                  <a:pt x="5580" y="9004"/>
                </a:cubicBezTo>
                <a:cubicBezTo>
                  <a:pt x="5610" y="9034"/>
                  <a:pt x="5660" y="9055"/>
                  <a:pt x="5695" y="9084"/>
                </a:cubicBezTo>
                <a:cubicBezTo>
                  <a:pt x="5874" y="9229"/>
                  <a:pt x="5939" y="9391"/>
                  <a:pt x="5869" y="9573"/>
                </a:cubicBezTo>
                <a:cubicBezTo>
                  <a:pt x="5822" y="9692"/>
                  <a:pt x="5725" y="9790"/>
                  <a:pt x="5578" y="9869"/>
                </a:cubicBezTo>
                <a:cubicBezTo>
                  <a:pt x="5388" y="9969"/>
                  <a:pt x="5167" y="10010"/>
                  <a:pt x="4920" y="9998"/>
                </a:cubicBezTo>
                <a:cubicBezTo>
                  <a:pt x="4669" y="9983"/>
                  <a:pt x="4467" y="9912"/>
                  <a:pt x="4303" y="9792"/>
                </a:cubicBezTo>
                <a:cubicBezTo>
                  <a:pt x="4099" y="9642"/>
                  <a:pt x="4059" y="9471"/>
                  <a:pt x="4141" y="9284"/>
                </a:cubicBezTo>
                <a:cubicBezTo>
                  <a:pt x="4183" y="9188"/>
                  <a:pt x="4263" y="9109"/>
                  <a:pt x="4370" y="9037"/>
                </a:cubicBezTo>
                <a:cubicBezTo>
                  <a:pt x="4542" y="8923"/>
                  <a:pt x="4564" y="8772"/>
                  <a:pt x="4420" y="8644"/>
                </a:cubicBezTo>
                <a:cubicBezTo>
                  <a:pt x="4335" y="8572"/>
                  <a:pt x="4221" y="8524"/>
                  <a:pt x="4071" y="8522"/>
                </a:cubicBezTo>
                <a:lnTo>
                  <a:pt x="1267" y="8521"/>
                </a:lnTo>
                <a:lnTo>
                  <a:pt x="1228" y="8521"/>
                </a:lnTo>
                <a:lnTo>
                  <a:pt x="1228" y="85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353D44A-04E0-419E-B0A9-0C1F72BB2B0A}"/>
              </a:ext>
            </a:extLst>
          </p:cNvPr>
          <p:cNvSpPr>
            <a:spLocks/>
          </p:cNvSpPr>
          <p:nvPr/>
        </p:nvSpPr>
        <p:spPr bwMode="auto">
          <a:xfrm rot="5400000" flipV="1">
            <a:off x="3723790" y="2012195"/>
            <a:ext cx="1488795" cy="1357789"/>
          </a:xfrm>
          <a:custGeom>
            <a:avLst/>
            <a:gdLst>
              <a:gd name="T0" fmla="*/ 963 w 5936"/>
              <a:gd name="T1" fmla="*/ 30 h 4502"/>
              <a:gd name="T2" fmla="*/ 2570 w 5936"/>
              <a:gd name="T3" fmla="*/ 4 h 4502"/>
              <a:gd name="T4" fmla="*/ 2625 w 5936"/>
              <a:gd name="T5" fmla="*/ 157 h 4502"/>
              <a:gd name="T6" fmla="*/ 2534 w 5936"/>
              <a:gd name="T7" fmla="*/ 658 h 4502"/>
              <a:gd name="T8" fmla="*/ 3066 w 5936"/>
              <a:gd name="T9" fmla="*/ 940 h 4502"/>
              <a:gd name="T10" fmla="*/ 3428 w 5936"/>
              <a:gd name="T11" fmla="*/ 588 h 4502"/>
              <a:gd name="T12" fmla="*/ 3308 w 5936"/>
              <a:gd name="T13" fmla="*/ 150 h 4502"/>
              <a:gd name="T14" fmla="*/ 3369 w 5936"/>
              <a:gd name="T15" fmla="*/ 1 h 4502"/>
              <a:gd name="T16" fmla="*/ 3715 w 5936"/>
              <a:gd name="T17" fmla="*/ 1 h 4502"/>
              <a:gd name="T18" fmla="*/ 4958 w 5936"/>
              <a:gd name="T19" fmla="*/ 3 h 4502"/>
              <a:gd name="T20" fmla="*/ 4978 w 5936"/>
              <a:gd name="T21" fmla="*/ 54 h 4502"/>
              <a:gd name="T22" fmla="*/ 5045 w 5936"/>
              <a:gd name="T23" fmla="*/ 2008 h 4502"/>
              <a:gd name="T24" fmla="*/ 5317 w 5936"/>
              <a:gd name="T25" fmla="*/ 1990 h 4502"/>
              <a:gd name="T26" fmla="*/ 5883 w 5936"/>
              <a:gd name="T27" fmla="*/ 2086 h 4502"/>
              <a:gd name="T28" fmla="*/ 5761 w 5936"/>
              <a:gd name="T29" fmla="*/ 2554 h 4502"/>
              <a:gd name="T30" fmla="*/ 5298 w 5936"/>
              <a:gd name="T31" fmla="*/ 2496 h 4502"/>
              <a:gd name="T32" fmla="*/ 4978 w 5936"/>
              <a:gd name="T33" fmla="*/ 2648 h 4502"/>
              <a:gd name="T34" fmla="*/ 4950 w 5936"/>
              <a:gd name="T35" fmla="*/ 4501 h 4502"/>
              <a:gd name="T36" fmla="*/ 3299 w 5936"/>
              <a:gd name="T37" fmla="*/ 4471 h 4502"/>
              <a:gd name="T38" fmla="*/ 3423 w 5936"/>
              <a:gd name="T39" fmla="*/ 4161 h 4502"/>
              <a:gd name="T40" fmla="*/ 3297 w 5936"/>
              <a:gd name="T41" fmla="*/ 3687 h 4502"/>
              <a:gd name="T42" fmla="*/ 2829 w 5936"/>
              <a:gd name="T43" fmla="*/ 3576 h 4502"/>
              <a:gd name="T44" fmla="*/ 2504 w 5936"/>
              <a:gd name="T45" fmla="*/ 4096 h 4502"/>
              <a:gd name="T46" fmla="*/ 2652 w 5936"/>
              <a:gd name="T47" fmla="*/ 4454 h 4502"/>
              <a:gd name="T48" fmla="*/ 1983 w 5936"/>
              <a:gd name="T49" fmla="*/ 4501 h 4502"/>
              <a:gd name="T50" fmla="*/ 963 w 5936"/>
              <a:gd name="T51" fmla="*/ 4477 h 4502"/>
              <a:gd name="T52" fmla="*/ 869 w 5936"/>
              <a:gd name="T53" fmla="*/ 2477 h 4502"/>
              <a:gd name="T54" fmla="*/ 354 w 5936"/>
              <a:gd name="T55" fmla="*/ 2611 h 4502"/>
              <a:gd name="T56" fmla="*/ 31 w 5936"/>
              <a:gd name="T57" fmla="*/ 2154 h 4502"/>
              <a:gd name="T58" fmla="*/ 390 w 5936"/>
              <a:gd name="T59" fmla="*/ 1894 h 4502"/>
              <a:gd name="T60" fmla="*/ 715 w 5936"/>
              <a:gd name="T61" fmla="*/ 2049 h 4502"/>
              <a:gd name="T62" fmla="*/ 963 w 5936"/>
              <a:gd name="T63" fmla="*/ 1840 h 4502"/>
              <a:gd name="T64" fmla="*/ 963 w 5936"/>
              <a:gd name="T65" fmla="*/ 488 h 4502"/>
              <a:gd name="connsiteX0" fmla="*/ 1570 w 9928"/>
              <a:gd name="connsiteY0" fmla="*/ 1083 h 9999"/>
              <a:gd name="connsiteX1" fmla="*/ 1570 w 9928"/>
              <a:gd name="connsiteY1" fmla="*/ 66 h 9999"/>
              <a:gd name="connsiteX2" fmla="*/ 1612 w 9928"/>
              <a:gd name="connsiteY2" fmla="*/ 6 h 9999"/>
              <a:gd name="connsiteX3" fmla="*/ 4278 w 9928"/>
              <a:gd name="connsiteY3" fmla="*/ 8 h 9999"/>
              <a:gd name="connsiteX4" fmla="*/ 4416 w 9928"/>
              <a:gd name="connsiteY4" fmla="*/ 268 h 9999"/>
              <a:gd name="connsiteX5" fmla="*/ 4370 w 9928"/>
              <a:gd name="connsiteY5" fmla="*/ 348 h 9999"/>
              <a:gd name="connsiteX6" fmla="*/ 4168 w 9928"/>
              <a:gd name="connsiteY6" fmla="*/ 896 h 9999"/>
              <a:gd name="connsiteX7" fmla="*/ 4217 w 9928"/>
              <a:gd name="connsiteY7" fmla="*/ 1461 h 9999"/>
              <a:gd name="connsiteX8" fmla="*/ 4576 w 9928"/>
              <a:gd name="connsiteY8" fmla="*/ 1985 h 9999"/>
              <a:gd name="connsiteX9" fmla="*/ 5113 w 9928"/>
              <a:gd name="connsiteY9" fmla="*/ 2087 h 9999"/>
              <a:gd name="connsiteX10" fmla="*/ 5485 w 9928"/>
              <a:gd name="connsiteY10" fmla="*/ 1836 h 9999"/>
              <a:gd name="connsiteX11" fmla="*/ 5723 w 9928"/>
              <a:gd name="connsiteY11" fmla="*/ 1305 h 9999"/>
              <a:gd name="connsiteX12" fmla="*/ 5738 w 9928"/>
              <a:gd name="connsiteY12" fmla="*/ 912 h 9999"/>
              <a:gd name="connsiteX13" fmla="*/ 5521 w 9928"/>
              <a:gd name="connsiteY13" fmla="*/ 332 h 9999"/>
              <a:gd name="connsiteX14" fmla="*/ 5480 w 9928"/>
              <a:gd name="connsiteY14" fmla="*/ 128 h 9999"/>
              <a:gd name="connsiteX15" fmla="*/ 5624 w 9928"/>
              <a:gd name="connsiteY15" fmla="*/ 1 h 9999"/>
              <a:gd name="connsiteX16" fmla="*/ 5809 w 9928"/>
              <a:gd name="connsiteY16" fmla="*/ 1 h 9999"/>
              <a:gd name="connsiteX17" fmla="*/ 6206 w 9928"/>
              <a:gd name="connsiteY17" fmla="*/ 1 h 9999"/>
              <a:gd name="connsiteX18" fmla="*/ 8211 w 9928"/>
              <a:gd name="connsiteY18" fmla="*/ 1 h 9999"/>
              <a:gd name="connsiteX19" fmla="*/ 8300 w 9928"/>
              <a:gd name="connsiteY19" fmla="*/ 6 h 9999"/>
              <a:gd name="connsiteX20" fmla="*/ 8334 w 9928"/>
              <a:gd name="connsiteY20" fmla="*/ 52 h 9999"/>
              <a:gd name="connsiteX21" fmla="*/ 8334 w 9928"/>
              <a:gd name="connsiteY21" fmla="*/ 119 h 9999"/>
              <a:gd name="connsiteX22" fmla="*/ 8334 w 9928"/>
              <a:gd name="connsiteY22" fmla="*/ 4104 h 9999"/>
              <a:gd name="connsiteX23" fmla="*/ 8447 w 9928"/>
              <a:gd name="connsiteY23" fmla="*/ 4459 h 9999"/>
              <a:gd name="connsiteX24" fmla="*/ 8781 w 9928"/>
              <a:gd name="connsiteY24" fmla="*/ 4533 h 9999"/>
              <a:gd name="connsiteX25" fmla="*/ 8905 w 9928"/>
              <a:gd name="connsiteY25" fmla="*/ 4419 h 9999"/>
              <a:gd name="connsiteX26" fmla="*/ 9483 w 9928"/>
              <a:gd name="connsiteY26" fmla="*/ 4235 h 9999"/>
              <a:gd name="connsiteX27" fmla="*/ 9859 w 9928"/>
              <a:gd name="connsiteY27" fmla="*/ 4632 h 9999"/>
              <a:gd name="connsiteX28" fmla="*/ 9904 w 9928"/>
              <a:gd name="connsiteY28" fmla="*/ 5217 h 9999"/>
              <a:gd name="connsiteX29" fmla="*/ 9653 w 9928"/>
              <a:gd name="connsiteY29" fmla="*/ 5672 h 9999"/>
              <a:gd name="connsiteX30" fmla="*/ 9163 w 9928"/>
              <a:gd name="connsiteY30" fmla="*/ 5772 h 9999"/>
              <a:gd name="connsiteX31" fmla="*/ 8873 w 9928"/>
              <a:gd name="connsiteY31" fmla="*/ 5543 h 9999"/>
              <a:gd name="connsiteX32" fmla="*/ 8540 w 9928"/>
              <a:gd name="connsiteY32" fmla="*/ 5472 h 9999"/>
              <a:gd name="connsiteX33" fmla="*/ 8334 w 9928"/>
              <a:gd name="connsiteY33" fmla="*/ 5881 h 9999"/>
              <a:gd name="connsiteX34" fmla="*/ 8334 w 9928"/>
              <a:gd name="connsiteY34" fmla="*/ 9937 h 9999"/>
              <a:gd name="connsiteX35" fmla="*/ 8287 w 9928"/>
              <a:gd name="connsiteY35" fmla="*/ 9997 h 9999"/>
              <a:gd name="connsiteX36" fmla="*/ 5629 w 9928"/>
              <a:gd name="connsiteY36" fmla="*/ 9997 h 9999"/>
              <a:gd name="connsiteX37" fmla="*/ 5506 w 9928"/>
              <a:gd name="connsiteY37" fmla="*/ 9930 h 9999"/>
              <a:gd name="connsiteX38" fmla="*/ 5514 w 9928"/>
              <a:gd name="connsiteY38" fmla="*/ 9681 h 9999"/>
              <a:gd name="connsiteX39" fmla="*/ 5715 w 9928"/>
              <a:gd name="connsiteY39" fmla="*/ 9242 h 9999"/>
              <a:gd name="connsiteX40" fmla="*/ 5726 w 9928"/>
              <a:gd name="connsiteY40" fmla="*/ 8711 h 9999"/>
              <a:gd name="connsiteX41" fmla="*/ 5502 w 9928"/>
              <a:gd name="connsiteY41" fmla="*/ 8189 h 9999"/>
              <a:gd name="connsiteX42" fmla="*/ 5118 w 9928"/>
              <a:gd name="connsiteY42" fmla="*/ 7920 h 9999"/>
              <a:gd name="connsiteX43" fmla="*/ 4714 w 9928"/>
              <a:gd name="connsiteY43" fmla="*/ 7942 h 9999"/>
              <a:gd name="connsiteX44" fmla="*/ 4331 w 9928"/>
              <a:gd name="connsiteY44" fmla="*/ 8289 h 9999"/>
              <a:gd name="connsiteX45" fmla="*/ 4166 w 9928"/>
              <a:gd name="connsiteY45" fmla="*/ 9097 h 9999"/>
              <a:gd name="connsiteX46" fmla="*/ 4387 w 9928"/>
              <a:gd name="connsiteY46" fmla="*/ 9681 h 9999"/>
              <a:gd name="connsiteX47" fmla="*/ 4416 w 9928"/>
              <a:gd name="connsiteY47" fmla="*/ 9892 h 9999"/>
              <a:gd name="connsiteX48" fmla="*/ 4286 w 9928"/>
              <a:gd name="connsiteY48" fmla="*/ 9999 h 9999"/>
              <a:gd name="connsiteX49" fmla="*/ 3289 w 9928"/>
              <a:gd name="connsiteY49" fmla="*/ 9997 h 9999"/>
              <a:gd name="connsiteX50" fmla="*/ 1611 w 9928"/>
              <a:gd name="connsiteY50" fmla="*/ 9997 h 9999"/>
              <a:gd name="connsiteX51" fmla="*/ 1570 w 9928"/>
              <a:gd name="connsiteY51" fmla="*/ 9943 h 9999"/>
              <a:gd name="connsiteX52" fmla="*/ 1570 w 9928"/>
              <a:gd name="connsiteY52" fmla="*/ 5892 h 9999"/>
              <a:gd name="connsiteX53" fmla="*/ 1412 w 9928"/>
              <a:gd name="connsiteY53" fmla="*/ 5501 h 9999"/>
              <a:gd name="connsiteX54" fmla="*/ 1023 w 9928"/>
              <a:gd name="connsiteY54" fmla="*/ 5550 h 9999"/>
              <a:gd name="connsiteX55" fmla="*/ 544 w 9928"/>
              <a:gd name="connsiteY55" fmla="*/ 5799 h 9999"/>
              <a:gd name="connsiteX56" fmla="*/ 0 w 9928"/>
              <a:gd name="connsiteY56" fmla="*/ 4784 h 9999"/>
              <a:gd name="connsiteX57" fmla="*/ 226 w 9928"/>
              <a:gd name="connsiteY57" fmla="*/ 4357 h 9999"/>
              <a:gd name="connsiteX58" fmla="*/ 605 w 9928"/>
              <a:gd name="connsiteY58" fmla="*/ 4206 h 9999"/>
              <a:gd name="connsiteX59" fmla="*/ 967 w 9928"/>
              <a:gd name="connsiteY59" fmla="*/ 4390 h 9999"/>
              <a:gd name="connsiteX60" fmla="*/ 1153 w 9928"/>
              <a:gd name="connsiteY60" fmla="*/ 4550 h 9999"/>
              <a:gd name="connsiteX61" fmla="*/ 1545 w 9928"/>
              <a:gd name="connsiteY61" fmla="*/ 4293 h 9999"/>
              <a:gd name="connsiteX62" fmla="*/ 1570 w 9928"/>
              <a:gd name="connsiteY62" fmla="*/ 4086 h 9999"/>
              <a:gd name="connsiteX63" fmla="*/ 1570 w 9928"/>
              <a:gd name="connsiteY63" fmla="*/ 1083 h 9999"/>
              <a:gd name="connsiteX64" fmla="*/ 1570 w 9928"/>
              <a:gd name="connsiteY64" fmla="*/ 1083 h 9999"/>
              <a:gd name="connsiteX0" fmla="*/ 1354 w 9773"/>
              <a:gd name="connsiteY0" fmla="*/ 1083 h 10000"/>
              <a:gd name="connsiteX1" fmla="*/ 1354 w 9773"/>
              <a:gd name="connsiteY1" fmla="*/ 66 h 10000"/>
              <a:gd name="connsiteX2" fmla="*/ 1397 w 9773"/>
              <a:gd name="connsiteY2" fmla="*/ 6 h 10000"/>
              <a:gd name="connsiteX3" fmla="*/ 4082 w 9773"/>
              <a:gd name="connsiteY3" fmla="*/ 8 h 10000"/>
              <a:gd name="connsiteX4" fmla="*/ 4221 w 9773"/>
              <a:gd name="connsiteY4" fmla="*/ 268 h 10000"/>
              <a:gd name="connsiteX5" fmla="*/ 4175 w 9773"/>
              <a:gd name="connsiteY5" fmla="*/ 348 h 10000"/>
              <a:gd name="connsiteX6" fmla="*/ 3971 w 9773"/>
              <a:gd name="connsiteY6" fmla="*/ 896 h 10000"/>
              <a:gd name="connsiteX7" fmla="*/ 4021 w 9773"/>
              <a:gd name="connsiteY7" fmla="*/ 1461 h 10000"/>
              <a:gd name="connsiteX8" fmla="*/ 4382 w 9773"/>
              <a:gd name="connsiteY8" fmla="*/ 1985 h 10000"/>
              <a:gd name="connsiteX9" fmla="*/ 4923 w 9773"/>
              <a:gd name="connsiteY9" fmla="*/ 2087 h 10000"/>
              <a:gd name="connsiteX10" fmla="*/ 5298 w 9773"/>
              <a:gd name="connsiteY10" fmla="*/ 1836 h 10000"/>
              <a:gd name="connsiteX11" fmla="*/ 5538 w 9773"/>
              <a:gd name="connsiteY11" fmla="*/ 1305 h 10000"/>
              <a:gd name="connsiteX12" fmla="*/ 5553 w 9773"/>
              <a:gd name="connsiteY12" fmla="*/ 912 h 10000"/>
              <a:gd name="connsiteX13" fmla="*/ 5334 w 9773"/>
              <a:gd name="connsiteY13" fmla="*/ 332 h 10000"/>
              <a:gd name="connsiteX14" fmla="*/ 5293 w 9773"/>
              <a:gd name="connsiteY14" fmla="*/ 128 h 10000"/>
              <a:gd name="connsiteX15" fmla="*/ 5438 w 9773"/>
              <a:gd name="connsiteY15" fmla="*/ 1 h 10000"/>
              <a:gd name="connsiteX16" fmla="*/ 5624 w 9773"/>
              <a:gd name="connsiteY16" fmla="*/ 1 h 10000"/>
              <a:gd name="connsiteX17" fmla="*/ 6024 w 9773"/>
              <a:gd name="connsiteY17" fmla="*/ 1 h 10000"/>
              <a:gd name="connsiteX18" fmla="*/ 8044 w 9773"/>
              <a:gd name="connsiteY18" fmla="*/ 1 h 10000"/>
              <a:gd name="connsiteX19" fmla="*/ 8133 w 9773"/>
              <a:gd name="connsiteY19" fmla="*/ 6 h 10000"/>
              <a:gd name="connsiteX20" fmla="*/ 8167 w 9773"/>
              <a:gd name="connsiteY20" fmla="*/ 52 h 10000"/>
              <a:gd name="connsiteX21" fmla="*/ 8167 w 9773"/>
              <a:gd name="connsiteY21" fmla="*/ 119 h 10000"/>
              <a:gd name="connsiteX22" fmla="*/ 8167 w 9773"/>
              <a:gd name="connsiteY22" fmla="*/ 4104 h 10000"/>
              <a:gd name="connsiteX23" fmla="*/ 8281 w 9773"/>
              <a:gd name="connsiteY23" fmla="*/ 4459 h 10000"/>
              <a:gd name="connsiteX24" fmla="*/ 8618 w 9773"/>
              <a:gd name="connsiteY24" fmla="*/ 4533 h 10000"/>
              <a:gd name="connsiteX25" fmla="*/ 8743 w 9773"/>
              <a:gd name="connsiteY25" fmla="*/ 4419 h 10000"/>
              <a:gd name="connsiteX26" fmla="*/ 9325 w 9773"/>
              <a:gd name="connsiteY26" fmla="*/ 4235 h 10000"/>
              <a:gd name="connsiteX27" fmla="*/ 9703 w 9773"/>
              <a:gd name="connsiteY27" fmla="*/ 4632 h 10000"/>
              <a:gd name="connsiteX28" fmla="*/ 9749 w 9773"/>
              <a:gd name="connsiteY28" fmla="*/ 5218 h 10000"/>
              <a:gd name="connsiteX29" fmla="*/ 9496 w 9773"/>
              <a:gd name="connsiteY29" fmla="*/ 5673 h 10000"/>
              <a:gd name="connsiteX30" fmla="*/ 9002 w 9773"/>
              <a:gd name="connsiteY30" fmla="*/ 5773 h 10000"/>
              <a:gd name="connsiteX31" fmla="*/ 8710 w 9773"/>
              <a:gd name="connsiteY31" fmla="*/ 5544 h 10000"/>
              <a:gd name="connsiteX32" fmla="*/ 8375 w 9773"/>
              <a:gd name="connsiteY32" fmla="*/ 5473 h 10000"/>
              <a:gd name="connsiteX33" fmla="*/ 8167 w 9773"/>
              <a:gd name="connsiteY33" fmla="*/ 5882 h 10000"/>
              <a:gd name="connsiteX34" fmla="*/ 8167 w 9773"/>
              <a:gd name="connsiteY34" fmla="*/ 9938 h 10000"/>
              <a:gd name="connsiteX35" fmla="*/ 8120 w 9773"/>
              <a:gd name="connsiteY35" fmla="*/ 9998 h 10000"/>
              <a:gd name="connsiteX36" fmla="*/ 5443 w 9773"/>
              <a:gd name="connsiteY36" fmla="*/ 9998 h 10000"/>
              <a:gd name="connsiteX37" fmla="*/ 5319 w 9773"/>
              <a:gd name="connsiteY37" fmla="*/ 9931 h 10000"/>
              <a:gd name="connsiteX38" fmla="*/ 5327 w 9773"/>
              <a:gd name="connsiteY38" fmla="*/ 9682 h 10000"/>
              <a:gd name="connsiteX39" fmla="*/ 5529 w 9773"/>
              <a:gd name="connsiteY39" fmla="*/ 9243 h 10000"/>
              <a:gd name="connsiteX40" fmla="*/ 5541 w 9773"/>
              <a:gd name="connsiteY40" fmla="*/ 8712 h 10000"/>
              <a:gd name="connsiteX41" fmla="*/ 5315 w 9773"/>
              <a:gd name="connsiteY41" fmla="*/ 8190 h 10000"/>
              <a:gd name="connsiteX42" fmla="*/ 4928 w 9773"/>
              <a:gd name="connsiteY42" fmla="*/ 7921 h 10000"/>
              <a:gd name="connsiteX43" fmla="*/ 4521 w 9773"/>
              <a:gd name="connsiteY43" fmla="*/ 7943 h 10000"/>
              <a:gd name="connsiteX44" fmla="*/ 4135 w 9773"/>
              <a:gd name="connsiteY44" fmla="*/ 8290 h 10000"/>
              <a:gd name="connsiteX45" fmla="*/ 3969 w 9773"/>
              <a:gd name="connsiteY45" fmla="*/ 9098 h 10000"/>
              <a:gd name="connsiteX46" fmla="*/ 4192 w 9773"/>
              <a:gd name="connsiteY46" fmla="*/ 9682 h 10000"/>
              <a:gd name="connsiteX47" fmla="*/ 4221 w 9773"/>
              <a:gd name="connsiteY47" fmla="*/ 9893 h 10000"/>
              <a:gd name="connsiteX48" fmla="*/ 4090 w 9773"/>
              <a:gd name="connsiteY48" fmla="*/ 10000 h 10000"/>
              <a:gd name="connsiteX49" fmla="*/ 3086 w 9773"/>
              <a:gd name="connsiteY49" fmla="*/ 9998 h 10000"/>
              <a:gd name="connsiteX50" fmla="*/ 1396 w 9773"/>
              <a:gd name="connsiteY50" fmla="*/ 9998 h 10000"/>
              <a:gd name="connsiteX51" fmla="*/ 1354 w 9773"/>
              <a:gd name="connsiteY51" fmla="*/ 9944 h 10000"/>
              <a:gd name="connsiteX52" fmla="*/ 1354 w 9773"/>
              <a:gd name="connsiteY52" fmla="*/ 5893 h 10000"/>
              <a:gd name="connsiteX53" fmla="*/ 1195 w 9773"/>
              <a:gd name="connsiteY53" fmla="*/ 5502 h 10000"/>
              <a:gd name="connsiteX54" fmla="*/ 803 w 9773"/>
              <a:gd name="connsiteY54" fmla="*/ 5551 h 10000"/>
              <a:gd name="connsiteX55" fmla="*/ 321 w 9773"/>
              <a:gd name="connsiteY55" fmla="*/ 5800 h 10000"/>
              <a:gd name="connsiteX56" fmla="*/ 1 w 9773"/>
              <a:gd name="connsiteY56" fmla="*/ 4357 h 10000"/>
              <a:gd name="connsiteX57" fmla="*/ 382 w 9773"/>
              <a:gd name="connsiteY57" fmla="*/ 4206 h 10000"/>
              <a:gd name="connsiteX58" fmla="*/ 747 w 9773"/>
              <a:gd name="connsiteY58" fmla="*/ 4390 h 10000"/>
              <a:gd name="connsiteX59" fmla="*/ 934 w 9773"/>
              <a:gd name="connsiteY59" fmla="*/ 4550 h 10000"/>
              <a:gd name="connsiteX60" fmla="*/ 1329 w 9773"/>
              <a:gd name="connsiteY60" fmla="*/ 4293 h 10000"/>
              <a:gd name="connsiteX61" fmla="*/ 1354 w 9773"/>
              <a:gd name="connsiteY61" fmla="*/ 4086 h 10000"/>
              <a:gd name="connsiteX62" fmla="*/ 1354 w 9773"/>
              <a:gd name="connsiteY62" fmla="*/ 1083 h 10000"/>
              <a:gd name="connsiteX63" fmla="*/ 1354 w 9773"/>
              <a:gd name="connsiteY63" fmla="*/ 1083 h 10000"/>
              <a:gd name="connsiteX0" fmla="*/ 1089 w 9703"/>
              <a:gd name="connsiteY0" fmla="*/ 1083 h 10000"/>
              <a:gd name="connsiteX1" fmla="*/ 1089 w 9703"/>
              <a:gd name="connsiteY1" fmla="*/ 66 h 10000"/>
              <a:gd name="connsiteX2" fmla="*/ 1133 w 9703"/>
              <a:gd name="connsiteY2" fmla="*/ 6 h 10000"/>
              <a:gd name="connsiteX3" fmla="*/ 3881 w 9703"/>
              <a:gd name="connsiteY3" fmla="*/ 8 h 10000"/>
              <a:gd name="connsiteX4" fmla="*/ 4023 w 9703"/>
              <a:gd name="connsiteY4" fmla="*/ 268 h 10000"/>
              <a:gd name="connsiteX5" fmla="*/ 3976 w 9703"/>
              <a:gd name="connsiteY5" fmla="*/ 348 h 10000"/>
              <a:gd name="connsiteX6" fmla="*/ 3767 w 9703"/>
              <a:gd name="connsiteY6" fmla="*/ 896 h 10000"/>
              <a:gd name="connsiteX7" fmla="*/ 3818 w 9703"/>
              <a:gd name="connsiteY7" fmla="*/ 1461 h 10000"/>
              <a:gd name="connsiteX8" fmla="*/ 4188 w 9703"/>
              <a:gd name="connsiteY8" fmla="*/ 1985 h 10000"/>
              <a:gd name="connsiteX9" fmla="*/ 4741 w 9703"/>
              <a:gd name="connsiteY9" fmla="*/ 2087 h 10000"/>
              <a:gd name="connsiteX10" fmla="*/ 5125 w 9703"/>
              <a:gd name="connsiteY10" fmla="*/ 1836 h 10000"/>
              <a:gd name="connsiteX11" fmla="*/ 5371 w 9703"/>
              <a:gd name="connsiteY11" fmla="*/ 1305 h 10000"/>
              <a:gd name="connsiteX12" fmla="*/ 5386 w 9703"/>
              <a:gd name="connsiteY12" fmla="*/ 912 h 10000"/>
              <a:gd name="connsiteX13" fmla="*/ 5162 w 9703"/>
              <a:gd name="connsiteY13" fmla="*/ 332 h 10000"/>
              <a:gd name="connsiteX14" fmla="*/ 5120 w 9703"/>
              <a:gd name="connsiteY14" fmla="*/ 128 h 10000"/>
              <a:gd name="connsiteX15" fmla="*/ 5268 w 9703"/>
              <a:gd name="connsiteY15" fmla="*/ 1 h 10000"/>
              <a:gd name="connsiteX16" fmla="*/ 5459 w 9703"/>
              <a:gd name="connsiteY16" fmla="*/ 1 h 10000"/>
              <a:gd name="connsiteX17" fmla="*/ 5868 w 9703"/>
              <a:gd name="connsiteY17" fmla="*/ 1 h 10000"/>
              <a:gd name="connsiteX18" fmla="*/ 7935 w 9703"/>
              <a:gd name="connsiteY18" fmla="*/ 1 h 10000"/>
              <a:gd name="connsiteX19" fmla="*/ 8026 w 9703"/>
              <a:gd name="connsiteY19" fmla="*/ 6 h 10000"/>
              <a:gd name="connsiteX20" fmla="*/ 8061 w 9703"/>
              <a:gd name="connsiteY20" fmla="*/ 52 h 10000"/>
              <a:gd name="connsiteX21" fmla="*/ 8061 w 9703"/>
              <a:gd name="connsiteY21" fmla="*/ 119 h 10000"/>
              <a:gd name="connsiteX22" fmla="*/ 8061 w 9703"/>
              <a:gd name="connsiteY22" fmla="*/ 4104 h 10000"/>
              <a:gd name="connsiteX23" fmla="*/ 8177 w 9703"/>
              <a:gd name="connsiteY23" fmla="*/ 4459 h 10000"/>
              <a:gd name="connsiteX24" fmla="*/ 8522 w 9703"/>
              <a:gd name="connsiteY24" fmla="*/ 4533 h 10000"/>
              <a:gd name="connsiteX25" fmla="*/ 8650 w 9703"/>
              <a:gd name="connsiteY25" fmla="*/ 4419 h 10000"/>
              <a:gd name="connsiteX26" fmla="*/ 9246 w 9703"/>
              <a:gd name="connsiteY26" fmla="*/ 4235 h 10000"/>
              <a:gd name="connsiteX27" fmla="*/ 9632 w 9703"/>
              <a:gd name="connsiteY27" fmla="*/ 4632 h 10000"/>
              <a:gd name="connsiteX28" fmla="*/ 9679 w 9703"/>
              <a:gd name="connsiteY28" fmla="*/ 5218 h 10000"/>
              <a:gd name="connsiteX29" fmla="*/ 9421 w 9703"/>
              <a:gd name="connsiteY29" fmla="*/ 5673 h 10000"/>
              <a:gd name="connsiteX30" fmla="*/ 8915 w 9703"/>
              <a:gd name="connsiteY30" fmla="*/ 5773 h 10000"/>
              <a:gd name="connsiteX31" fmla="*/ 8616 w 9703"/>
              <a:gd name="connsiteY31" fmla="*/ 5544 h 10000"/>
              <a:gd name="connsiteX32" fmla="*/ 8274 w 9703"/>
              <a:gd name="connsiteY32" fmla="*/ 5473 h 10000"/>
              <a:gd name="connsiteX33" fmla="*/ 8061 w 9703"/>
              <a:gd name="connsiteY33" fmla="*/ 5882 h 10000"/>
              <a:gd name="connsiteX34" fmla="*/ 8061 w 9703"/>
              <a:gd name="connsiteY34" fmla="*/ 9938 h 10000"/>
              <a:gd name="connsiteX35" fmla="*/ 8013 w 9703"/>
              <a:gd name="connsiteY35" fmla="*/ 9998 h 10000"/>
              <a:gd name="connsiteX36" fmla="*/ 5273 w 9703"/>
              <a:gd name="connsiteY36" fmla="*/ 9998 h 10000"/>
              <a:gd name="connsiteX37" fmla="*/ 5147 w 9703"/>
              <a:gd name="connsiteY37" fmla="*/ 9931 h 10000"/>
              <a:gd name="connsiteX38" fmla="*/ 5155 w 9703"/>
              <a:gd name="connsiteY38" fmla="*/ 9682 h 10000"/>
              <a:gd name="connsiteX39" fmla="*/ 5361 w 9703"/>
              <a:gd name="connsiteY39" fmla="*/ 9243 h 10000"/>
              <a:gd name="connsiteX40" fmla="*/ 5374 w 9703"/>
              <a:gd name="connsiteY40" fmla="*/ 8712 h 10000"/>
              <a:gd name="connsiteX41" fmla="*/ 5142 w 9703"/>
              <a:gd name="connsiteY41" fmla="*/ 8190 h 10000"/>
              <a:gd name="connsiteX42" fmla="*/ 4746 w 9703"/>
              <a:gd name="connsiteY42" fmla="*/ 7921 h 10000"/>
              <a:gd name="connsiteX43" fmla="*/ 4330 w 9703"/>
              <a:gd name="connsiteY43" fmla="*/ 7943 h 10000"/>
              <a:gd name="connsiteX44" fmla="*/ 3935 w 9703"/>
              <a:gd name="connsiteY44" fmla="*/ 8290 h 10000"/>
              <a:gd name="connsiteX45" fmla="*/ 3765 w 9703"/>
              <a:gd name="connsiteY45" fmla="*/ 9098 h 10000"/>
              <a:gd name="connsiteX46" fmla="*/ 3993 w 9703"/>
              <a:gd name="connsiteY46" fmla="*/ 9682 h 10000"/>
              <a:gd name="connsiteX47" fmla="*/ 4023 w 9703"/>
              <a:gd name="connsiteY47" fmla="*/ 9893 h 10000"/>
              <a:gd name="connsiteX48" fmla="*/ 3889 w 9703"/>
              <a:gd name="connsiteY48" fmla="*/ 10000 h 10000"/>
              <a:gd name="connsiteX49" fmla="*/ 2862 w 9703"/>
              <a:gd name="connsiteY49" fmla="*/ 9998 h 10000"/>
              <a:gd name="connsiteX50" fmla="*/ 1132 w 9703"/>
              <a:gd name="connsiteY50" fmla="*/ 9998 h 10000"/>
              <a:gd name="connsiteX51" fmla="*/ 1089 w 9703"/>
              <a:gd name="connsiteY51" fmla="*/ 9944 h 10000"/>
              <a:gd name="connsiteX52" fmla="*/ 1089 w 9703"/>
              <a:gd name="connsiteY52" fmla="*/ 5893 h 10000"/>
              <a:gd name="connsiteX53" fmla="*/ 927 w 9703"/>
              <a:gd name="connsiteY53" fmla="*/ 5502 h 10000"/>
              <a:gd name="connsiteX54" fmla="*/ 526 w 9703"/>
              <a:gd name="connsiteY54" fmla="*/ 5551 h 10000"/>
              <a:gd name="connsiteX55" fmla="*/ 32 w 9703"/>
              <a:gd name="connsiteY55" fmla="*/ 5800 h 10000"/>
              <a:gd name="connsiteX56" fmla="*/ 95 w 9703"/>
              <a:gd name="connsiteY56" fmla="*/ 4206 h 10000"/>
              <a:gd name="connsiteX57" fmla="*/ 468 w 9703"/>
              <a:gd name="connsiteY57" fmla="*/ 4390 h 10000"/>
              <a:gd name="connsiteX58" fmla="*/ 660 w 9703"/>
              <a:gd name="connsiteY58" fmla="*/ 4550 h 10000"/>
              <a:gd name="connsiteX59" fmla="*/ 1064 w 9703"/>
              <a:gd name="connsiteY59" fmla="*/ 4293 h 10000"/>
              <a:gd name="connsiteX60" fmla="*/ 1089 w 9703"/>
              <a:gd name="connsiteY60" fmla="*/ 4086 h 10000"/>
              <a:gd name="connsiteX61" fmla="*/ 1089 w 9703"/>
              <a:gd name="connsiteY61" fmla="*/ 1083 h 10000"/>
              <a:gd name="connsiteX62" fmla="*/ 1089 w 9703"/>
              <a:gd name="connsiteY62" fmla="*/ 1083 h 10000"/>
              <a:gd name="connsiteX0" fmla="*/ 1090 w 9968"/>
              <a:gd name="connsiteY0" fmla="*/ 1083 h 10000"/>
              <a:gd name="connsiteX1" fmla="*/ 1090 w 9968"/>
              <a:gd name="connsiteY1" fmla="*/ 66 h 10000"/>
              <a:gd name="connsiteX2" fmla="*/ 1136 w 9968"/>
              <a:gd name="connsiteY2" fmla="*/ 6 h 10000"/>
              <a:gd name="connsiteX3" fmla="*/ 3968 w 9968"/>
              <a:gd name="connsiteY3" fmla="*/ 8 h 10000"/>
              <a:gd name="connsiteX4" fmla="*/ 4114 w 9968"/>
              <a:gd name="connsiteY4" fmla="*/ 268 h 10000"/>
              <a:gd name="connsiteX5" fmla="*/ 4066 w 9968"/>
              <a:gd name="connsiteY5" fmla="*/ 348 h 10000"/>
              <a:gd name="connsiteX6" fmla="*/ 3850 w 9968"/>
              <a:gd name="connsiteY6" fmla="*/ 896 h 10000"/>
              <a:gd name="connsiteX7" fmla="*/ 3903 w 9968"/>
              <a:gd name="connsiteY7" fmla="*/ 1461 h 10000"/>
              <a:gd name="connsiteX8" fmla="*/ 4284 w 9968"/>
              <a:gd name="connsiteY8" fmla="*/ 1985 h 10000"/>
              <a:gd name="connsiteX9" fmla="*/ 4854 w 9968"/>
              <a:gd name="connsiteY9" fmla="*/ 2087 h 10000"/>
              <a:gd name="connsiteX10" fmla="*/ 5250 w 9968"/>
              <a:gd name="connsiteY10" fmla="*/ 1836 h 10000"/>
              <a:gd name="connsiteX11" fmla="*/ 5503 w 9968"/>
              <a:gd name="connsiteY11" fmla="*/ 1305 h 10000"/>
              <a:gd name="connsiteX12" fmla="*/ 5519 w 9968"/>
              <a:gd name="connsiteY12" fmla="*/ 912 h 10000"/>
              <a:gd name="connsiteX13" fmla="*/ 5288 w 9968"/>
              <a:gd name="connsiteY13" fmla="*/ 332 h 10000"/>
              <a:gd name="connsiteX14" fmla="*/ 5245 w 9968"/>
              <a:gd name="connsiteY14" fmla="*/ 128 h 10000"/>
              <a:gd name="connsiteX15" fmla="*/ 5397 w 9968"/>
              <a:gd name="connsiteY15" fmla="*/ 1 h 10000"/>
              <a:gd name="connsiteX16" fmla="*/ 5594 w 9968"/>
              <a:gd name="connsiteY16" fmla="*/ 1 h 10000"/>
              <a:gd name="connsiteX17" fmla="*/ 6016 w 9968"/>
              <a:gd name="connsiteY17" fmla="*/ 1 h 10000"/>
              <a:gd name="connsiteX18" fmla="*/ 8146 w 9968"/>
              <a:gd name="connsiteY18" fmla="*/ 1 h 10000"/>
              <a:gd name="connsiteX19" fmla="*/ 8240 w 9968"/>
              <a:gd name="connsiteY19" fmla="*/ 6 h 10000"/>
              <a:gd name="connsiteX20" fmla="*/ 8276 w 9968"/>
              <a:gd name="connsiteY20" fmla="*/ 52 h 10000"/>
              <a:gd name="connsiteX21" fmla="*/ 8276 w 9968"/>
              <a:gd name="connsiteY21" fmla="*/ 119 h 10000"/>
              <a:gd name="connsiteX22" fmla="*/ 8276 w 9968"/>
              <a:gd name="connsiteY22" fmla="*/ 4104 h 10000"/>
              <a:gd name="connsiteX23" fmla="*/ 8395 w 9968"/>
              <a:gd name="connsiteY23" fmla="*/ 4459 h 10000"/>
              <a:gd name="connsiteX24" fmla="*/ 8751 w 9968"/>
              <a:gd name="connsiteY24" fmla="*/ 4533 h 10000"/>
              <a:gd name="connsiteX25" fmla="*/ 8883 w 9968"/>
              <a:gd name="connsiteY25" fmla="*/ 4419 h 10000"/>
              <a:gd name="connsiteX26" fmla="*/ 9497 w 9968"/>
              <a:gd name="connsiteY26" fmla="*/ 4235 h 10000"/>
              <a:gd name="connsiteX27" fmla="*/ 9895 w 9968"/>
              <a:gd name="connsiteY27" fmla="*/ 4632 h 10000"/>
              <a:gd name="connsiteX28" fmla="*/ 9943 w 9968"/>
              <a:gd name="connsiteY28" fmla="*/ 5218 h 10000"/>
              <a:gd name="connsiteX29" fmla="*/ 9677 w 9968"/>
              <a:gd name="connsiteY29" fmla="*/ 5673 h 10000"/>
              <a:gd name="connsiteX30" fmla="*/ 9156 w 9968"/>
              <a:gd name="connsiteY30" fmla="*/ 5773 h 10000"/>
              <a:gd name="connsiteX31" fmla="*/ 8848 w 9968"/>
              <a:gd name="connsiteY31" fmla="*/ 5544 h 10000"/>
              <a:gd name="connsiteX32" fmla="*/ 8495 w 9968"/>
              <a:gd name="connsiteY32" fmla="*/ 5473 h 10000"/>
              <a:gd name="connsiteX33" fmla="*/ 8276 w 9968"/>
              <a:gd name="connsiteY33" fmla="*/ 5882 h 10000"/>
              <a:gd name="connsiteX34" fmla="*/ 8276 w 9968"/>
              <a:gd name="connsiteY34" fmla="*/ 9938 h 10000"/>
              <a:gd name="connsiteX35" fmla="*/ 8226 w 9968"/>
              <a:gd name="connsiteY35" fmla="*/ 9998 h 10000"/>
              <a:gd name="connsiteX36" fmla="*/ 5402 w 9968"/>
              <a:gd name="connsiteY36" fmla="*/ 9998 h 10000"/>
              <a:gd name="connsiteX37" fmla="*/ 5273 w 9968"/>
              <a:gd name="connsiteY37" fmla="*/ 9931 h 10000"/>
              <a:gd name="connsiteX38" fmla="*/ 5281 w 9968"/>
              <a:gd name="connsiteY38" fmla="*/ 9682 h 10000"/>
              <a:gd name="connsiteX39" fmla="*/ 5493 w 9968"/>
              <a:gd name="connsiteY39" fmla="*/ 9243 h 10000"/>
              <a:gd name="connsiteX40" fmla="*/ 5506 w 9968"/>
              <a:gd name="connsiteY40" fmla="*/ 8712 h 10000"/>
              <a:gd name="connsiteX41" fmla="*/ 5267 w 9968"/>
              <a:gd name="connsiteY41" fmla="*/ 8190 h 10000"/>
              <a:gd name="connsiteX42" fmla="*/ 4859 w 9968"/>
              <a:gd name="connsiteY42" fmla="*/ 7921 h 10000"/>
              <a:gd name="connsiteX43" fmla="*/ 4431 w 9968"/>
              <a:gd name="connsiteY43" fmla="*/ 7943 h 10000"/>
              <a:gd name="connsiteX44" fmla="*/ 4023 w 9968"/>
              <a:gd name="connsiteY44" fmla="*/ 8290 h 10000"/>
              <a:gd name="connsiteX45" fmla="*/ 3848 w 9968"/>
              <a:gd name="connsiteY45" fmla="*/ 9098 h 10000"/>
              <a:gd name="connsiteX46" fmla="*/ 4083 w 9968"/>
              <a:gd name="connsiteY46" fmla="*/ 9682 h 10000"/>
              <a:gd name="connsiteX47" fmla="*/ 4114 w 9968"/>
              <a:gd name="connsiteY47" fmla="*/ 9893 h 10000"/>
              <a:gd name="connsiteX48" fmla="*/ 3976 w 9968"/>
              <a:gd name="connsiteY48" fmla="*/ 10000 h 10000"/>
              <a:gd name="connsiteX49" fmla="*/ 2918 w 9968"/>
              <a:gd name="connsiteY49" fmla="*/ 9998 h 10000"/>
              <a:gd name="connsiteX50" fmla="*/ 1135 w 9968"/>
              <a:gd name="connsiteY50" fmla="*/ 9998 h 10000"/>
              <a:gd name="connsiteX51" fmla="*/ 1090 w 9968"/>
              <a:gd name="connsiteY51" fmla="*/ 9944 h 10000"/>
              <a:gd name="connsiteX52" fmla="*/ 1090 w 9968"/>
              <a:gd name="connsiteY52" fmla="*/ 5893 h 10000"/>
              <a:gd name="connsiteX53" fmla="*/ 923 w 9968"/>
              <a:gd name="connsiteY53" fmla="*/ 5502 h 10000"/>
              <a:gd name="connsiteX54" fmla="*/ 510 w 9968"/>
              <a:gd name="connsiteY54" fmla="*/ 5551 h 10000"/>
              <a:gd name="connsiteX55" fmla="*/ 1 w 9968"/>
              <a:gd name="connsiteY55" fmla="*/ 5800 h 10000"/>
              <a:gd name="connsiteX56" fmla="*/ 450 w 9968"/>
              <a:gd name="connsiteY56" fmla="*/ 4390 h 10000"/>
              <a:gd name="connsiteX57" fmla="*/ 648 w 9968"/>
              <a:gd name="connsiteY57" fmla="*/ 4550 h 10000"/>
              <a:gd name="connsiteX58" fmla="*/ 1065 w 9968"/>
              <a:gd name="connsiteY58" fmla="*/ 4293 h 10000"/>
              <a:gd name="connsiteX59" fmla="*/ 1090 w 9968"/>
              <a:gd name="connsiteY59" fmla="*/ 4086 h 10000"/>
              <a:gd name="connsiteX60" fmla="*/ 1090 w 9968"/>
              <a:gd name="connsiteY60" fmla="*/ 1083 h 10000"/>
              <a:gd name="connsiteX61" fmla="*/ 1090 w 9968"/>
              <a:gd name="connsiteY61" fmla="*/ 1083 h 10000"/>
              <a:gd name="connsiteX0" fmla="*/ 1093 w 10000"/>
              <a:gd name="connsiteY0" fmla="*/ 1083 h 10000"/>
              <a:gd name="connsiteX1" fmla="*/ 1093 w 10000"/>
              <a:gd name="connsiteY1" fmla="*/ 66 h 10000"/>
              <a:gd name="connsiteX2" fmla="*/ 1140 w 10000"/>
              <a:gd name="connsiteY2" fmla="*/ 6 h 10000"/>
              <a:gd name="connsiteX3" fmla="*/ 3981 w 10000"/>
              <a:gd name="connsiteY3" fmla="*/ 8 h 10000"/>
              <a:gd name="connsiteX4" fmla="*/ 4127 w 10000"/>
              <a:gd name="connsiteY4" fmla="*/ 268 h 10000"/>
              <a:gd name="connsiteX5" fmla="*/ 4079 w 10000"/>
              <a:gd name="connsiteY5" fmla="*/ 348 h 10000"/>
              <a:gd name="connsiteX6" fmla="*/ 3862 w 10000"/>
              <a:gd name="connsiteY6" fmla="*/ 896 h 10000"/>
              <a:gd name="connsiteX7" fmla="*/ 3916 w 10000"/>
              <a:gd name="connsiteY7" fmla="*/ 1461 h 10000"/>
              <a:gd name="connsiteX8" fmla="*/ 4298 w 10000"/>
              <a:gd name="connsiteY8" fmla="*/ 1985 h 10000"/>
              <a:gd name="connsiteX9" fmla="*/ 4870 w 10000"/>
              <a:gd name="connsiteY9" fmla="*/ 2087 h 10000"/>
              <a:gd name="connsiteX10" fmla="*/ 5267 w 10000"/>
              <a:gd name="connsiteY10" fmla="*/ 1836 h 10000"/>
              <a:gd name="connsiteX11" fmla="*/ 5521 w 10000"/>
              <a:gd name="connsiteY11" fmla="*/ 1305 h 10000"/>
              <a:gd name="connsiteX12" fmla="*/ 5537 w 10000"/>
              <a:gd name="connsiteY12" fmla="*/ 912 h 10000"/>
              <a:gd name="connsiteX13" fmla="*/ 5305 w 10000"/>
              <a:gd name="connsiteY13" fmla="*/ 332 h 10000"/>
              <a:gd name="connsiteX14" fmla="*/ 5262 w 10000"/>
              <a:gd name="connsiteY14" fmla="*/ 128 h 10000"/>
              <a:gd name="connsiteX15" fmla="*/ 5414 w 10000"/>
              <a:gd name="connsiteY15" fmla="*/ 1 h 10000"/>
              <a:gd name="connsiteX16" fmla="*/ 5612 w 10000"/>
              <a:gd name="connsiteY16" fmla="*/ 1 h 10000"/>
              <a:gd name="connsiteX17" fmla="*/ 6035 w 10000"/>
              <a:gd name="connsiteY17" fmla="*/ 1 h 10000"/>
              <a:gd name="connsiteX18" fmla="*/ 8172 w 10000"/>
              <a:gd name="connsiteY18" fmla="*/ 1 h 10000"/>
              <a:gd name="connsiteX19" fmla="*/ 8266 w 10000"/>
              <a:gd name="connsiteY19" fmla="*/ 6 h 10000"/>
              <a:gd name="connsiteX20" fmla="*/ 8303 w 10000"/>
              <a:gd name="connsiteY20" fmla="*/ 52 h 10000"/>
              <a:gd name="connsiteX21" fmla="*/ 8303 w 10000"/>
              <a:gd name="connsiteY21" fmla="*/ 119 h 10000"/>
              <a:gd name="connsiteX22" fmla="*/ 8303 w 10000"/>
              <a:gd name="connsiteY22" fmla="*/ 4104 h 10000"/>
              <a:gd name="connsiteX23" fmla="*/ 8422 w 10000"/>
              <a:gd name="connsiteY23" fmla="*/ 4459 h 10000"/>
              <a:gd name="connsiteX24" fmla="*/ 8779 w 10000"/>
              <a:gd name="connsiteY24" fmla="*/ 4533 h 10000"/>
              <a:gd name="connsiteX25" fmla="*/ 8912 w 10000"/>
              <a:gd name="connsiteY25" fmla="*/ 4419 h 10000"/>
              <a:gd name="connsiteX26" fmla="*/ 9527 w 10000"/>
              <a:gd name="connsiteY26" fmla="*/ 4235 h 10000"/>
              <a:gd name="connsiteX27" fmla="*/ 9927 w 10000"/>
              <a:gd name="connsiteY27" fmla="*/ 4632 h 10000"/>
              <a:gd name="connsiteX28" fmla="*/ 9975 w 10000"/>
              <a:gd name="connsiteY28" fmla="*/ 5218 h 10000"/>
              <a:gd name="connsiteX29" fmla="*/ 9708 w 10000"/>
              <a:gd name="connsiteY29" fmla="*/ 5673 h 10000"/>
              <a:gd name="connsiteX30" fmla="*/ 9185 w 10000"/>
              <a:gd name="connsiteY30" fmla="*/ 5773 h 10000"/>
              <a:gd name="connsiteX31" fmla="*/ 8876 w 10000"/>
              <a:gd name="connsiteY31" fmla="*/ 5544 h 10000"/>
              <a:gd name="connsiteX32" fmla="*/ 8522 w 10000"/>
              <a:gd name="connsiteY32" fmla="*/ 5473 h 10000"/>
              <a:gd name="connsiteX33" fmla="*/ 8303 w 10000"/>
              <a:gd name="connsiteY33" fmla="*/ 5882 h 10000"/>
              <a:gd name="connsiteX34" fmla="*/ 8303 w 10000"/>
              <a:gd name="connsiteY34" fmla="*/ 9938 h 10000"/>
              <a:gd name="connsiteX35" fmla="*/ 8252 w 10000"/>
              <a:gd name="connsiteY35" fmla="*/ 9998 h 10000"/>
              <a:gd name="connsiteX36" fmla="*/ 5419 w 10000"/>
              <a:gd name="connsiteY36" fmla="*/ 9998 h 10000"/>
              <a:gd name="connsiteX37" fmla="*/ 5290 w 10000"/>
              <a:gd name="connsiteY37" fmla="*/ 9931 h 10000"/>
              <a:gd name="connsiteX38" fmla="*/ 5298 w 10000"/>
              <a:gd name="connsiteY38" fmla="*/ 9682 h 10000"/>
              <a:gd name="connsiteX39" fmla="*/ 5511 w 10000"/>
              <a:gd name="connsiteY39" fmla="*/ 9243 h 10000"/>
              <a:gd name="connsiteX40" fmla="*/ 5524 w 10000"/>
              <a:gd name="connsiteY40" fmla="*/ 8712 h 10000"/>
              <a:gd name="connsiteX41" fmla="*/ 5284 w 10000"/>
              <a:gd name="connsiteY41" fmla="*/ 8190 h 10000"/>
              <a:gd name="connsiteX42" fmla="*/ 4875 w 10000"/>
              <a:gd name="connsiteY42" fmla="*/ 7921 h 10000"/>
              <a:gd name="connsiteX43" fmla="*/ 4445 w 10000"/>
              <a:gd name="connsiteY43" fmla="*/ 7943 h 10000"/>
              <a:gd name="connsiteX44" fmla="*/ 4036 w 10000"/>
              <a:gd name="connsiteY44" fmla="*/ 8290 h 10000"/>
              <a:gd name="connsiteX45" fmla="*/ 3860 w 10000"/>
              <a:gd name="connsiteY45" fmla="*/ 9098 h 10000"/>
              <a:gd name="connsiteX46" fmla="*/ 4096 w 10000"/>
              <a:gd name="connsiteY46" fmla="*/ 9682 h 10000"/>
              <a:gd name="connsiteX47" fmla="*/ 4127 w 10000"/>
              <a:gd name="connsiteY47" fmla="*/ 9893 h 10000"/>
              <a:gd name="connsiteX48" fmla="*/ 3989 w 10000"/>
              <a:gd name="connsiteY48" fmla="*/ 10000 h 10000"/>
              <a:gd name="connsiteX49" fmla="*/ 2927 w 10000"/>
              <a:gd name="connsiteY49" fmla="*/ 9998 h 10000"/>
              <a:gd name="connsiteX50" fmla="*/ 1139 w 10000"/>
              <a:gd name="connsiteY50" fmla="*/ 9998 h 10000"/>
              <a:gd name="connsiteX51" fmla="*/ 1093 w 10000"/>
              <a:gd name="connsiteY51" fmla="*/ 9944 h 10000"/>
              <a:gd name="connsiteX52" fmla="*/ 1093 w 10000"/>
              <a:gd name="connsiteY52" fmla="*/ 5893 h 10000"/>
              <a:gd name="connsiteX53" fmla="*/ 926 w 10000"/>
              <a:gd name="connsiteY53" fmla="*/ 5502 h 10000"/>
              <a:gd name="connsiteX54" fmla="*/ 512 w 10000"/>
              <a:gd name="connsiteY54" fmla="*/ 5551 h 10000"/>
              <a:gd name="connsiteX55" fmla="*/ 1 w 10000"/>
              <a:gd name="connsiteY55" fmla="*/ 5800 h 10000"/>
              <a:gd name="connsiteX56" fmla="*/ 650 w 10000"/>
              <a:gd name="connsiteY56" fmla="*/ 4550 h 10000"/>
              <a:gd name="connsiteX57" fmla="*/ 1068 w 10000"/>
              <a:gd name="connsiteY57" fmla="*/ 4293 h 10000"/>
              <a:gd name="connsiteX58" fmla="*/ 1093 w 10000"/>
              <a:gd name="connsiteY58" fmla="*/ 4086 h 10000"/>
              <a:gd name="connsiteX59" fmla="*/ 1093 w 10000"/>
              <a:gd name="connsiteY59" fmla="*/ 1083 h 10000"/>
              <a:gd name="connsiteX60" fmla="*/ 1093 w 10000"/>
              <a:gd name="connsiteY60" fmla="*/ 1083 h 10000"/>
              <a:gd name="connsiteX0" fmla="*/ 1104 w 10011"/>
              <a:gd name="connsiteY0" fmla="*/ 1083 h 10000"/>
              <a:gd name="connsiteX1" fmla="*/ 1104 w 10011"/>
              <a:gd name="connsiteY1" fmla="*/ 66 h 10000"/>
              <a:gd name="connsiteX2" fmla="*/ 1151 w 10011"/>
              <a:gd name="connsiteY2" fmla="*/ 6 h 10000"/>
              <a:gd name="connsiteX3" fmla="*/ 3992 w 10011"/>
              <a:gd name="connsiteY3" fmla="*/ 8 h 10000"/>
              <a:gd name="connsiteX4" fmla="*/ 4138 w 10011"/>
              <a:gd name="connsiteY4" fmla="*/ 268 h 10000"/>
              <a:gd name="connsiteX5" fmla="*/ 4090 w 10011"/>
              <a:gd name="connsiteY5" fmla="*/ 348 h 10000"/>
              <a:gd name="connsiteX6" fmla="*/ 3873 w 10011"/>
              <a:gd name="connsiteY6" fmla="*/ 896 h 10000"/>
              <a:gd name="connsiteX7" fmla="*/ 3927 w 10011"/>
              <a:gd name="connsiteY7" fmla="*/ 1461 h 10000"/>
              <a:gd name="connsiteX8" fmla="*/ 4309 w 10011"/>
              <a:gd name="connsiteY8" fmla="*/ 1985 h 10000"/>
              <a:gd name="connsiteX9" fmla="*/ 4881 w 10011"/>
              <a:gd name="connsiteY9" fmla="*/ 2087 h 10000"/>
              <a:gd name="connsiteX10" fmla="*/ 5278 w 10011"/>
              <a:gd name="connsiteY10" fmla="*/ 1836 h 10000"/>
              <a:gd name="connsiteX11" fmla="*/ 5532 w 10011"/>
              <a:gd name="connsiteY11" fmla="*/ 1305 h 10000"/>
              <a:gd name="connsiteX12" fmla="*/ 5548 w 10011"/>
              <a:gd name="connsiteY12" fmla="*/ 912 h 10000"/>
              <a:gd name="connsiteX13" fmla="*/ 5316 w 10011"/>
              <a:gd name="connsiteY13" fmla="*/ 332 h 10000"/>
              <a:gd name="connsiteX14" fmla="*/ 5273 w 10011"/>
              <a:gd name="connsiteY14" fmla="*/ 128 h 10000"/>
              <a:gd name="connsiteX15" fmla="*/ 5425 w 10011"/>
              <a:gd name="connsiteY15" fmla="*/ 1 h 10000"/>
              <a:gd name="connsiteX16" fmla="*/ 5623 w 10011"/>
              <a:gd name="connsiteY16" fmla="*/ 1 h 10000"/>
              <a:gd name="connsiteX17" fmla="*/ 6046 w 10011"/>
              <a:gd name="connsiteY17" fmla="*/ 1 h 10000"/>
              <a:gd name="connsiteX18" fmla="*/ 8183 w 10011"/>
              <a:gd name="connsiteY18" fmla="*/ 1 h 10000"/>
              <a:gd name="connsiteX19" fmla="*/ 8277 w 10011"/>
              <a:gd name="connsiteY19" fmla="*/ 6 h 10000"/>
              <a:gd name="connsiteX20" fmla="*/ 8314 w 10011"/>
              <a:gd name="connsiteY20" fmla="*/ 52 h 10000"/>
              <a:gd name="connsiteX21" fmla="*/ 8314 w 10011"/>
              <a:gd name="connsiteY21" fmla="*/ 119 h 10000"/>
              <a:gd name="connsiteX22" fmla="*/ 8314 w 10011"/>
              <a:gd name="connsiteY22" fmla="*/ 4104 h 10000"/>
              <a:gd name="connsiteX23" fmla="*/ 8433 w 10011"/>
              <a:gd name="connsiteY23" fmla="*/ 4459 h 10000"/>
              <a:gd name="connsiteX24" fmla="*/ 8790 w 10011"/>
              <a:gd name="connsiteY24" fmla="*/ 4533 h 10000"/>
              <a:gd name="connsiteX25" fmla="*/ 8923 w 10011"/>
              <a:gd name="connsiteY25" fmla="*/ 4419 h 10000"/>
              <a:gd name="connsiteX26" fmla="*/ 9538 w 10011"/>
              <a:gd name="connsiteY26" fmla="*/ 4235 h 10000"/>
              <a:gd name="connsiteX27" fmla="*/ 9938 w 10011"/>
              <a:gd name="connsiteY27" fmla="*/ 4632 h 10000"/>
              <a:gd name="connsiteX28" fmla="*/ 9986 w 10011"/>
              <a:gd name="connsiteY28" fmla="*/ 5218 h 10000"/>
              <a:gd name="connsiteX29" fmla="*/ 9719 w 10011"/>
              <a:gd name="connsiteY29" fmla="*/ 5673 h 10000"/>
              <a:gd name="connsiteX30" fmla="*/ 9196 w 10011"/>
              <a:gd name="connsiteY30" fmla="*/ 5773 h 10000"/>
              <a:gd name="connsiteX31" fmla="*/ 8887 w 10011"/>
              <a:gd name="connsiteY31" fmla="*/ 5544 h 10000"/>
              <a:gd name="connsiteX32" fmla="*/ 8533 w 10011"/>
              <a:gd name="connsiteY32" fmla="*/ 5473 h 10000"/>
              <a:gd name="connsiteX33" fmla="*/ 8314 w 10011"/>
              <a:gd name="connsiteY33" fmla="*/ 5882 h 10000"/>
              <a:gd name="connsiteX34" fmla="*/ 8314 w 10011"/>
              <a:gd name="connsiteY34" fmla="*/ 9938 h 10000"/>
              <a:gd name="connsiteX35" fmla="*/ 8263 w 10011"/>
              <a:gd name="connsiteY35" fmla="*/ 9998 h 10000"/>
              <a:gd name="connsiteX36" fmla="*/ 5430 w 10011"/>
              <a:gd name="connsiteY36" fmla="*/ 9998 h 10000"/>
              <a:gd name="connsiteX37" fmla="*/ 5301 w 10011"/>
              <a:gd name="connsiteY37" fmla="*/ 9931 h 10000"/>
              <a:gd name="connsiteX38" fmla="*/ 5309 w 10011"/>
              <a:gd name="connsiteY38" fmla="*/ 9682 h 10000"/>
              <a:gd name="connsiteX39" fmla="*/ 5522 w 10011"/>
              <a:gd name="connsiteY39" fmla="*/ 9243 h 10000"/>
              <a:gd name="connsiteX40" fmla="*/ 5535 w 10011"/>
              <a:gd name="connsiteY40" fmla="*/ 8712 h 10000"/>
              <a:gd name="connsiteX41" fmla="*/ 5295 w 10011"/>
              <a:gd name="connsiteY41" fmla="*/ 8190 h 10000"/>
              <a:gd name="connsiteX42" fmla="*/ 4886 w 10011"/>
              <a:gd name="connsiteY42" fmla="*/ 7921 h 10000"/>
              <a:gd name="connsiteX43" fmla="*/ 4456 w 10011"/>
              <a:gd name="connsiteY43" fmla="*/ 7943 h 10000"/>
              <a:gd name="connsiteX44" fmla="*/ 4047 w 10011"/>
              <a:gd name="connsiteY44" fmla="*/ 8290 h 10000"/>
              <a:gd name="connsiteX45" fmla="*/ 3871 w 10011"/>
              <a:gd name="connsiteY45" fmla="*/ 9098 h 10000"/>
              <a:gd name="connsiteX46" fmla="*/ 4107 w 10011"/>
              <a:gd name="connsiteY46" fmla="*/ 9682 h 10000"/>
              <a:gd name="connsiteX47" fmla="*/ 4138 w 10011"/>
              <a:gd name="connsiteY47" fmla="*/ 9893 h 10000"/>
              <a:gd name="connsiteX48" fmla="*/ 4000 w 10011"/>
              <a:gd name="connsiteY48" fmla="*/ 10000 h 10000"/>
              <a:gd name="connsiteX49" fmla="*/ 2938 w 10011"/>
              <a:gd name="connsiteY49" fmla="*/ 9998 h 10000"/>
              <a:gd name="connsiteX50" fmla="*/ 1150 w 10011"/>
              <a:gd name="connsiteY50" fmla="*/ 9998 h 10000"/>
              <a:gd name="connsiteX51" fmla="*/ 1104 w 10011"/>
              <a:gd name="connsiteY51" fmla="*/ 9944 h 10000"/>
              <a:gd name="connsiteX52" fmla="*/ 1104 w 10011"/>
              <a:gd name="connsiteY52" fmla="*/ 5893 h 10000"/>
              <a:gd name="connsiteX53" fmla="*/ 937 w 10011"/>
              <a:gd name="connsiteY53" fmla="*/ 5502 h 10000"/>
              <a:gd name="connsiteX54" fmla="*/ 523 w 10011"/>
              <a:gd name="connsiteY54" fmla="*/ 5551 h 10000"/>
              <a:gd name="connsiteX55" fmla="*/ 12 w 10011"/>
              <a:gd name="connsiteY55" fmla="*/ 5800 h 10000"/>
              <a:gd name="connsiteX56" fmla="*/ 1079 w 10011"/>
              <a:gd name="connsiteY56" fmla="*/ 4293 h 10000"/>
              <a:gd name="connsiteX57" fmla="*/ 1104 w 10011"/>
              <a:gd name="connsiteY57" fmla="*/ 4086 h 10000"/>
              <a:gd name="connsiteX58" fmla="*/ 1104 w 10011"/>
              <a:gd name="connsiteY58" fmla="*/ 1083 h 10000"/>
              <a:gd name="connsiteX59" fmla="*/ 1104 w 10011"/>
              <a:gd name="connsiteY59" fmla="*/ 1083 h 10000"/>
              <a:gd name="connsiteX0" fmla="*/ 583 w 9490"/>
              <a:gd name="connsiteY0" fmla="*/ 1083 h 10000"/>
              <a:gd name="connsiteX1" fmla="*/ 583 w 9490"/>
              <a:gd name="connsiteY1" fmla="*/ 66 h 10000"/>
              <a:gd name="connsiteX2" fmla="*/ 630 w 9490"/>
              <a:gd name="connsiteY2" fmla="*/ 6 h 10000"/>
              <a:gd name="connsiteX3" fmla="*/ 3471 w 9490"/>
              <a:gd name="connsiteY3" fmla="*/ 8 h 10000"/>
              <a:gd name="connsiteX4" fmla="*/ 3617 w 9490"/>
              <a:gd name="connsiteY4" fmla="*/ 268 h 10000"/>
              <a:gd name="connsiteX5" fmla="*/ 3569 w 9490"/>
              <a:gd name="connsiteY5" fmla="*/ 348 h 10000"/>
              <a:gd name="connsiteX6" fmla="*/ 3352 w 9490"/>
              <a:gd name="connsiteY6" fmla="*/ 896 h 10000"/>
              <a:gd name="connsiteX7" fmla="*/ 3406 w 9490"/>
              <a:gd name="connsiteY7" fmla="*/ 1461 h 10000"/>
              <a:gd name="connsiteX8" fmla="*/ 3788 w 9490"/>
              <a:gd name="connsiteY8" fmla="*/ 1985 h 10000"/>
              <a:gd name="connsiteX9" fmla="*/ 4360 w 9490"/>
              <a:gd name="connsiteY9" fmla="*/ 2087 h 10000"/>
              <a:gd name="connsiteX10" fmla="*/ 4757 w 9490"/>
              <a:gd name="connsiteY10" fmla="*/ 1836 h 10000"/>
              <a:gd name="connsiteX11" fmla="*/ 5011 w 9490"/>
              <a:gd name="connsiteY11" fmla="*/ 1305 h 10000"/>
              <a:gd name="connsiteX12" fmla="*/ 5027 w 9490"/>
              <a:gd name="connsiteY12" fmla="*/ 912 h 10000"/>
              <a:gd name="connsiteX13" fmla="*/ 4795 w 9490"/>
              <a:gd name="connsiteY13" fmla="*/ 332 h 10000"/>
              <a:gd name="connsiteX14" fmla="*/ 4752 w 9490"/>
              <a:gd name="connsiteY14" fmla="*/ 128 h 10000"/>
              <a:gd name="connsiteX15" fmla="*/ 4904 w 9490"/>
              <a:gd name="connsiteY15" fmla="*/ 1 h 10000"/>
              <a:gd name="connsiteX16" fmla="*/ 5102 w 9490"/>
              <a:gd name="connsiteY16" fmla="*/ 1 h 10000"/>
              <a:gd name="connsiteX17" fmla="*/ 5525 w 9490"/>
              <a:gd name="connsiteY17" fmla="*/ 1 h 10000"/>
              <a:gd name="connsiteX18" fmla="*/ 7662 w 9490"/>
              <a:gd name="connsiteY18" fmla="*/ 1 h 10000"/>
              <a:gd name="connsiteX19" fmla="*/ 7756 w 9490"/>
              <a:gd name="connsiteY19" fmla="*/ 6 h 10000"/>
              <a:gd name="connsiteX20" fmla="*/ 7793 w 9490"/>
              <a:gd name="connsiteY20" fmla="*/ 52 h 10000"/>
              <a:gd name="connsiteX21" fmla="*/ 7793 w 9490"/>
              <a:gd name="connsiteY21" fmla="*/ 119 h 10000"/>
              <a:gd name="connsiteX22" fmla="*/ 7793 w 9490"/>
              <a:gd name="connsiteY22" fmla="*/ 4104 h 10000"/>
              <a:gd name="connsiteX23" fmla="*/ 7912 w 9490"/>
              <a:gd name="connsiteY23" fmla="*/ 4459 h 10000"/>
              <a:gd name="connsiteX24" fmla="*/ 8269 w 9490"/>
              <a:gd name="connsiteY24" fmla="*/ 4533 h 10000"/>
              <a:gd name="connsiteX25" fmla="*/ 8402 w 9490"/>
              <a:gd name="connsiteY25" fmla="*/ 4419 h 10000"/>
              <a:gd name="connsiteX26" fmla="*/ 9017 w 9490"/>
              <a:gd name="connsiteY26" fmla="*/ 4235 h 10000"/>
              <a:gd name="connsiteX27" fmla="*/ 9417 w 9490"/>
              <a:gd name="connsiteY27" fmla="*/ 4632 h 10000"/>
              <a:gd name="connsiteX28" fmla="*/ 9465 w 9490"/>
              <a:gd name="connsiteY28" fmla="*/ 5218 h 10000"/>
              <a:gd name="connsiteX29" fmla="*/ 9198 w 9490"/>
              <a:gd name="connsiteY29" fmla="*/ 5673 h 10000"/>
              <a:gd name="connsiteX30" fmla="*/ 8675 w 9490"/>
              <a:gd name="connsiteY30" fmla="*/ 5773 h 10000"/>
              <a:gd name="connsiteX31" fmla="*/ 8366 w 9490"/>
              <a:gd name="connsiteY31" fmla="*/ 5544 h 10000"/>
              <a:gd name="connsiteX32" fmla="*/ 8012 w 9490"/>
              <a:gd name="connsiteY32" fmla="*/ 5473 h 10000"/>
              <a:gd name="connsiteX33" fmla="*/ 7793 w 9490"/>
              <a:gd name="connsiteY33" fmla="*/ 5882 h 10000"/>
              <a:gd name="connsiteX34" fmla="*/ 7793 w 9490"/>
              <a:gd name="connsiteY34" fmla="*/ 9938 h 10000"/>
              <a:gd name="connsiteX35" fmla="*/ 7742 w 9490"/>
              <a:gd name="connsiteY35" fmla="*/ 9998 h 10000"/>
              <a:gd name="connsiteX36" fmla="*/ 4909 w 9490"/>
              <a:gd name="connsiteY36" fmla="*/ 9998 h 10000"/>
              <a:gd name="connsiteX37" fmla="*/ 4780 w 9490"/>
              <a:gd name="connsiteY37" fmla="*/ 9931 h 10000"/>
              <a:gd name="connsiteX38" fmla="*/ 4788 w 9490"/>
              <a:gd name="connsiteY38" fmla="*/ 9682 h 10000"/>
              <a:gd name="connsiteX39" fmla="*/ 5001 w 9490"/>
              <a:gd name="connsiteY39" fmla="*/ 9243 h 10000"/>
              <a:gd name="connsiteX40" fmla="*/ 5014 w 9490"/>
              <a:gd name="connsiteY40" fmla="*/ 8712 h 10000"/>
              <a:gd name="connsiteX41" fmla="*/ 4774 w 9490"/>
              <a:gd name="connsiteY41" fmla="*/ 8190 h 10000"/>
              <a:gd name="connsiteX42" fmla="*/ 4365 w 9490"/>
              <a:gd name="connsiteY42" fmla="*/ 7921 h 10000"/>
              <a:gd name="connsiteX43" fmla="*/ 3935 w 9490"/>
              <a:gd name="connsiteY43" fmla="*/ 7943 h 10000"/>
              <a:gd name="connsiteX44" fmla="*/ 3526 w 9490"/>
              <a:gd name="connsiteY44" fmla="*/ 8290 h 10000"/>
              <a:gd name="connsiteX45" fmla="*/ 3350 w 9490"/>
              <a:gd name="connsiteY45" fmla="*/ 9098 h 10000"/>
              <a:gd name="connsiteX46" fmla="*/ 3586 w 9490"/>
              <a:gd name="connsiteY46" fmla="*/ 9682 h 10000"/>
              <a:gd name="connsiteX47" fmla="*/ 3617 w 9490"/>
              <a:gd name="connsiteY47" fmla="*/ 9893 h 10000"/>
              <a:gd name="connsiteX48" fmla="*/ 3479 w 9490"/>
              <a:gd name="connsiteY48" fmla="*/ 10000 h 10000"/>
              <a:gd name="connsiteX49" fmla="*/ 2417 w 9490"/>
              <a:gd name="connsiteY49" fmla="*/ 9998 h 10000"/>
              <a:gd name="connsiteX50" fmla="*/ 629 w 9490"/>
              <a:gd name="connsiteY50" fmla="*/ 9998 h 10000"/>
              <a:gd name="connsiteX51" fmla="*/ 583 w 9490"/>
              <a:gd name="connsiteY51" fmla="*/ 9944 h 10000"/>
              <a:gd name="connsiteX52" fmla="*/ 583 w 9490"/>
              <a:gd name="connsiteY52" fmla="*/ 5893 h 10000"/>
              <a:gd name="connsiteX53" fmla="*/ 416 w 9490"/>
              <a:gd name="connsiteY53" fmla="*/ 5502 h 10000"/>
              <a:gd name="connsiteX54" fmla="*/ 2 w 9490"/>
              <a:gd name="connsiteY54" fmla="*/ 5551 h 10000"/>
              <a:gd name="connsiteX55" fmla="*/ 558 w 9490"/>
              <a:gd name="connsiteY55" fmla="*/ 4293 h 10000"/>
              <a:gd name="connsiteX56" fmla="*/ 583 w 9490"/>
              <a:gd name="connsiteY56" fmla="*/ 4086 h 10000"/>
              <a:gd name="connsiteX57" fmla="*/ 583 w 9490"/>
              <a:gd name="connsiteY57" fmla="*/ 1083 h 10000"/>
              <a:gd name="connsiteX58" fmla="*/ 583 w 9490"/>
              <a:gd name="connsiteY58" fmla="*/ 1083 h 10000"/>
              <a:gd name="connsiteX0" fmla="*/ 177 w 9563"/>
              <a:gd name="connsiteY0" fmla="*/ 1083 h 10000"/>
              <a:gd name="connsiteX1" fmla="*/ 177 w 9563"/>
              <a:gd name="connsiteY1" fmla="*/ 66 h 10000"/>
              <a:gd name="connsiteX2" fmla="*/ 227 w 9563"/>
              <a:gd name="connsiteY2" fmla="*/ 6 h 10000"/>
              <a:gd name="connsiteX3" fmla="*/ 3221 w 9563"/>
              <a:gd name="connsiteY3" fmla="*/ 8 h 10000"/>
              <a:gd name="connsiteX4" fmla="*/ 3374 w 9563"/>
              <a:gd name="connsiteY4" fmla="*/ 268 h 10000"/>
              <a:gd name="connsiteX5" fmla="*/ 3324 w 9563"/>
              <a:gd name="connsiteY5" fmla="*/ 348 h 10000"/>
              <a:gd name="connsiteX6" fmla="*/ 3095 w 9563"/>
              <a:gd name="connsiteY6" fmla="*/ 896 h 10000"/>
              <a:gd name="connsiteX7" fmla="*/ 3152 w 9563"/>
              <a:gd name="connsiteY7" fmla="*/ 1461 h 10000"/>
              <a:gd name="connsiteX8" fmla="*/ 3555 w 9563"/>
              <a:gd name="connsiteY8" fmla="*/ 1985 h 10000"/>
              <a:gd name="connsiteX9" fmla="*/ 4157 w 9563"/>
              <a:gd name="connsiteY9" fmla="*/ 2087 h 10000"/>
              <a:gd name="connsiteX10" fmla="*/ 4576 w 9563"/>
              <a:gd name="connsiteY10" fmla="*/ 1836 h 10000"/>
              <a:gd name="connsiteX11" fmla="*/ 4843 w 9563"/>
              <a:gd name="connsiteY11" fmla="*/ 1305 h 10000"/>
              <a:gd name="connsiteX12" fmla="*/ 4860 w 9563"/>
              <a:gd name="connsiteY12" fmla="*/ 912 h 10000"/>
              <a:gd name="connsiteX13" fmla="*/ 4616 w 9563"/>
              <a:gd name="connsiteY13" fmla="*/ 332 h 10000"/>
              <a:gd name="connsiteX14" fmla="*/ 4570 w 9563"/>
              <a:gd name="connsiteY14" fmla="*/ 128 h 10000"/>
              <a:gd name="connsiteX15" fmla="*/ 4731 w 9563"/>
              <a:gd name="connsiteY15" fmla="*/ 1 h 10000"/>
              <a:gd name="connsiteX16" fmla="*/ 4939 w 9563"/>
              <a:gd name="connsiteY16" fmla="*/ 1 h 10000"/>
              <a:gd name="connsiteX17" fmla="*/ 5385 w 9563"/>
              <a:gd name="connsiteY17" fmla="*/ 1 h 10000"/>
              <a:gd name="connsiteX18" fmla="*/ 7637 w 9563"/>
              <a:gd name="connsiteY18" fmla="*/ 1 h 10000"/>
              <a:gd name="connsiteX19" fmla="*/ 7736 w 9563"/>
              <a:gd name="connsiteY19" fmla="*/ 6 h 10000"/>
              <a:gd name="connsiteX20" fmla="*/ 7775 w 9563"/>
              <a:gd name="connsiteY20" fmla="*/ 52 h 10000"/>
              <a:gd name="connsiteX21" fmla="*/ 7775 w 9563"/>
              <a:gd name="connsiteY21" fmla="*/ 119 h 10000"/>
              <a:gd name="connsiteX22" fmla="*/ 7775 w 9563"/>
              <a:gd name="connsiteY22" fmla="*/ 4104 h 10000"/>
              <a:gd name="connsiteX23" fmla="*/ 7900 w 9563"/>
              <a:gd name="connsiteY23" fmla="*/ 4459 h 10000"/>
              <a:gd name="connsiteX24" fmla="*/ 8276 w 9563"/>
              <a:gd name="connsiteY24" fmla="*/ 4533 h 10000"/>
              <a:gd name="connsiteX25" fmla="*/ 8417 w 9563"/>
              <a:gd name="connsiteY25" fmla="*/ 4419 h 10000"/>
              <a:gd name="connsiteX26" fmla="*/ 9065 w 9563"/>
              <a:gd name="connsiteY26" fmla="*/ 4235 h 10000"/>
              <a:gd name="connsiteX27" fmla="*/ 9486 w 9563"/>
              <a:gd name="connsiteY27" fmla="*/ 4632 h 10000"/>
              <a:gd name="connsiteX28" fmla="*/ 9537 w 9563"/>
              <a:gd name="connsiteY28" fmla="*/ 5218 h 10000"/>
              <a:gd name="connsiteX29" fmla="*/ 9255 w 9563"/>
              <a:gd name="connsiteY29" fmla="*/ 5673 h 10000"/>
              <a:gd name="connsiteX30" fmla="*/ 8704 w 9563"/>
              <a:gd name="connsiteY30" fmla="*/ 5773 h 10000"/>
              <a:gd name="connsiteX31" fmla="*/ 8379 w 9563"/>
              <a:gd name="connsiteY31" fmla="*/ 5544 h 10000"/>
              <a:gd name="connsiteX32" fmla="*/ 8006 w 9563"/>
              <a:gd name="connsiteY32" fmla="*/ 5473 h 10000"/>
              <a:gd name="connsiteX33" fmla="*/ 7775 w 9563"/>
              <a:gd name="connsiteY33" fmla="*/ 5882 h 10000"/>
              <a:gd name="connsiteX34" fmla="*/ 7775 w 9563"/>
              <a:gd name="connsiteY34" fmla="*/ 9938 h 10000"/>
              <a:gd name="connsiteX35" fmla="*/ 7721 w 9563"/>
              <a:gd name="connsiteY35" fmla="*/ 9998 h 10000"/>
              <a:gd name="connsiteX36" fmla="*/ 4736 w 9563"/>
              <a:gd name="connsiteY36" fmla="*/ 9998 h 10000"/>
              <a:gd name="connsiteX37" fmla="*/ 4600 w 9563"/>
              <a:gd name="connsiteY37" fmla="*/ 9931 h 10000"/>
              <a:gd name="connsiteX38" fmla="*/ 4608 w 9563"/>
              <a:gd name="connsiteY38" fmla="*/ 9682 h 10000"/>
              <a:gd name="connsiteX39" fmla="*/ 4833 w 9563"/>
              <a:gd name="connsiteY39" fmla="*/ 9243 h 10000"/>
              <a:gd name="connsiteX40" fmla="*/ 4846 w 9563"/>
              <a:gd name="connsiteY40" fmla="*/ 8712 h 10000"/>
              <a:gd name="connsiteX41" fmla="*/ 4594 w 9563"/>
              <a:gd name="connsiteY41" fmla="*/ 8190 h 10000"/>
              <a:gd name="connsiteX42" fmla="*/ 4163 w 9563"/>
              <a:gd name="connsiteY42" fmla="*/ 7921 h 10000"/>
              <a:gd name="connsiteX43" fmla="*/ 3709 w 9563"/>
              <a:gd name="connsiteY43" fmla="*/ 7943 h 10000"/>
              <a:gd name="connsiteX44" fmla="*/ 3278 w 9563"/>
              <a:gd name="connsiteY44" fmla="*/ 8290 h 10000"/>
              <a:gd name="connsiteX45" fmla="*/ 3093 w 9563"/>
              <a:gd name="connsiteY45" fmla="*/ 9098 h 10000"/>
              <a:gd name="connsiteX46" fmla="*/ 3342 w 9563"/>
              <a:gd name="connsiteY46" fmla="*/ 9682 h 10000"/>
              <a:gd name="connsiteX47" fmla="*/ 3374 w 9563"/>
              <a:gd name="connsiteY47" fmla="*/ 9893 h 10000"/>
              <a:gd name="connsiteX48" fmla="*/ 3229 w 9563"/>
              <a:gd name="connsiteY48" fmla="*/ 10000 h 10000"/>
              <a:gd name="connsiteX49" fmla="*/ 2110 w 9563"/>
              <a:gd name="connsiteY49" fmla="*/ 9998 h 10000"/>
              <a:gd name="connsiteX50" fmla="*/ 226 w 9563"/>
              <a:gd name="connsiteY50" fmla="*/ 9998 h 10000"/>
              <a:gd name="connsiteX51" fmla="*/ 177 w 9563"/>
              <a:gd name="connsiteY51" fmla="*/ 9944 h 10000"/>
              <a:gd name="connsiteX52" fmla="*/ 177 w 9563"/>
              <a:gd name="connsiteY52" fmla="*/ 5893 h 10000"/>
              <a:gd name="connsiteX53" fmla="*/ 1 w 9563"/>
              <a:gd name="connsiteY53" fmla="*/ 5502 h 10000"/>
              <a:gd name="connsiteX54" fmla="*/ 151 w 9563"/>
              <a:gd name="connsiteY54" fmla="*/ 4293 h 10000"/>
              <a:gd name="connsiteX55" fmla="*/ 177 w 9563"/>
              <a:gd name="connsiteY55" fmla="*/ 4086 h 10000"/>
              <a:gd name="connsiteX56" fmla="*/ 177 w 9563"/>
              <a:gd name="connsiteY56" fmla="*/ 1083 h 10000"/>
              <a:gd name="connsiteX57" fmla="*/ 177 w 9563"/>
              <a:gd name="connsiteY57" fmla="*/ 1083 h 10000"/>
              <a:gd name="connsiteX0" fmla="*/ 27 w 9842"/>
              <a:gd name="connsiteY0" fmla="*/ 1083 h 10000"/>
              <a:gd name="connsiteX1" fmla="*/ 27 w 9842"/>
              <a:gd name="connsiteY1" fmla="*/ 66 h 10000"/>
              <a:gd name="connsiteX2" fmla="*/ 79 w 9842"/>
              <a:gd name="connsiteY2" fmla="*/ 6 h 10000"/>
              <a:gd name="connsiteX3" fmla="*/ 3210 w 9842"/>
              <a:gd name="connsiteY3" fmla="*/ 8 h 10000"/>
              <a:gd name="connsiteX4" fmla="*/ 3370 w 9842"/>
              <a:gd name="connsiteY4" fmla="*/ 268 h 10000"/>
              <a:gd name="connsiteX5" fmla="*/ 3318 w 9842"/>
              <a:gd name="connsiteY5" fmla="*/ 348 h 10000"/>
              <a:gd name="connsiteX6" fmla="*/ 3078 w 9842"/>
              <a:gd name="connsiteY6" fmla="*/ 896 h 10000"/>
              <a:gd name="connsiteX7" fmla="*/ 3138 w 9842"/>
              <a:gd name="connsiteY7" fmla="*/ 1461 h 10000"/>
              <a:gd name="connsiteX8" fmla="*/ 3559 w 9842"/>
              <a:gd name="connsiteY8" fmla="*/ 1985 h 10000"/>
              <a:gd name="connsiteX9" fmla="*/ 4189 w 9842"/>
              <a:gd name="connsiteY9" fmla="*/ 2087 h 10000"/>
              <a:gd name="connsiteX10" fmla="*/ 4627 w 9842"/>
              <a:gd name="connsiteY10" fmla="*/ 1836 h 10000"/>
              <a:gd name="connsiteX11" fmla="*/ 4906 w 9842"/>
              <a:gd name="connsiteY11" fmla="*/ 1305 h 10000"/>
              <a:gd name="connsiteX12" fmla="*/ 4924 w 9842"/>
              <a:gd name="connsiteY12" fmla="*/ 912 h 10000"/>
              <a:gd name="connsiteX13" fmla="*/ 4669 w 9842"/>
              <a:gd name="connsiteY13" fmla="*/ 332 h 10000"/>
              <a:gd name="connsiteX14" fmla="*/ 4621 w 9842"/>
              <a:gd name="connsiteY14" fmla="*/ 128 h 10000"/>
              <a:gd name="connsiteX15" fmla="*/ 4789 w 9842"/>
              <a:gd name="connsiteY15" fmla="*/ 1 h 10000"/>
              <a:gd name="connsiteX16" fmla="*/ 5007 w 9842"/>
              <a:gd name="connsiteY16" fmla="*/ 1 h 10000"/>
              <a:gd name="connsiteX17" fmla="*/ 5473 w 9842"/>
              <a:gd name="connsiteY17" fmla="*/ 1 h 10000"/>
              <a:gd name="connsiteX18" fmla="*/ 7828 w 9842"/>
              <a:gd name="connsiteY18" fmla="*/ 1 h 10000"/>
              <a:gd name="connsiteX19" fmla="*/ 7932 w 9842"/>
              <a:gd name="connsiteY19" fmla="*/ 6 h 10000"/>
              <a:gd name="connsiteX20" fmla="*/ 7972 w 9842"/>
              <a:gd name="connsiteY20" fmla="*/ 52 h 10000"/>
              <a:gd name="connsiteX21" fmla="*/ 7972 w 9842"/>
              <a:gd name="connsiteY21" fmla="*/ 119 h 10000"/>
              <a:gd name="connsiteX22" fmla="*/ 7972 w 9842"/>
              <a:gd name="connsiteY22" fmla="*/ 4104 h 10000"/>
              <a:gd name="connsiteX23" fmla="*/ 8103 w 9842"/>
              <a:gd name="connsiteY23" fmla="*/ 4459 h 10000"/>
              <a:gd name="connsiteX24" fmla="*/ 8496 w 9842"/>
              <a:gd name="connsiteY24" fmla="*/ 4533 h 10000"/>
              <a:gd name="connsiteX25" fmla="*/ 8644 w 9842"/>
              <a:gd name="connsiteY25" fmla="*/ 4419 h 10000"/>
              <a:gd name="connsiteX26" fmla="*/ 9321 w 9842"/>
              <a:gd name="connsiteY26" fmla="*/ 4235 h 10000"/>
              <a:gd name="connsiteX27" fmla="*/ 9761 w 9842"/>
              <a:gd name="connsiteY27" fmla="*/ 4632 h 10000"/>
              <a:gd name="connsiteX28" fmla="*/ 9815 w 9842"/>
              <a:gd name="connsiteY28" fmla="*/ 5218 h 10000"/>
              <a:gd name="connsiteX29" fmla="*/ 9520 w 9842"/>
              <a:gd name="connsiteY29" fmla="*/ 5673 h 10000"/>
              <a:gd name="connsiteX30" fmla="*/ 8944 w 9842"/>
              <a:gd name="connsiteY30" fmla="*/ 5773 h 10000"/>
              <a:gd name="connsiteX31" fmla="*/ 8604 w 9842"/>
              <a:gd name="connsiteY31" fmla="*/ 5544 h 10000"/>
              <a:gd name="connsiteX32" fmla="*/ 8214 w 9842"/>
              <a:gd name="connsiteY32" fmla="*/ 5473 h 10000"/>
              <a:gd name="connsiteX33" fmla="*/ 7972 w 9842"/>
              <a:gd name="connsiteY33" fmla="*/ 5882 h 10000"/>
              <a:gd name="connsiteX34" fmla="*/ 7972 w 9842"/>
              <a:gd name="connsiteY34" fmla="*/ 9938 h 10000"/>
              <a:gd name="connsiteX35" fmla="*/ 7916 w 9842"/>
              <a:gd name="connsiteY35" fmla="*/ 9998 h 10000"/>
              <a:gd name="connsiteX36" fmla="*/ 4794 w 9842"/>
              <a:gd name="connsiteY36" fmla="*/ 9998 h 10000"/>
              <a:gd name="connsiteX37" fmla="*/ 4652 w 9842"/>
              <a:gd name="connsiteY37" fmla="*/ 9931 h 10000"/>
              <a:gd name="connsiteX38" fmla="*/ 4661 w 9842"/>
              <a:gd name="connsiteY38" fmla="*/ 9682 h 10000"/>
              <a:gd name="connsiteX39" fmla="*/ 4896 w 9842"/>
              <a:gd name="connsiteY39" fmla="*/ 9243 h 10000"/>
              <a:gd name="connsiteX40" fmla="*/ 4909 w 9842"/>
              <a:gd name="connsiteY40" fmla="*/ 8712 h 10000"/>
              <a:gd name="connsiteX41" fmla="*/ 4646 w 9842"/>
              <a:gd name="connsiteY41" fmla="*/ 8190 h 10000"/>
              <a:gd name="connsiteX42" fmla="*/ 4195 w 9842"/>
              <a:gd name="connsiteY42" fmla="*/ 7921 h 10000"/>
              <a:gd name="connsiteX43" fmla="*/ 3720 w 9842"/>
              <a:gd name="connsiteY43" fmla="*/ 7943 h 10000"/>
              <a:gd name="connsiteX44" fmla="*/ 3270 w 9842"/>
              <a:gd name="connsiteY44" fmla="*/ 8290 h 10000"/>
              <a:gd name="connsiteX45" fmla="*/ 3076 w 9842"/>
              <a:gd name="connsiteY45" fmla="*/ 9098 h 10000"/>
              <a:gd name="connsiteX46" fmla="*/ 3337 w 9842"/>
              <a:gd name="connsiteY46" fmla="*/ 9682 h 10000"/>
              <a:gd name="connsiteX47" fmla="*/ 3370 w 9842"/>
              <a:gd name="connsiteY47" fmla="*/ 9893 h 10000"/>
              <a:gd name="connsiteX48" fmla="*/ 3219 w 9842"/>
              <a:gd name="connsiteY48" fmla="*/ 10000 h 10000"/>
              <a:gd name="connsiteX49" fmla="*/ 2048 w 9842"/>
              <a:gd name="connsiteY49" fmla="*/ 9998 h 10000"/>
              <a:gd name="connsiteX50" fmla="*/ 78 w 9842"/>
              <a:gd name="connsiteY50" fmla="*/ 9998 h 10000"/>
              <a:gd name="connsiteX51" fmla="*/ 27 w 9842"/>
              <a:gd name="connsiteY51" fmla="*/ 9944 h 10000"/>
              <a:gd name="connsiteX52" fmla="*/ 27 w 9842"/>
              <a:gd name="connsiteY52" fmla="*/ 5893 h 10000"/>
              <a:gd name="connsiteX53" fmla="*/ 0 w 9842"/>
              <a:gd name="connsiteY53" fmla="*/ 4293 h 10000"/>
              <a:gd name="connsiteX54" fmla="*/ 27 w 9842"/>
              <a:gd name="connsiteY54" fmla="*/ 4086 h 10000"/>
              <a:gd name="connsiteX55" fmla="*/ 27 w 9842"/>
              <a:gd name="connsiteY55" fmla="*/ 1083 h 10000"/>
              <a:gd name="connsiteX56" fmla="*/ 27 w 9842"/>
              <a:gd name="connsiteY56" fmla="*/ 1083 h 10000"/>
              <a:gd name="connsiteX0" fmla="*/ 1 w 9974"/>
              <a:gd name="connsiteY0" fmla="*/ 1083 h 10000"/>
              <a:gd name="connsiteX1" fmla="*/ 1 w 9974"/>
              <a:gd name="connsiteY1" fmla="*/ 66 h 10000"/>
              <a:gd name="connsiteX2" fmla="*/ 54 w 9974"/>
              <a:gd name="connsiteY2" fmla="*/ 6 h 10000"/>
              <a:gd name="connsiteX3" fmla="*/ 3236 w 9974"/>
              <a:gd name="connsiteY3" fmla="*/ 8 h 10000"/>
              <a:gd name="connsiteX4" fmla="*/ 3398 w 9974"/>
              <a:gd name="connsiteY4" fmla="*/ 268 h 10000"/>
              <a:gd name="connsiteX5" fmla="*/ 3345 w 9974"/>
              <a:gd name="connsiteY5" fmla="*/ 348 h 10000"/>
              <a:gd name="connsiteX6" fmla="*/ 3101 w 9974"/>
              <a:gd name="connsiteY6" fmla="*/ 896 h 10000"/>
              <a:gd name="connsiteX7" fmla="*/ 3162 w 9974"/>
              <a:gd name="connsiteY7" fmla="*/ 1461 h 10000"/>
              <a:gd name="connsiteX8" fmla="*/ 3590 w 9974"/>
              <a:gd name="connsiteY8" fmla="*/ 1985 h 10000"/>
              <a:gd name="connsiteX9" fmla="*/ 4230 w 9974"/>
              <a:gd name="connsiteY9" fmla="*/ 2087 h 10000"/>
              <a:gd name="connsiteX10" fmla="*/ 4675 w 9974"/>
              <a:gd name="connsiteY10" fmla="*/ 1836 h 10000"/>
              <a:gd name="connsiteX11" fmla="*/ 4959 w 9974"/>
              <a:gd name="connsiteY11" fmla="*/ 1305 h 10000"/>
              <a:gd name="connsiteX12" fmla="*/ 4977 w 9974"/>
              <a:gd name="connsiteY12" fmla="*/ 912 h 10000"/>
              <a:gd name="connsiteX13" fmla="*/ 4718 w 9974"/>
              <a:gd name="connsiteY13" fmla="*/ 332 h 10000"/>
              <a:gd name="connsiteX14" fmla="*/ 4669 w 9974"/>
              <a:gd name="connsiteY14" fmla="*/ 128 h 10000"/>
              <a:gd name="connsiteX15" fmla="*/ 4840 w 9974"/>
              <a:gd name="connsiteY15" fmla="*/ 1 h 10000"/>
              <a:gd name="connsiteX16" fmla="*/ 5061 w 9974"/>
              <a:gd name="connsiteY16" fmla="*/ 1 h 10000"/>
              <a:gd name="connsiteX17" fmla="*/ 5535 w 9974"/>
              <a:gd name="connsiteY17" fmla="*/ 1 h 10000"/>
              <a:gd name="connsiteX18" fmla="*/ 7928 w 9974"/>
              <a:gd name="connsiteY18" fmla="*/ 1 h 10000"/>
              <a:gd name="connsiteX19" fmla="*/ 8033 w 9974"/>
              <a:gd name="connsiteY19" fmla="*/ 6 h 10000"/>
              <a:gd name="connsiteX20" fmla="*/ 8074 w 9974"/>
              <a:gd name="connsiteY20" fmla="*/ 52 h 10000"/>
              <a:gd name="connsiteX21" fmla="*/ 8074 w 9974"/>
              <a:gd name="connsiteY21" fmla="*/ 119 h 10000"/>
              <a:gd name="connsiteX22" fmla="*/ 8074 w 9974"/>
              <a:gd name="connsiteY22" fmla="*/ 4104 h 10000"/>
              <a:gd name="connsiteX23" fmla="*/ 8207 w 9974"/>
              <a:gd name="connsiteY23" fmla="*/ 4459 h 10000"/>
              <a:gd name="connsiteX24" fmla="*/ 8606 w 9974"/>
              <a:gd name="connsiteY24" fmla="*/ 4533 h 10000"/>
              <a:gd name="connsiteX25" fmla="*/ 8757 w 9974"/>
              <a:gd name="connsiteY25" fmla="*/ 4419 h 10000"/>
              <a:gd name="connsiteX26" fmla="*/ 9445 w 9974"/>
              <a:gd name="connsiteY26" fmla="*/ 4235 h 10000"/>
              <a:gd name="connsiteX27" fmla="*/ 9892 w 9974"/>
              <a:gd name="connsiteY27" fmla="*/ 4632 h 10000"/>
              <a:gd name="connsiteX28" fmla="*/ 9947 w 9974"/>
              <a:gd name="connsiteY28" fmla="*/ 5218 h 10000"/>
              <a:gd name="connsiteX29" fmla="*/ 9647 w 9974"/>
              <a:gd name="connsiteY29" fmla="*/ 5673 h 10000"/>
              <a:gd name="connsiteX30" fmla="*/ 9062 w 9974"/>
              <a:gd name="connsiteY30" fmla="*/ 5773 h 10000"/>
              <a:gd name="connsiteX31" fmla="*/ 8716 w 9974"/>
              <a:gd name="connsiteY31" fmla="*/ 5544 h 10000"/>
              <a:gd name="connsiteX32" fmla="*/ 8320 w 9974"/>
              <a:gd name="connsiteY32" fmla="*/ 5473 h 10000"/>
              <a:gd name="connsiteX33" fmla="*/ 8074 w 9974"/>
              <a:gd name="connsiteY33" fmla="*/ 5882 h 10000"/>
              <a:gd name="connsiteX34" fmla="*/ 8074 w 9974"/>
              <a:gd name="connsiteY34" fmla="*/ 9938 h 10000"/>
              <a:gd name="connsiteX35" fmla="*/ 8017 w 9974"/>
              <a:gd name="connsiteY35" fmla="*/ 9998 h 10000"/>
              <a:gd name="connsiteX36" fmla="*/ 4845 w 9974"/>
              <a:gd name="connsiteY36" fmla="*/ 9998 h 10000"/>
              <a:gd name="connsiteX37" fmla="*/ 4701 w 9974"/>
              <a:gd name="connsiteY37" fmla="*/ 9931 h 10000"/>
              <a:gd name="connsiteX38" fmla="*/ 4710 w 9974"/>
              <a:gd name="connsiteY38" fmla="*/ 9682 h 10000"/>
              <a:gd name="connsiteX39" fmla="*/ 4949 w 9974"/>
              <a:gd name="connsiteY39" fmla="*/ 9243 h 10000"/>
              <a:gd name="connsiteX40" fmla="*/ 4962 w 9974"/>
              <a:gd name="connsiteY40" fmla="*/ 8712 h 10000"/>
              <a:gd name="connsiteX41" fmla="*/ 4695 w 9974"/>
              <a:gd name="connsiteY41" fmla="*/ 8190 h 10000"/>
              <a:gd name="connsiteX42" fmla="*/ 4236 w 9974"/>
              <a:gd name="connsiteY42" fmla="*/ 7921 h 10000"/>
              <a:gd name="connsiteX43" fmla="*/ 3754 w 9974"/>
              <a:gd name="connsiteY43" fmla="*/ 7943 h 10000"/>
              <a:gd name="connsiteX44" fmla="*/ 3296 w 9974"/>
              <a:gd name="connsiteY44" fmla="*/ 8290 h 10000"/>
              <a:gd name="connsiteX45" fmla="*/ 3099 w 9974"/>
              <a:gd name="connsiteY45" fmla="*/ 9098 h 10000"/>
              <a:gd name="connsiteX46" fmla="*/ 3365 w 9974"/>
              <a:gd name="connsiteY46" fmla="*/ 9682 h 10000"/>
              <a:gd name="connsiteX47" fmla="*/ 3398 w 9974"/>
              <a:gd name="connsiteY47" fmla="*/ 9893 h 10000"/>
              <a:gd name="connsiteX48" fmla="*/ 3245 w 9974"/>
              <a:gd name="connsiteY48" fmla="*/ 10000 h 10000"/>
              <a:gd name="connsiteX49" fmla="*/ 2055 w 9974"/>
              <a:gd name="connsiteY49" fmla="*/ 9998 h 10000"/>
              <a:gd name="connsiteX50" fmla="*/ 53 w 9974"/>
              <a:gd name="connsiteY50" fmla="*/ 9998 h 10000"/>
              <a:gd name="connsiteX51" fmla="*/ 1 w 9974"/>
              <a:gd name="connsiteY51" fmla="*/ 9944 h 10000"/>
              <a:gd name="connsiteX52" fmla="*/ 1 w 9974"/>
              <a:gd name="connsiteY52" fmla="*/ 5893 h 10000"/>
              <a:gd name="connsiteX53" fmla="*/ 1 w 9974"/>
              <a:gd name="connsiteY53" fmla="*/ 4086 h 10000"/>
              <a:gd name="connsiteX54" fmla="*/ 1 w 9974"/>
              <a:gd name="connsiteY54" fmla="*/ 1083 h 10000"/>
              <a:gd name="connsiteX55" fmla="*/ 1 w 9974"/>
              <a:gd name="connsiteY55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4707 w 10000"/>
              <a:gd name="connsiteY41" fmla="*/ 8190 h 10000"/>
              <a:gd name="connsiteX42" fmla="*/ 3764 w 10000"/>
              <a:gd name="connsiteY42" fmla="*/ 7943 h 10000"/>
              <a:gd name="connsiteX43" fmla="*/ 3305 w 10000"/>
              <a:gd name="connsiteY43" fmla="*/ 8290 h 10000"/>
              <a:gd name="connsiteX44" fmla="*/ 3107 w 10000"/>
              <a:gd name="connsiteY44" fmla="*/ 9098 h 10000"/>
              <a:gd name="connsiteX45" fmla="*/ 3374 w 10000"/>
              <a:gd name="connsiteY45" fmla="*/ 9682 h 10000"/>
              <a:gd name="connsiteX46" fmla="*/ 3407 w 10000"/>
              <a:gd name="connsiteY46" fmla="*/ 9893 h 10000"/>
              <a:gd name="connsiteX47" fmla="*/ 3253 w 10000"/>
              <a:gd name="connsiteY47" fmla="*/ 10000 h 10000"/>
              <a:gd name="connsiteX48" fmla="*/ 2060 w 10000"/>
              <a:gd name="connsiteY48" fmla="*/ 9998 h 10000"/>
              <a:gd name="connsiteX49" fmla="*/ 53 w 10000"/>
              <a:gd name="connsiteY49" fmla="*/ 9998 h 10000"/>
              <a:gd name="connsiteX50" fmla="*/ 1 w 10000"/>
              <a:gd name="connsiteY50" fmla="*/ 9944 h 10000"/>
              <a:gd name="connsiteX51" fmla="*/ 1 w 10000"/>
              <a:gd name="connsiteY51" fmla="*/ 5893 h 10000"/>
              <a:gd name="connsiteX52" fmla="*/ 1 w 10000"/>
              <a:gd name="connsiteY52" fmla="*/ 4086 h 10000"/>
              <a:gd name="connsiteX53" fmla="*/ 1 w 10000"/>
              <a:gd name="connsiteY53" fmla="*/ 1083 h 10000"/>
              <a:gd name="connsiteX54" fmla="*/ 1 w 10000"/>
              <a:gd name="connsiteY54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3764 w 10000"/>
              <a:gd name="connsiteY41" fmla="*/ 7943 h 10000"/>
              <a:gd name="connsiteX42" fmla="*/ 3305 w 10000"/>
              <a:gd name="connsiteY42" fmla="*/ 8290 h 10000"/>
              <a:gd name="connsiteX43" fmla="*/ 3107 w 10000"/>
              <a:gd name="connsiteY43" fmla="*/ 9098 h 10000"/>
              <a:gd name="connsiteX44" fmla="*/ 3374 w 10000"/>
              <a:gd name="connsiteY44" fmla="*/ 9682 h 10000"/>
              <a:gd name="connsiteX45" fmla="*/ 3407 w 10000"/>
              <a:gd name="connsiteY45" fmla="*/ 9893 h 10000"/>
              <a:gd name="connsiteX46" fmla="*/ 3253 w 10000"/>
              <a:gd name="connsiteY46" fmla="*/ 10000 h 10000"/>
              <a:gd name="connsiteX47" fmla="*/ 2060 w 10000"/>
              <a:gd name="connsiteY47" fmla="*/ 9998 h 10000"/>
              <a:gd name="connsiteX48" fmla="*/ 53 w 10000"/>
              <a:gd name="connsiteY48" fmla="*/ 9998 h 10000"/>
              <a:gd name="connsiteX49" fmla="*/ 1 w 10000"/>
              <a:gd name="connsiteY49" fmla="*/ 9944 h 10000"/>
              <a:gd name="connsiteX50" fmla="*/ 1 w 10000"/>
              <a:gd name="connsiteY50" fmla="*/ 5893 h 10000"/>
              <a:gd name="connsiteX51" fmla="*/ 1 w 10000"/>
              <a:gd name="connsiteY51" fmla="*/ 4086 h 10000"/>
              <a:gd name="connsiteX52" fmla="*/ 1 w 10000"/>
              <a:gd name="connsiteY52" fmla="*/ 1083 h 10000"/>
              <a:gd name="connsiteX53" fmla="*/ 1 w 10000"/>
              <a:gd name="connsiteY53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3764 w 10000"/>
              <a:gd name="connsiteY40" fmla="*/ 7943 h 10000"/>
              <a:gd name="connsiteX41" fmla="*/ 3305 w 10000"/>
              <a:gd name="connsiteY41" fmla="*/ 8290 h 10000"/>
              <a:gd name="connsiteX42" fmla="*/ 3107 w 10000"/>
              <a:gd name="connsiteY42" fmla="*/ 9098 h 10000"/>
              <a:gd name="connsiteX43" fmla="*/ 3374 w 10000"/>
              <a:gd name="connsiteY43" fmla="*/ 9682 h 10000"/>
              <a:gd name="connsiteX44" fmla="*/ 3407 w 10000"/>
              <a:gd name="connsiteY44" fmla="*/ 9893 h 10000"/>
              <a:gd name="connsiteX45" fmla="*/ 3253 w 10000"/>
              <a:gd name="connsiteY45" fmla="*/ 10000 h 10000"/>
              <a:gd name="connsiteX46" fmla="*/ 2060 w 10000"/>
              <a:gd name="connsiteY46" fmla="*/ 9998 h 10000"/>
              <a:gd name="connsiteX47" fmla="*/ 53 w 10000"/>
              <a:gd name="connsiteY47" fmla="*/ 9998 h 10000"/>
              <a:gd name="connsiteX48" fmla="*/ 1 w 10000"/>
              <a:gd name="connsiteY48" fmla="*/ 9944 h 10000"/>
              <a:gd name="connsiteX49" fmla="*/ 1 w 10000"/>
              <a:gd name="connsiteY49" fmla="*/ 5893 h 10000"/>
              <a:gd name="connsiteX50" fmla="*/ 1 w 10000"/>
              <a:gd name="connsiteY50" fmla="*/ 4086 h 10000"/>
              <a:gd name="connsiteX51" fmla="*/ 1 w 10000"/>
              <a:gd name="connsiteY51" fmla="*/ 1083 h 10000"/>
              <a:gd name="connsiteX52" fmla="*/ 1 w 10000"/>
              <a:gd name="connsiteY52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3764 w 10000"/>
              <a:gd name="connsiteY39" fmla="*/ 7943 h 10000"/>
              <a:gd name="connsiteX40" fmla="*/ 3305 w 10000"/>
              <a:gd name="connsiteY40" fmla="*/ 8290 h 10000"/>
              <a:gd name="connsiteX41" fmla="*/ 3107 w 10000"/>
              <a:gd name="connsiteY41" fmla="*/ 9098 h 10000"/>
              <a:gd name="connsiteX42" fmla="*/ 3374 w 10000"/>
              <a:gd name="connsiteY42" fmla="*/ 9682 h 10000"/>
              <a:gd name="connsiteX43" fmla="*/ 3407 w 10000"/>
              <a:gd name="connsiteY43" fmla="*/ 9893 h 10000"/>
              <a:gd name="connsiteX44" fmla="*/ 3253 w 10000"/>
              <a:gd name="connsiteY44" fmla="*/ 10000 h 10000"/>
              <a:gd name="connsiteX45" fmla="*/ 2060 w 10000"/>
              <a:gd name="connsiteY45" fmla="*/ 9998 h 10000"/>
              <a:gd name="connsiteX46" fmla="*/ 53 w 10000"/>
              <a:gd name="connsiteY46" fmla="*/ 9998 h 10000"/>
              <a:gd name="connsiteX47" fmla="*/ 1 w 10000"/>
              <a:gd name="connsiteY47" fmla="*/ 9944 h 10000"/>
              <a:gd name="connsiteX48" fmla="*/ 1 w 10000"/>
              <a:gd name="connsiteY48" fmla="*/ 5893 h 10000"/>
              <a:gd name="connsiteX49" fmla="*/ 1 w 10000"/>
              <a:gd name="connsiteY49" fmla="*/ 4086 h 10000"/>
              <a:gd name="connsiteX50" fmla="*/ 1 w 10000"/>
              <a:gd name="connsiteY50" fmla="*/ 1083 h 10000"/>
              <a:gd name="connsiteX51" fmla="*/ 1 w 10000"/>
              <a:gd name="connsiteY51" fmla="*/ 1083 h 10000"/>
              <a:gd name="connsiteX0" fmla="*/ 1 w 10000"/>
              <a:gd name="connsiteY0" fmla="*/ 1083 h 10102"/>
              <a:gd name="connsiteX1" fmla="*/ 1 w 10000"/>
              <a:gd name="connsiteY1" fmla="*/ 66 h 10102"/>
              <a:gd name="connsiteX2" fmla="*/ 54 w 10000"/>
              <a:gd name="connsiteY2" fmla="*/ 6 h 10102"/>
              <a:gd name="connsiteX3" fmla="*/ 3244 w 10000"/>
              <a:gd name="connsiteY3" fmla="*/ 8 h 10102"/>
              <a:gd name="connsiteX4" fmla="*/ 3407 w 10000"/>
              <a:gd name="connsiteY4" fmla="*/ 268 h 10102"/>
              <a:gd name="connsiteX5" fmla="*/ 3354 w 10000"/>
              <a:gd name="connsiteY5" fmla="*/ 348 h 10102"/>
              <a:gd name="connsiteX6" fmla="*/ 3109 w 10000"/>
              <a:gd name="connsiteY6" fmla="*/ 896 h 10102"/>
              <a:gd name="connsiteX7" fmla="*/ 3170 w 10000"/>
              <a:gd name="connsiteY7" fmla="*/ 1461 h 10102"/>
              <a:gd name="connsiteX8" fmla="*/ 3599 w 10000"/>
              <a:gd name="connsiteY8" fmla="*/ 1985 h 10102"/>
              <a:gd name="connsiteX9" fmla="*/ 4241 w 10000"/>
              <a:gd name="connsiteY9" fmla="*/ 2087 h 10102"/>
              <a:gd name="connsiteX10" fmla="*/ 4687 w 10000"/>
              <a:gd name="connsiteY10" fmla="*/ 1836 h 10102"/>
              <a:gd name="connsiteX11" fmla="*/ 4972 w 10000"/>
              <a:gd name="connsiteY11" fmla="*/ 1305 h 10102"/>
              <a:gd name="connsiteX12" fmla="*/ 4990 w 10000"/>
              <a:gd name="connsiteY12" fmla="*/ 912 h 10102"/>
              <a:gd name="connsiteX13" fmla="*/ 4730 w 10000"/>
              <a:gd name="connsiteY13" fmla="*/ 332 h 10102"/>
              <a:gd name="connsiteX14" fmla="*/ 4681 w 10000"/>
              <a:gd name="connsiteY14" fmla="*/ 128 h 10102"/>
              <a:gd name="connsiteX15" fmla="*/ 4853 w 10000"/>
              <a:gd name="connsiteY15" fmla="*/ 1 h 10102"/>
              <a:gd name="connsiteX16" fmla="*/ 5074 w 10000"/>
              <a:gd name="connsiteY16" fmla="*/ 1 h 10102"/>
              <a:gd name="connsiteX17" fmla="*/ 5549 w 10000"/>
              <a:gd name="connsiteY17" fmla="*/ 1 h 10102"/>
              <a:gd name="connsiteX18" fmla="*/ 7949 w 10000"/>
              <a:gd name="connsiteY18" fmla="*/ 1 h 10102"/>
              <a:gd name="connsiteX19" fmla="*/ 8054 w 10000"/>
              <a:gd name="connsiteY19" fmla="*/ 6 h 10102"/>
              <a:gd name="connsiteX20" fmla="*/ 8095 w 10000"/>
              <a:gd name="connsiteY20" fmla="*/ 52 h 10102"/>
              <a:gd name="connsiteX21" fmla="*/ 8095 w 10000"/>
              <a:gd name="connsiteY21" fmla="*/ 119 h 10102"/>
              <a:gd name="connsiteX22" fmla="*/ 8095 w 10000"/>
              <a:gd name="connsiteY22" fmla="*/ 4104 h 10102"/>
              <a:gd name="connsiteX23" fmla="*/ 8228 w 10000"/>
              <a:gd name="connsiteY23" fmla="*/ 4459 h 10102"/>
              <a:gd name="connsiteX24" fmla="*/ 8628 w 10000"/>
              <a:gd name="connsiteY24" fmla="*/ 4533 h 10102"/>
              <a:gd name="connsiteX25" fmla="*/ 8780 w 10000"/>
              <a:gd name="connsiteY25" fmla="*/ 4419 h 10102"/>
              <a:gd name="connsiteX26" fmla="*/ 9470 w 10000"/>
              <a:gd name="connsiteY26" fmla="*/ 4235 h 10102"/>
              <a:gd name="connsiteX27" fmla="*/ 9918 w 10000"/>
              <a:gd name="connsiteY27" fmla="*/ 4632 h 10102"/>
              <a:gd name="connsiteX28" fmla="*/ 9973 w 10000"/>
              <a:gd name="connsiteY28" fmla="*/ 5218 h 10102"/>
              <a:gd name="connsiteX29" fmla="*/ 9672 w 10000"/>
              <a:gd name="connsiteY29" fmla="*/ 5673 h 10102"/>
              <a:gd name="connsiteX30" fmla="*/ 9086 w 10000"/>
              <a:gd name="connsiteY30" fmla="*/ 5773 h 10102"/>
              <a:gd name="connsiteX31" fmla="*/ 8739 w 10000"/>
              <a:gd name="connsiteY31" fmla="*/ 5544 h 10102"/>
              <a:gd name="connsiteX32" fmla="*/ 8342 w 10000"/>
              <a:gd name="connsiteY32" fmla="*/ 5473 h 10102"/>
              <a:gd name="connsiteX33" fmla="*/ 8095 w 10000"/>
              <a:gd name="connsiteY33" fmla="*/ 5882 h 10102"/>
              <a:gd name="connsiteX34" fmla="*/ 8095 w 10000"/>
              <a:gd name="connsiteY34" fmla="*/ 9938 h 10102"/>
              <a:gd name="connsiteX35" fmla="*/ 8038 w 10000"/>
              <a:gd name="connsiteY35" fmla="*/ 9998 h 10102"/>
              <a:gd name="connsiteX36" fmla="*/ 4858 w 10000"/>
              <a:gd name="connsiteY36" fmla="*/ 9998 h 10102"/>
              <a:gd name="connsiteX37" fmla="*/ 4713 w 10000"/>
              <a:gd name="connsiteY37" fmla="*/ 9931 h 10102"/>
              <a:gd name="connsiteX38" fmla="*/ 3764 w 10000"/>
              <a:gd name="connsiteY38" fmla="*/ 7943 h 10102"/>
              <a:gd name="connsiteX39" fmla="*/ 3305 w 10000"/>
              <a:gd name="connsiteY39" fmla="*/ 8290 h 10102"/>
              <a:gd name="connsiteX40" fmla="*/ 3107 w 10000"/>
              <a:gd name="connsiteY40" fmla="*/ 9098 h 10102"/>
              <a:gd name="connsiteX41" fmla="*/ 3374 w 10000"/>
              <a:gd name="connsiteY41" fmla="*/ 9682 h 10102"/>
              <a:gd name="connsiteX42" fmla="*/ 3407 w 10000"/>
              <a:gd name="connsiteY42" fmla="*/ 9893 h 10102"/>
              <a:gd name="connsiteX43" fmla="*/ 3253 w 10000"/>
              <a:gd name="connsiteY43" fmla="*/ 10000 h 10102"/>
              <a:gd name="connsiteX44" fmla="*/ 2060 w 10000"/>
              <a:gd name="connsiteY44" fmla="*/ 9998 h 10102"/>
              <a:gd name="connsiteX45" fmla="*/ 53 w 10000"/>
              <a:gd name="connsiteY45" fmla="*/ 9998 h 10102"/>
              <a:gd name="connsiteX46" fmla="*/ 1 w 10000"/>
              <a:gd name="connsiteY46" fmla="*/ 9944 h 10102"/>
              <a:gd name="connsiteX47" fmla="*/ 1 w 10000"/>
              <a:gd name="connsiteY47" fmla="*/ 5893 h 10102"/>
              <a:gd name="connsiteX48" fmla="*/ 1 w 10000"/>
              <a:gd name="connsiteY48" fmla="*/ 4086 h 10102"/>
              <a:gd name="connsiteX49" fmla="*/ 1 w 10000"/>
              <a:gd name="connsiteY49" fmla="*/ 1083 h 10102"/>
              <a:gd name="connsiteX50" fmla="*/ 1 w 10000"/>
              <a:gd name="connsiteY50" fmla="*/ 1083 h 10102"/>
              <a:gd name="connsiteX0" fmla="*/ 1 w 10000"/>
              <a:gd name="connsiteY0" fmla="*/ 1083 h 10077"/>
              <a:gd name="connsiteX1" fmla="*/ 1 w 10000"/>
              <a:gd name="connsiteY1" fmla="*/ 66 h 10077"/>
              <a:gd name="connsiteX2" fmla="*/ 54 w 10000"/>
              <a:gd name="connsiteY2" fmla="*/ 6 h 10077"/>
              <a:gd name="connsiteX3" fmla="*/ 3244 w 10000"/>
              <a:gd name="connsiteY3" fmla="*/ 8 h 10077"/>
              <a:gd name="connsiteX4" fmla="*/ 3407 w 10000"/>
              <a:gd name="connsiteY4" fmla="*/ 268 h 10077"/>
              <a:gd name="connsiteX5" fmla="*/ 3354 w 10000"/>
              <a:gd name="connsiteY5" fmla="*/ 348 h 10077"/>
              <a:gd name="connsiteX6" fmla="*/ 3109 w 10000"/>
              <a:gd name="connsiteY6" fmla="*/ 896 h 10077"/>
              <a:gd name="connsiteX7" fmla="*/ 3170 w 10000"/>
              <a:gd name="connsiteY7" fmla="*/ 1461 h 10077"/>
              <a:gd name="connsiteX8" fmla="*/ 3599 w 10000"/>
              <a:gd name="connsiteY8" fmla="*/ 1985 h 10077"/>
              <a:gd name="connsiteX9" fmla="*/ 4241 w 10000"/>
              <a:gd name="connsiteY9" fmla="*/ 2087 h 10077"/>
              <a:gd name="connsiteX10" fmla="*/ 4687 w 10000"/>
              <a:gd name="connsiteY10" fmla="*/ 1836 h 10077"/>
              <a:gd name="connsiteX11" fmla="*/ 4972 w 10000"/>
              <a:gd name="connsiteY11" fmla="*/ 1305 h 10077"/>
              <a:gd name="connsiteX12" fmla="*/ 4990 w 10000"/>
              <a:gd name="connsiteY12" fmla="*/ 912 h 10077"/>
              <a:gd name="connsiteX13" fmla="*/ 4730 w 10000"/>
              <a:gd name="connsiteY13" fmla="*/ 332 h 10077"/>
              <a:gd name="connsiteX14" fmla="*/ 4681 w 10000"/>
              <a:gd name="connsiteY14" fmla="*/ 128 h 10077"/>
              <a:gd name="connsiteX15" fmla="*/ 4853 w 10000"/>
              <a:gd name="connsiteY15" fmla="*/ 1 h 10077"/>
              <a:gd name="connsiteX16" fmla="*/ 5074 w 10000"/>
              <a:gd name="connsiteY16" fmla="*/ 1 h 10077"/>
              <a:gd name="connsiteX17" fmla="*/ 5549 w 10000"/>
              <a:gd name="connsiteY17" fmla="*/ 1 h 10077"/>
              <a:gd name="connsiteX18" fmla="*/ 7949 w 10000"/>
              <a:gd name="connsiteY18" fmla="*/ 1 h 10077"/>
              <a:gd name="connsiteX19" fmla="*/ 8054 w 10000"/>
              <a:gd name="connsiteY19" fmla="*/ 6 h 10077"/>
              <a:gd name="connsiteX20" fmla="*/ 8095 w 10000"/>
              <a:gd name="connsiteY20" fmla="*/ 52 h 10077"/>
              <a:gd name="connsiteX21" fmla="*/ 8095 w 10000"/>
              <a:gd name="connsiteY21" fmla="*/ 119 h 10077"/>
              <a:gd name="connsiteX22" fmla="*/ 8095 w 10000"/>
              <a:gd name="connsiteY22" fmla="*/ 4104 h 10077"/>
              <a:gd name="connsiteX23" fmla="*/ 8228 w 10000"/>
              <a:gd name="connsiteY23" fmla="*/ 4459 h 10077"/>
              <a:gd name="connsiteX24" fmla="*/ 8628 w 10000"/>
              <a:gd name="connsiteY24" fmla="*/ 4533 h 10077"/>
              <a:gd name="connsiteX25" fmla="*/ 8780 w 10000"/>
              <a:gd name="connsiteY25" fmla="*/ 4419 h 10077"/>
              <a:gd name="connsiteX26" fmla="*/ 9470 w 10000"/>
              <a:gd name="connsiteY26" fmla="*/ 4235 h 10077"/>
              <a:gd name="connsiteX27" fmla="*/ 9918 w 10000"/>
              <a:gd name="connsiteY27" fmla="*/ 4632 h 10077"/>
              <a:gd name="connsiteX28" fmla="*/ 9973 w 10000"/>
              <a:gd name="connsiteY28" fmla="*/ 5218 h 10077"/>
              <a:gd name="connsiteX29" fmla="*/ 9672 w 10000"/>
              <a:gd name="connsiteY29" fmla="*/ 5673 h 10077"/>
              <a:gd name="connsiteX30" fmla="*/ 9086 w 10000"/>
              <a:gd name="connsiteY30" fmla="*/ 5773 h 10077"/>
              <a:gd name="connsiteX31" fmla="*/ 8739 w 10000"/>
              <a:gd name="connsiteY31" fmla="*/ 5544 h 10077"/>
              <a:gd name="connsiteX32" fmla="*/ 8342 w 10000"/>
              <a:gd name="connsiteY32" fmla="*/ 5473 h 10077"/>
              <a:gd name="connsiteX33" fmla="*/ 8095 w 10000"/>
              <a:gd name="connsiteY33" fmla="*/ 5882 h 10077"/>
              <a:gd name="connsiteX34" fmla="*/ 8095 w 10000"/>
              <a:gd name="connsiteY34" fmla="*/ 9938 h 10077"/>
              <a:gd name="connsiteX35" fmla="*/ 8038 w 10000"/>
              <a:gd name="connsiteY35" fmla="*/ 9998 h 10077"/>
              <a:gd name="connsiteX36" fmla="*/ 4858 w 10000"/>
              <a:gd name="connsiteY36" fmla="*/ 9998 h 10077"/>
              <a:gd name="connsiteX37" fmla="*/ 4713 w 10000"/>
              <a:gd name="connsiteY37" fmla="*/ 9931 h 10077"/>
              <a:gd name="connsiteX38" fmla="*/ 3305 w 10000"/>
              <a:gd name="connsiteY38" fmla="*/ 8290 h 10077"/>
              <a:gd name="connsiteX39" fmla="*/ 3107 w 10000"/>
              <a:gd name="connsiteY39" fmla="*/ 9098 h 10077"/>
              <a:gd name="connsiteX40" fmla="*/ 3374 w 10000"/>
              <a:gd name="connsiteY40" fmla="*/ 9682 h 10077"/>
              <a:gd name="connsiteX41" fmla="*/ 3407 w 10000"/>
              <a:gd name="connsiteY41" fmla="*/ 9893 h 10077"/>
              <a:gd name="connsiteX42" fmla="*/ 3253 w 10000"/>
              <a:gd name="connsiteY42" fmla="*/ 10000 h 10077"/>
              <a:gd name="connsiteX43" fmla="*/ 2060 w 10000"/>
              <a:gd name="connsiteY43" fmla="*/ 9998 h 10077"/>
              <a:gd name="connsiteX44" fmla="*/ 53 w 10000"/>
              <a:gd name="connsiteY44" fmla="*/ 9998 h 10077"/>
              <a:gd name="connsiteX45" fmla="*/ 1 w 10000"/>
              <a:gd name="connsiteY45" fmla="*/ 9944 h 10077"/>
              <a:gd name="connsiteX46" fmla="*/ 1 w 10000"/>
              <a:gd name="connsiteY46" fmla="*/ 5893 h 10077"/>
              <a:gd name="connsiteX47" fmla="*/ 1 w 10000"/>
              <a:gd name="connsiteY47" fmla="*/ 4086 h 10077"/>
              <a:gd name="connsiteX48" fmla="*/ 1 w 10000"/>
              <a:gd name="connsiteY48" fmla="*/ 1083 h 10077"/>
              <a:gd name="connsiteX49" fmla="*/ 1 w 10000"/>
              <a:gd name="connsiteY49" fmla="*/ 1083 h 10077"/>
              <a:gd name="connsiteX0" fmla="*/ 1 w 10000"/>
              <a:gd name="connsiteY0" fmla="*/ 1083 h 10020"/>
              <a:gd name="connsiteX1" fmla="*/ 1 w 10000"/>
              <a:gd name="connsiteY1" fmla="*/ 66 h 10020"/>
              <a:gd name="connsiteX2" fmla="*/ 54 w 10000"/>
              <a:gd name="connsiteY2" fmla="*/ 6 h 10020"/>
              <a:gd name="connsiteX3" fmla="*/ 3244 w 10000"/>
              <a:gd name="connsiteY3" fmla="*/ 8 h 10020"/>
              <a:gd name="connsiteX4" fmla="*/ 3407 w 10000"/>
              <a:gd name="connsiteY4" fmla="*/ 268 h 10020"/>
              <a:gd name="connsiteX5" fmla="*/ 3354 w 10000"/>
              <a:gd name="connsiteY5" fmla="*/ 348 h 10020"/>
              <a:gd name="connsiteX6" fmla="*/ 3109 w 10000"/>
              <a:gd name="connsiteY6" fmla="*/ 896 h 10020"/>
              <a:gd name="connsiteX7" fmla="*/ 3170 w 10000"/>
              <a:gd name="connsiteY7" fmla="*/ 1461 h 10020"/>
              <a:gd name="connsiteX8" fmla="*/ 3599 w 10000"/>
              <a:gd name="connsiteY8" fmla="*/ 1985 h 10020"/>
              <a:gd name="connsiteX9" fmla="*/ 4241 w 10000"/>
              <a:gd name="connsiteY9" fmla="*/ 2087 h 10020"/>
              <a:gd name="connsiteX10" fmla="*/ 4687 w 10000"/>
              <a:gd name="connsiteY10" fmla="*/ 1836 h 10020"/>
              <a:gd name="connsiteX11" fmla="*/ 4972 w 10000"/>
              <a:gd name="connsiteY11" fmla="*/ 1305 h 10020"/>
              <a:gd name="connsiteX12" fmla="*/ 4990 w 10000"/>
              <a:gd name="connsiteY12" fmla="*/ 912 h 10020"/>
              <a:gd name="connsiteX13" fmla="*/ 4730 w 10000"/>
              <a:gd name="connsiteY13" fmla="*/ 332 h 10020"/>
              <a:gd name="connsiteX14" fmla="*/ 4681 w 10000"/>
              <a:gd name="connsiteY14" fmla="*/ 128 h 10020"/>
              <a:gd name="connsiteX15" fmla="*/ 4853 w 10000"/>
              <a:gd name="connsiteY15" fmla="*/ 1 h 10020"/>
              <a:gd name="connsiteX16" fmla="*/ 5074 w 10000"/>
              <a:gd name="connsiteY16" fmla="*/ 1 h 10020"/>
              <a:gd name="connsiteX17" fmla="*/ 5549 w 10000"/>
              <a:gd name="connsiteY17" fmla="*/ 1 h 10020"/>
              <a:gd name="connsiteX18" fmla="*/ 7949 w 10000"/>
              <a:gd name="connsiteY18" fmla="*/ 1 h 10020"/>
              <a:gd name="connsiteX19" fmla="*/ 8054 w 10000"/>
              <a:gd name="connsiteY19" fmla="*/ 6 h 10020"/>
              <a:gd name="connsiteX20" fmla="*/ 8095 w 10000"/>
              <a:gd name="connsiteY20" fmla="*/ 52 h 10020"/>
              <a:gd name="connsiteX21" fmla="*/ 8095 w 10000"/>
              <a:gd name="connsiteY21" fmla="*/ 119 h 10020"/>
              <a:gd name="connsiteX22" fmla="*/ 8095 w 10000"/>
              <a:gd name="connsiteY22" fmla="*/ 4104 h 10020"/>
              <a:gd name="connsiteX23" fmla="*/ 8228 w 10000"/>
              <a:gd name="connsiteY23" fmla="*/ 4459 h 10020"/>
              <a:gd name="connsiteX24" fmla="*/ 8628 w 10000"/>
              <a:gd name="connsiteY24" fmla="*/ 4533 h 10020"/>
              <a:gd name="connsiteX25" fmla="*/ 8780 w 10000"/>
              <a:gd name="connsiteY25" fmla="*/ 4419 h 10020"/>
              <a:gd name="connsiteX26" fmla="*/ 9470 w 10000"/>
              <a:gd name="connsiteY26" fmla="*/ 4235 h 10020"/>
              <a:gd name="connsiteX27" fmla="*/ 9918 w 10000"/>
              <a:gd name="connsiteY27" fmla="*/ 4632 h 10020"/>
              <a:gd name="connsiteX28" fmla="*/ 9973 w 10000"/>
              <a:gd name="connsiteY28" fmla="*/ 5218 h 10020"/>
              <a:gd name="connsiteX29" fmla="*/ 9672 w 10000"/>
              <a:gd name="connsiteY29" fmla="*/ 5673 h 10020"/>
              <a:gd name="connsiteX30" fmla="*/ 9086 w 10000"/>
              <a:gd name="connsiteY30" fmla="*/ 5773 h 10020"/>
              <a:gd name="connsiteX31" fmla="*/ 8739 w 10000"/>
              <a:gd name="connsiteY31" fmla="*/ 5544 h 10020"/>
              <a:gd name="connsiteX32" fmla="*/ 8342 w 10000"/>
              <a:gd name="connsiteY32" fmla="*/ 5473 h 10020"/>
              <a:gd name="connsiteX33" fmla="*/ 8095 w 10000"/>
              <a:gd name="connsiteY33" fmla="*/ 5882 h 10020"/>
              <a:gd name="connsiteX34" fmla="*/ 8095 w 10000"/>
              <a:gd name="connsiteY34" fmla="*/ 9938 h 10020"/>
              <a:gd name="connsiteX35" fmla="*/ 8038 w 10000"/>
              <a:gd name="connsiteY35" fmla="*/ 9998 h 10020"/>
              <a:gd name="connsiteX36" fmla="*/ 4858 w 10000"/>
              <a:gd name="connsiteY36" fmla="*/ 9998 h 10020"/>
              <a:gd name="connsiteX37" fmla="*/ 4713 w 10000"/>
              <a:gd name="connsiteY37" fmla="*/ 9931 h 10020"/>
              <a:gd name="connsiteX38" fmla="*/ 3107 w 10000"/>
              <a:gd name="connsiteY38" fmla="*/ 9098 h 10020"/>
              <a:gd name="connsiteX39" fmla="*/ 3374 w 10000"/>
              <a:gd name="connsiteY39" fmla="*/ 9682 h 10020"/>
              <a:gd name="connsiteX40" fmla="*/ 3407 w 10000"/>
              <a:gd name="connsiteY40" fmla="*/ 9893 h 10020"/>
              <a:gd name="connsiteX41" fmla="*/ 3253 w 10000"/>
              <a:gd name="connsiteY41" fmla="*/ 10000 h 10020"/>
              <a:gd name="connsiteX42" fmla="*/ 2060 w 10000"/>
              <a:gd name="connsiteY42" fmla="*/ 9998 h 10020"/>
              <a:gd name="connsiteX43" fmla="*/ 53 w 10000"/>
              <a:gd name="connsiteY43" fmla="*/ 9998 h 10020"/>
              <a:gd name="connsiteX44" fmla="*/ 1 w 10000"/>
              <a:gd name="connsiteY44" fmla="*/ 9944 h 10020"/>
              <a:gd name="connsiteX45" fmla="*/ 1 w 10000"/>
              <a:gd name="connsiteY45" fmla="*/ 5893 h 10020"/>
              <a:gd name="connsiteX46" fmla="*/ 1 w 10000"/>
              <a:gd name="connsiteY46" fmla="*/ 4086 h 10020"/>
              <a:gd name="connsiteX47" fmla="*/ 1 w 10000"/>
              <a:gd name="connsiteY47" fmla="*/ 1083 h 10020"/>
              <a:gd name="connsiteX48" fmla="*/ 1 w 10000"/>
              <a:gd name="connsiteY48" fmla="*/ 1083 h 1002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374 w 10000"/>
              <a:gd name="connsiteY38" fmla="*/ 9682 h 10000"/>
              <a:gd name="connsiteX39" fmla="*/ 3407 w 10000"/>
              <a:gd name="connsiteY39" fmla="*/ 9893 h 10000"/>
              <a:gd name="connsiteX40" fmla="*/ 3253 w 10000"/>
              <a:gd name="connsiteY40" fmla="*/ 10000 h 10000"/>
              <a:gd name="connsiteX41" fmla="*/ 2060 w 10000"/>
              <a:gd name="connsiteY41" fmla="*/ 9998 h 10000"/>
              <a:gd name="connsiteX42" fmla="*/ 53 w 10000"/>
              <a:gd name="connsiteY42" fmla="*/ 9998 h 10000"/>
              <a:gd name="connsiteX43" fmla="*/ 1 w 10000"/>
              <a:gd name="connsiteY43" fmla="*/ 9944 h 10000"/>
              <a:gd name="connsiteX44" fmla="*/ 1 w 10000"/>
              <a:gd name="connsiteY44" fmla="*/ 5893 h 10000"/>
              <a:gd name="connsiteX45" fmla="*/ 1 w 10000"/>
              <a:gd name="connsiteY45" fmla="*/ 4086 h 10000"/>
              <a:gd name="connsiteX46" fmla="*/ 1 w 10000"/>
              <a:gd name="connsiteY46" fmla="*/ 1083 h 10000"/>
              <a:gd name="connsiteX47" fmla="*/ 1 w 10000"/>
              <a:gd name="connsiteY47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407 w 10000"/>
              <a:gd name="connsiteY38" fmla="*/ 9893 h 10000"/>
              <a:gd name="connsiteX39" fmla="*/ 3253 w 10000"/>
              <a:gd name="connsiteY39" fmla="*/ 10000 h 10000"/>
              <a:gd name="connsiteX40" fmla="*/ 2060 w 10000"/>
              <a:gd name="connsiteY40" fmla="*/ 9998 h 10000"/>
              <a:gd name="connsiteX41" fmla="*/ 53 w 10000"/>
              <a:gd name="connsiteY41" fmla="*/ 9998 h 10000"/>
              <a:gd name="connsiteX42" fmla="*/ 1 w 10000"/>
              <a:gd name="connsiteY42" fmla="*/ 9944 h 10000"/>
              <a:gd name="connsiteX43" fmla="*/ 1 w 10000"/>
              <a:gd name="connsiteY43" fmla="*/ 5893 h 10000"/>
              <a:gd name="connsiteX44" fmla="*/ 1 w 10000"/>
              <a:gd name="connsiteY44" fmla="*/ 4086 h 10000"/>
              <a:gd name="connsiteX45" fmla="*/ 1 w 10000"/>
              <a:gd name="connsiteY45" fmla="*/ 1083 h 10000"/>
              <a:gd name="connsiteX46" fmla="*/ 1 w 10000"/>
              <a:gd name="connsiteY46" fmla="*/ 1083 h 10000"/>
              <a:gd name="connsiteX0" fmla="*/ 1 w 10000"/>
              <a:gd name="connsiteY0" fmla="*/ 1083 h 10004"/>
              <a:gd name="connsiteX1" fmla="*/ 1 w 10000"/>
              <a:gd name="connsiteY1" fmla="*/ 66 h 10004"/>
              <a:gd name="connsiteX2" fmla="*/ 54 w 10000"/>
              <a:gd name="connsiteY2" fmla="*/ 6 h 10004"/>
              <a:gd name="connsiteX3" fmla="*/ 3244 w 10000"/>
              <a:gd name="connsiteY3" fmla="*/ 8 h 10004"/>
              <a:gd name="connsiteX4" fmla="*/ 3407 w 10000"/>
              <a:gd name="connsiteY4" fmla="*/ 268 h 10004"/>
              <a:gd name="connsiteX5" fmla="*/ 3354 w 10000"/>
              <a:gd name="connsiteY5" fmla="*/ 348 h 10004"/>
              <a:gd name="connsiteX6" fmla="*/ 3109 w 10000"/>
              <a:gd name="connsiteY6" fmla="*/ 896 h 10004"/>
              <a:gd name="connsiteX7" fmla="*/ 3170 w 10000"/>
              <a:gd name="connsiteY7" fmla="*/ 1461 h 10004"/>
              <a:gd name="connsiteX8" fmla="*/ 3599 w 10000"/>
              <a:gd name="connsiteY8" fmla="*/ 1985 h 10004"/>
              <a:gd name="connsiteX9" fmla="*/ 4241 w 10000"/>
              <a:gd name="connsiteY9" fmla="*/ 2087 h 10004"/>
              <a:gd name="connsiteX10" fmla="*/ 4687 w 10000"/>
              <a:gd name="connsiteY10" fmla="*/ 1836 h 10004"/>
              <a:gd name="connsiteX11" fmla="*/ 4972 w 10000"/>
              <a:gd name="connsiteY11" fmla="*/ 1305 h 10004"/>
              <a:gd name="connsiteX12" fmla="*/ 4990 w 10000"/>
              <a:gd name="connsiteY12" fmla="*/ 912 h 10004"/>
              <a:gd name="connsiteX13" fmla="*/ 4730 w 10000"/>
              <a:gd name="connsiteY13" fmla="*/ 332 h 10004"/>
              <a:gd name="connsiteX14" fmla="*/ 4681 w 10000"/>
              <a:gd name="connsiteY14" fmla="*/ 128 h 10004"/>
              <a:gd name="connsiteX15" fmla="*/ 4853 w 10000"/>
              <a:gd name="connsiteY15" fmla="*/ 1 h 10004"/>
              <a:gd name="connsiteX16" fmla="*/ 5074 w 10000"/>
              <a:gd name="connsiteY16" fmla="*/ 1 h 10004"/>
              <a:gd name="connsiteX17" fmla="*/ 5549 w 10000"/>
              <a:gd name="connsiteY17" fmla="*/ 1 h 10004"/>
              <a:gd name="connsiteX18" fmla="*/ 7949 w 10000"/>
              <a:gd name="connsiteY18" fmla="*/ 1 h 10004"/>
              <a:gd name="connsiteX19" fmla="*/ 8054 w 10000"/>
              <a:gd name="connsiteY19" fmla="*/ 6 h 10004"/>
              <a:gd name="connsiteX20" fmla="*/ 8095 w 10000"/>
              <a:gd name="connsiteY20" fmla="*/ 52 h 10004"/>
              <a:gd name="connsiteX21" fmla="*/ 8095 w 10000"/>
              <a:gd name="connsiteY21" fmla="*/ 119 h 10004"/>
              <a:gd name="connsiteX22" fmla="*/ 8095 w 10000"/>
              <a:gd name="connsiteY22" fmla="*/ 4104 h 10004"/>
              <a:gd name="connsiteX23" fmla="*/ 8228 w 10000"/>
              <a:gd name="connsiteY23" fmla="*/ 4459 h 10004"/>
              <a:gd name="connsiteX24" fmla="*/ 8628 w 10000"/>
              <a:gd name="connsiteY24" fmla="*/ 4533 h 10004"/>
              <a:gd name="connsiteX25" fmla="*/ 8780 w 10000"/>
              <a:gd name="connsiteY25" fmla="*/ 4419 h 10004"/>
              <a:gd name="connsiteX26" fmla="*/ 9470 w 10000"/>
              <a:gd name="connsiteY26" fmla="*/ 4235 h 10004"/>
              <a:gd name="connsiteX27" fmla="*/ 9918 w 10000"/>
              <a:gd name="connsiteY27" fmla="*/ 4632 h 10004"/>
              <a:gd name="connsiteX28" fmla="*/ 9973 w 10000"/>
              <a:gd name="connsiteY28" fmla="*/ 5218 h 10004"/>
              <a:gd name="connsiteX29" fmla="*/ 9672 w 10000"/>
              <a:gd name="connsiteY29" fmla="*/ 5673 h 10004"/>
              <a:gd name="connsiteX30" fmla="*/ 9086 w 10000"/>
              <a:gd name="connsiteY30" fmla="*/ 5773 h 10004"/>
              <a:gd name="connsiteX31" fmla="*/ 8739 w 10000"/>
              <a:gd name="connsiteY31" fmla="*/ 5544 h 10004"/>
              <a:gd name="connsiteX32" fmla="*/ 8342 w 10000"/>
              <a:gd name="connsiteY32" fmla="*/ 5473 h 10004"/>
              <a:gd name="connsiteX33" fmla="*/ 8095 w 10000"/>
              <a:gd name="connsiteY33" fmla="*/ 5882 h 10004"/>
              <a:gd name="connsiteX34" fmla="*/ 8095 w 10000"/>
              <a:gd name="connsiteY34" fmla="*/ 9938 h 10004"/>
              <a:gd name="connsiteX35" fmla="*/ 8038 w 10000"/>
              <a:gd name="connsiteY35" fmla="*/ 9998 h 10004"/>
              <a:gd name="connsiteX36" fmla="*/ 4858 w 10000"/>
              <a:gd name="connsiteY36" fmla="*/ 9998 h 10004"/>
              <a:gd name="connsiteX37" fmla="*/ 4713 w 10000"/>
              <a:gd name="connsiteY37" fmla="*/ 9931 h 10004"/>
              <a:gd name="connsiteX38" fmla="*/ 3253 w 10000"/>
              <a:gd name="connsiteY38" fmla="*/ 10000 h 10004"/>
              <a:gd name="connsiteX39" fmla="*/ 2060 w 10000"/>
              <a:gd name="connsiteY39" fmla="*/ 9998 h 10004"/>
              <a:gd name="connsiteX40" fmla="*/ 53 w 10000"/>
              <a:gd name="connsiteY40" fmla="*/ 9998 h 10004"/>
              <a:gd name="connsiteX41" fmla="*/ 1 w 10000"/>
              <a:gd name="connsiteY41" fmla="*/ 9944 h 10004"/>
              <a:gd name="connsiteX42" fmla="*/ 1 w 10000"/>
              <a:gd name="connsiteY42" fmla="*/ 5893 h 10004"/>
              <a:gd name="connsiteX43" fmla="*/ 1 w 10000"/>
              <a:gd name="connsiteY43" fmla="*/ 4086 h 10004"/>
              <a:gd name="connsiteX44" fmla="*/ 1 w 10000"/>
              <a:gd name="connsiteY44" fmla="*/ 1083 h 10004"/>
              <a:gd name="connsiteX45" fmla="*/ 1 w 10000"/>
              <a:gd name="connsiteY45" fmla="*/ 1083 h 10004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3253 w 10000"/>
              <a:gd name="connsiteY37" fmla="*/ 10000 h 10000"/>
              <a:gd name="connsiteX38" fmla="*/ 2060 w 10000"/>
              <a:gd name="connsiteY38" fmla="*/ 9998 h 10000"/>
              <a:gd name="connsiteX39" fmla="*/ 53 w 10000"/>
              <a:gd name="connsiteY39" fmla="*/ 9998 h 10000"/>
              <a:gd name="connsiteX40" fmla="*/ 1 w 10000"/>
              <a:gd name="connsiteY40" fmla="*/ 9944 h 10000"/>
              <a:gd name="connsiteX41" fmla="*/ 1 w 10000"/>
              <a:gd name="connsiteY41" fmla="*/ 5893 h 10000"/>
              <a:gd name="connsiteX42" fmla="*/ 1 w 10000"/>
              <a:gd name="connsiteY42" fmla="*/ 4086 h 10000"/>
              <a:gd name="connsiteX43" fmla="*/ 1 w 10000"/>
              <a:gd name="connsiteY43" fmla="*/ 1083 h 10000"/>
              <a:gd name="connsiteX44" fmla="*/ 1 w 10000"/>
              <a:gd name="connsiteY44" fmla="*/ 108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000" h="10000">
                <a:moveTo>
                  <a:pt x="1" y="1083"/>
                </a:moveTo>
                <a:lnTo>
                  <a:pt x="1" y="66"/>
                </a:lnTo>
                <a:cubicBezTo>
                  <a:pt x="0" y="23"/>
                  <a:pt x="14" y="6"/>
                  <a:pt x="54" y="6"/>
                </a:cubicBezTo>
                <a:lnTo>
                  <a:pt x="3244" y="8"/>
                </a:lnTo>
                <a:cubicBezTo>
                  <a:pt x="3379" y="8"/>
                  <a:pt x="3457" y="130"/>
                  <a:pt x="3407" y="268"/>
                </a:cubicBezTo>
                <a:cubicBezTo>
                  <a:pt x="3398" y="299"/>
                  <a:pt x="3374" y="323"/>
                  <a:pt x="3354" y="348"/>
                </a:cubicBezTo>
                <a:cubicBezTo>
                  <a:pt x="3223" y="505"/>
                  <a:pt x="3141" y="685"/>
                  <a:pt x="3109" y="896"/>
                </a:cubicBezTo>
                <a:cubicBezTo>
                  <a:pt x="3082" y="1092"/>
                  <a:pt x="3101" y="1278"/>
                  <a:pt x="3170" y="1461"/>
                </a:cubicBezTo>
                <a:cubicBezTo>
                  <a:pt x="3255" y="1692"/>
                  <a:pt x="3400" y="1867"/>
                  <a:pt x="3599" y="1985"/>
                </a:cubicBezTo>
                <a:cubicBezTo>
                  <a:pt x="3799" y="2103"/>
                  <a:pt x="4014" y="2140"/>
                  <a:pt x="4241" y="2087"/>
                </a:cubicBezTo>
                <a:cubicBezTo>
                  <a:pt x="4411" y="2047"/>
                  <a:pt x="4561" y="1965"/>
                  <a:pt x="4687" y="1836"/>
                </a:cubicBezTo>
                <a:cubicBezTo>
                  <a:pt x="4832" y="1692"/>
                  <a:pt x="4927" y="1516"/>
                  <a:pt x="4972" y="1305"/>
                </a:cubicBezTo>
                <a:cubicBezTo>
                  <a:pt x="5001" y="1174"/>
                  <a:pt x="5007" y="1045"/>
                  <a:pt x="4990" y="912"/>
                </a:cubicBezTo>
                <a:cubicBezTo>
                  <a:pt x="4960" y="688"/>
                  <a:pt x="4873" y="492"/>
                  <a:pt x="4730" y="332"/>
                </a:cubicBezTo>
                <a:cubicBezTo>
                  <a:pt x="4676" y="270"/>
                  <a:pt x="4664" y="203"/>
                  <a:pt x="4681" y="128"/>
                </a:cubicBezTo>
                <a:cubicBezTo>
                  <a:pt x="4699" y="59"/>
                  <a:pt x="4776" y="3"/>
                  <a:pt x="4853" y="1"/>
                </a:cubicBezTo>
                <a:cubicBezTo>
                  <a:pt x="4925" y="-1"/>
                  <a:pt x="5001" y="1"/>
                  <a:pt x="5074" y="1"/>
                </a:cubicBezTo>
                <a:lnTo>
                  <a:pt x="5549" y="1"/>
                </a:lnTo>
                <a:lnTo>
                  <a:pt x="7949" y="1"/>
                </a:lnTo>
                <a:cubicBezTo>
                  <a:pt x="7983" y="1"/>
                  <a:pt x="8018" y="6"/>
                  <a:pt x="8054" y="6"/>
                </a:cubicBezTo>
                <a:cubicBezTo>
                  <a:pt x="8085" y="6"/>
                  <a:pt x="8097" y="19"/>
                  <a:pt x="8095" y="52"/>
                </a:cubicBezTo>
                <a:cubicBezTo>
                  <a:pt x="8093" y="75"/>
                  <a:pt x="8095" y="97"/>
                  <a:pt x="8095" y="119"/>
                </a:cubicBezTo>
                <a:lnTo>
                  <a:pt x="8095" y="4104"/>
                </a:lnTo>
                <a:cubicBezTo>
                  <a:pt x="8093" y="4244"/>
                  <a:pt x="8137" y="4362"/>
                  <a:pt x="8228" y="4459"/>
                </a:cubicBezTo>
                <a:cubicBezTo>
                  <a:pt x="8327" y="4559"/>
                  <a:pt x="8508" y="4599"/>
                  <a:pt x="8628" y="4533"/>
                </a:cubicBezTo>
                <a:cubicBezTo>
                  <a:pt x="8680" y="4504"/>
                  <a:pt x="8733" y="4464"/>
                  <a:pt x="8780" y="4419"/>
                </a:cubicBezTo>
                <a:cubicBezTo>
                  <a:pt x="8980" y="4228"/>
                  <a:pt x="9206" y="4155"/>
                  <a:pt x="9470" y="4235"/>
                </a:cubicBezTo>
                <a:cubicBezTo>
                  <a:pt x="9671" y="4295"/>
                  <a:pt x="9820" y="4430"/>
                  <a:pt x="9918" y="4632"/>
                </a:cubicBezTo>
                <a:cubicBezTo>
                  <a:pt x="10004" y="4817"/>
                  <a:pt x="10024" y="5016"/>
                  <a:pt x="9973" y="5218"/>
                </a:cubicBezTo>
                <a:cubicBezTo>
                  <a:pt x="9926" y="5411"/>
                  <a:pt x="9824" y="5564"/>
                  <a:pt x="9672" y="5673"/>
                </a:cubicBezTo>
                <a:cubicBezTo>
                  <a:pt x="9493" y="5800"/>
                  <a:pt x="9295" y="5835"/>
                  <a:pt x="9086" y="5773"/>
                </a:cubicBezTo>
                <a:cubicBezTo>
                  <a:pt x="8950" y="5733"/>
                  <a:pt x="8842" y="5646"/>
                  <a:pt x="8739" y="5544"/>
                </a:cubicBezTo>
                <a:cubicBezTo>
                  <a:pt x="8622" y="5433"/>
                  <a:pt x="8486" y="5406"/>
                  <a:pt x="8342" y="5473"/>
                </a:cubicBezTo>
                <a:cubicBezTo>
                  <a:pt x="8177" y="5549"/>
                  <a:pt x="8097" y="5691"/>
                  <a:pt x="8095" y="5882"/>
                </a:cubicBezTo>
                <a:cubicBezTo>
                  <a:pt x="8093" y="6553"/>
                  <a:pt x="8095" y="9267"/>
                  <a:pt x="8095" y="9938"/>
                </a:cubicBezTo>
                <a:cubicBezTo>
                  <a:pt x="8095" y="10000"/>
                  <a:pt x="8095" y="10000"/>
                  <a:pt x="8038" y="9998"/>
                </a:cubicBezTo>
                <a:lnTo>
                  <a:pt x="4858" y="9998"/>
                </a:lnTo>
                <a:lnTo>
                  <a:pt x="3253" y="10000"/>
                </a:lnTo>
                <a:lnTo>
                  <a:pt x="2060" y="9998"/>
                </a:lnTo>
                <a:lnTo>
                  <a:pt x="53" y="9998"/>
                </a:lnTo>
                <a:cubicBezTo>
                  <a:pt x="14" y="10000"/>
                  <a:pt x="1" y="9984"/>
                  <a:pt x="1" y="9944"/>
                </a:cubicBezTo>
                <a:lnTo>
                  <a:pt x="1" y="5893"/>
                </a:lnTo>
                <a:lnTo>
                  <a:pt x="1" y="4086"/>
                </a:lnTo>
                <a:lnTo>
                  <a:pt x="1" y="1083"/>
                </a:lnTo>
                <a:lnTo>
                  <a:pt x="1" y="1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B04672FB-F2BC-4939-A605-206E36672243}"/>
              </a:ext>
            </a:extLst>
          </p:cNvPr>
          <p:cNvSpPr>
            <a:spLocks/>
          </p:cNvSpPr>
          <p:nvPr/>
        </p:nvSpPr>
        <p:spPr bwMode="auto">
          <a:xfrm rot="16200000" flipH="1" flipV="1">
            <a:off x="942281" y="2012194"/>
            <a:ext cx="1488795" cy="1357789"/>
          </a:xfrm>
          <a:custGeom>
            <a:avLst/>
            <a:gdLst>
              <a:gd name="T0" fmla="*/ 963 w 5936"/>
              <a:gd name="T1" fmla="*/ 30 h 4502"/>
              <a:gd name="T2" fmla="*/ 2570 w 5936"/>
              <a:gd name="T3" fmla="*/ 4 h 4502"/>
              <a:gd name="T4" fmla="*/ 2625 w 5936"/>
              <a:gd name="T5" fmla="*/ 157 h 4502"/>
              <a:gd name="T6" fmla="*/ 2534 w 5936"/>
              <a:gd name="T7" fmla="*/ 658 h 4502"/>
              <a:gd name="T8" fmla="*/ 3066 w 5936"/>
              <a:gd name="T9" fmla="*/ 940 h 4502"/>
              <a:gd name="T10" fmla="*/ 3428 w 5936"/>
              <a:gd name="T11" fmla="*/ 588 h 4502"/>
              <a:gd name="T12" fmla="*/ 3308 w 5936"/>
              <a:gd name="T13" fmla="*/ 150 h 4502"/>
              <a:gd name="T14" fmla="*/ 3369 w 5936"/>
              <a:gd name="T15" fmla="*/ 1 h 4502"/>
              <a:gd name="T16" fmla="*/ 3715 w 5936"/>
              <a:gd name="T17" fmla="*/ 1 h 4502"/>
              <a:gd name="T18" fmla="*/ 4958 w 5936"/>
              <a:gd name="T19" fmla="*/ 3 h 4502"/>
              <a:gd name="T20" fmla="*/ 4978 w 5936"/>
              <a:gd name="T21" fmla="*/ 54 h 4502"/>
              <a:gd name="T22" fmla="*/ 5045 w 5936"/>
              <a:gd name="T23" fmla="*/ 2008 h 4502"/>
              <a:gd name="T24" fmla="*/ 5317 w 5936"/>
              <a:gd name="T25" fmla="*/ 1990 h 4502"/>
              <a:gd name="T26" fmla="*/ 5883 w 5936"/>
              <a:gd name="T27" fmla="*/ 2086 h 4502"/>
              <a:gd name="T28" fmla="*/ 5761 w 5936"/>
              <a:gd name="T29" fmla="*/ 2554 h 4502"/>
              <a:gd name="T30" fmla="*/ 5298 w 5936"/>
              <a:gd name="T31" fmla="*/ 2496 h 4502"/>
              <a:gd name="T32" fmla="*/ 4978 w 5936"/>
              <a:gd name="T33" fmla="*/ 2648 h 4502"/>
              <a:gd name="T34" fmla="*/ 4950 w 5936"/>
              <a:gd name="T35" fmla="*/ 4501 h 4502"/>
              <a:gd name="T36" fmla="*/ 3299 w 5936"/>
              <a:gd name="T37" fmla="*/ 4471 h 4502"/>
              <a:gd name="T38" fmla="*/ 3423 w 5936"/>
              <a:gd name="T39" fmla="*/ 4161 h 4502"/>
              <a:gd name="T40" fmla="*/ 3297 w 5936"/>
              <a:gd name="T41" fmla="*/ 3687 h 4502"/>
              <a:gd name="T42" fmla="*/ 2829 w 5936"/>
              <a:gd name="T43" fmla="*/ 3576 h 4502"/>
              <a:gd name="T44" fmla="*/ 2504 w 5936"/>
              <a:gd name="T45" fmla="*/ 4096 h 4502"/>
              <a:gd name="T46" fmla="*/ 2652 w 5936"/>
              <a:gd name="T47" fmla="*/ 4454 h 4502"/>
              <a:gd name="T48" fmla="*/ 1983 w 5936"/>
              <a:gd name="T49" fmla="*/ 4501 h 4502"/>
              <a:gd name="T50" fmla="*/ 963 w 5936"/>
              <a:gd name="T51" fmla="*/ 4477 h 4502"/>
              <a:gd name="T52" fmla="*/ 869 w 5936"/>
              <a:gd name="T53" fmla="*/ 2477 h 4502"/>
              <a:gd name="T54" fmla="*/ 354 w 5936"/>
              <a:gd name="T55" fmla="*/ 2611 h 4502"/>
              <a:gd name="T56" fmla="*/ 31 w 5936"/>
              <a:gd name="T57" fmla="*/ 2154 h 4502"/>
              <a:gd name="T58" fmla="*/ 390 w 5936"/>
              <a:gd name="T59" fmla="*/ 1894 h 4502"/>
              <a:gd name="T60" fmla="*/ 715 w 5936"/>
              <a:gd name="T61" fmla="*/ 2049 h 4502"/>
              <a:gd name="T62" fmla="*/ 963 w 5936"/>
              <a:gd name="T63" fmla="*/ 1840 h 4502"/>
              <a:gd name="T64" fmla="*/ 963 w 5936"/>
              <a:gd name="T65" fmla="*/ 488 h 4502"/>
              <a:gd name="connsiteX0" fmla="*/ 1570 w 9928"/>
              <a:gd name="connsiteY0" fmla="*/ 1083 h 9999"/>
              <a:gd name="connsiteX1" fmla="*/ 1570 w 9928"/>
              <a:gd name="connsiteY1" fmla="*/ 66 h 9999"/>
              <a:gd name="connsiteX2" fmla="*/ 1612 w 9928"/>
              <a:gd name="connsiteY2" fmla="*/ 6 h 9999"/>
              <a:gd name="connsiteX3" fmla="*/ 4278 w 9928"/>
              <a:gd name="connsiteY3" fmla="*/ 8 h 9999"/>
              <a:gd name="connsiteX4" fmla="*/ 4416 w 9928"/>
              <a:gd name="connsiteY4" fmla="*/ 268 h 9999"/>
              <a:gd name="connsiteX5" fmla="*/ 4370 w 9928"/>
              <a:gd name="connsiteY5" fmla="*/ 348 h 9999"/>
              <a:gd name="connsiteX6" fmla="*/ 4168 w 9928"/>
              <a:gd name="connsiteY6" fmla="*/ 896 h 9999"/>
              <a:gd name="connsiteX7" fmla="*/ 4217 w 9928"/>
              <a:gd name="connsiteY7" fmla="*/ 1461 h 9999"/>
              <a:gd name="connsiteX8" fmla="*/ 4576 w 9928"/>
              <a:gd name="connsiteY8" fmla="*/ 1985 h 9999"/>
              <a:gd name="connsiteX9" fmla="*/ 5113 w 9928"/>
              <a:gd name="connsiteY9" fmla="*/ 2087 h 9999"/>
              <a:gd name="connsiteX10" fmla="*/ 5485 w 9928"/>
              <a:gd name="connsiteY10" fmla="*/ 1836 h 9999"/>
              <a:gd name="connsiteX11" fmla="*/ 5723 w 9928"/>
              <a:gd name="connsiteY11" fmla="*/ 1305 h 9999"/>
              <a:gd name="connsiteX12" fmla="*/ 5738 w 9928"/>
              <a:gd name="connsiteY12" fmla="*/ 912 h 9999"/>
              <a:gd name="connsiteX13" fmla="*/ 5521 w 9928"/>
              <a:gd name="connsiteY13" fmla="*/ 332 h 9999"/>
              <a:gd name="connsiteX14" fmla="*/ 5480 w 9928"/>
              <a:gd name="connsiteY14" fmla="*/ 128 h 9999"/>
              <a:gd name="connsiteX15" fmla="*/ 5624 w 9928"/>
              <a:gd name="connsiteY15" fmla="*/ 1 h 9999"/>
              <a:gd name="connsiteX16" fmla="*/ 5809 w 9928"/>
              <a:gd name="connsiteY16" fmla="*/ 1 h 9999"/>
              <a:gd name="connsiteX17" fmla="*/ 6206 w 9928"/>
              <a:gd name="connsiteY17" fmla="*/ 1 h 9999"/>
              <a:gd name="connsiteX18" fmla="*/ 8211 w 9928"/>
              <a:gd name="connsiteY18" fmla="*/ 1 h 9999"/>
              <a:gd name="connsiteX19" fmla="*/ 8300 w 9928"/>
              <a:gd name="connsiteY19" fmla="*/ 6 h 9999"/>
              <a:gd name="connsiteX20" fmla="*/ 8334 w 9928"/>
              <a:gd name="connsiteY20" fmla="*/ 52 h 9999"/>
              <a:gd name="connsiteX21" fmla="*/ 8334 w 9928"/>
              <a:gd name="connsiteY21" fmla="*/ 119 h 9999"/>
              <a:gd name="connsiteX22" fmla="*/ 8334 w 9928"/>
              <a:gd name="connsiteY22" fmla="*/ 4104 h 9999"/>
              <a:gd name="connsiteX23" fmla="*/ 8447 w 9928"/>
              <a:gd name="connsiteY23" fmla="*/ 4459 h 9999"/>
              <a:gd name="connsiteX24" fmla="*/ 8781 w 9928"/>
              <a:gd name="connsiteY24" fmla="*/ 4533 h 9999"/>
              <a:gd name="connsiteX25" fmla="*/ 8905 w 9928"/>
              <a:gd name="connsiteY25" fmla="*/ 4419 h 9999"/>
              <a:gd name="connsiteX26" fmla="*/ 9483 w 9928"/>
              <a:gd name="connsiteY26" fmla="*/ 4235 h 9999"/>
              <a:gd name="connsiteX27" fmla="*/ 9859 w 9928"/>
              <a:gd name="connsiteY27" fmla="*/ 4632 h 9999"/>
              <a:gd name="connsiteX28" fmla="*/ 9904 w 9928"/>
              <a:gd name="connsiteY28" fmla="*/ 5217 h 9999"/>
              <a:gd name="connsiteX29" fmla="*/ 9653 w 9928"/>
              <a:gd name="connsiteY29" fmla="*/ 5672 h 9999"/>
              <a:gd name="connsiteX30" fmla="*/ 9163 w 9928"/>
              <a:gd name="connsiteY30" fmla="*/ 5772 h 9999"/>
              <a:gd name="connsiteX31" fmla="*/ 8873 w 9928"/>
              <a:gd name="connsiteY31" fmla="*/ 5543 h 9999"/>
              <a:gd name="connsiteX32" fmla="*/ 8540 w 9928"/>
              <a:gd name="connsiteY32" fmla="*/ 5472 h 9999"/>
              <a:gd name="connsiteX33" fmla="*/ 8334 w 9928"/>
              <a:gd name="connsiteY33" fmla="*/ 5881 h 9999"/>
              <a:gd name="connsiteX34" fmla="*/ 8334 w 9928"/>
              <a:gd name="connsiteY34" fmla="*/ 9937 h 9999"/>
              <a:gd name="connsiteX35" fmla="*/ 8287 w 9928"/>
              <a:gd name="connsiteY35" fmla="*/ 9997 h 9999"/>
              <a:gd name="connsiteX36" fmla="*/ 5629 w 9928"/>
              <a:gd name="connsiteY36" fmla="*/ 9997 h 9999"/>
              <a:gd name="connsiteX37" fmla="*/ 5506 w 9928"/>
              <a:gd name="connsiteY37" fmla="*/ 9930 h 9999"/>
              <a:gd name="connsiteX38" fmla="*/ 5514 w 9928"/>
              <a:gd name="connsiteY38" fmla="*/ 9681 h 9999"/>
              <a:gd name="connsiteX39" fmla="*/ 5715 w 9928"/>
              <a:gd name="connsiteY39" fmla="*/ 9242 h 9999"/>
              <a:gd name="connsiteX40" fmla="*/ 5726 w 9928"/>
              <a:gd name="connsiteY40" fmla="*/ 8711 h 9999"/>
              <a:gd name="connsiteX41" fmla="*/ 5502 w 9928"/>
              <a:gd name="connsiteY41" fmla="*/ 8189 h 9999"/>
              <a:gd name="connsiteX42" fmla="*/ 5118 w 9928"/>
              <a:gd name="connsiteY42" fmla="*/ 7920 h 9999"/>
              <a:gd name="connsiteX43" fmla="*/ 4714 w 9928"/>
              <a:gd name="connsiteY43" fmla="*/ 7942 h 9999"/>
              <a:gd name="connsiteX44" fmla="*/ 4331 w 9928"/>
              <a:gd name="connsiteY44" fmla="*/ 8289 h 9999"/>
              <a:gd name="connsiteX45" fmla="*/ 4166 w 9928"/>
              <a:gd name="connsiteY45" fmla="*/ 9097 h 9999"/>
              <a:gd name="connsiteX46" fmla="*/ 4387 w 9928"/>
              <a:gd name="connsiteY46" fmla="*/ 9681 h 9999"/>
              <a:gd name="connsiteX47" fmla="*/ 4416 w 9928"/>
              <a:gd name="connsiteY47" fmla="*/ 9892 h 9999"/>
              <a:gd name="connsiteX48" fmla="*/ 4286 w 9928"/>
              <a:gd name="connsiteY48" fmla="*/ 9999 h 9999"/>
              <a:gd name="connsiteX49" fmla="*/ 3289 w 9928"/>
              <a:gd name="connsiteY49" fmla="*/ 9997 h 9999"/>
              <a:gd name="connsiteX50" fmla="*/ 1611 w 9928"/>
              <a:gd name="connsiteY50" fmla="*/ 9997 h 9999"/>
              <a:gd name="connsiteX51" fmla="*/ 1570 w 9928"/>
              <a:gd name="connsiteY51" fmla="*/ 9943 h 9999"/>
              <a:gd name="connsiteX52" fmla="*/ 1570 w 9928"/>
              <a:gd name="connsiteY52" fmla="*/ 5892 h 9999"/>
              <a:gd name="connsiteX53" fmla="*/ 1412 w 9928"/>
              <a:gd name="connsiteY53" fmla="*/ 5501 h 9999"/>
              <a:gd name="connsiteX54" fmla="*/ 1023 w 9928"/>
              <a:gd name="connsiteY54" fmla="*/ 5550 h 9999"/>
              <a:gd name="connsiteX55" fmla="*/ 544 w 9928"/>
              <a:gd name="connsiteY55" fmla="*/ 5799 h 9999"/>
              <a:gd name="connsiteX56" fmla="*/ 0 w 9928"/>
              <a:gd name="connsiteY56" fmla="*/ 4784 h 9999"/>
              <a:gd name="connsiteX57" fmla="*/ 226 w 9928"/>
              <a:gd name="connsiteY57" fmla="*/ 4357 h 9999"/>
              <a:gd name="connsiteX58" fmla="*/ 605 w 9928"/>
              <a:gd name="connsiteY58" fmla="*/ 4206 h 9999"/>
              <a:gd name="connsiteX59" fmla="*/ 967 w 9928"/>
              <a:gd name="connsiteY59" fmla="*/ 4390 h 9999"/>
              <a:gd name="connsiteX60" fmla="*/ 1153 w 9928"/>
              <a:gd name="connsiteY60" fmla="*/ 4550 h 9999"/>
              <a:gd name="connsiteX61" fmla="*/ 1545 w 9928"/>
              <a:gd name="connsiteY61" fmla="*/ 4293 h 9999"/>
              <a:gd name="connsiteX62" fmla="*/ 1570 w 9928"/>
              <a:gd name="connsiteY62" fmla="*/ 4086 h 9999"/>
              <a:gd name="connsiteX63" fmla="*/ 1570 w 9928"/>
              <a:gd name="connsiteY63" fmla="*/ 1083 h 9999"/>
              <a:gd name="connsiteX64" fmla="*/ 1570 w 9928"/>
              <a:gd name="connsiteY64" fmla="*/ 1083 h 9999"/>
              <a:gd name="connsiteX0" fmla="*/ 1354 w 9773"/>
              <a:gd name="connsiteY0" fmla="*/ 1083 h 10000"/>
              <a:gd name="connsiteX1" fmla="*/ 1354 w 9773"/>
              <a:gd name="connsiteY1" fmla="*/ 66 h 10000"/>
              <a:gd name="connsiteX2" fmla="*/ 1397 w 9773"/>
              <a:gd name="connsiteY2" fmla="*/ 6 h 10000"/>
              <a:gd name="connsiteX3" fmla="*/ 4082 w 9773"/>
              <a:gd name="connsiteY3" fmla="*/ 8 h 10000"/>
              <a:gd name="connsiteX4" fmla="*/ 4221 w 9773"/>
              <a:gd name="connsiteY4" fmla="*/ 268 h 10000"/>
              <a:gd name="connsiteX5" fmla="*/ 4175 w 9773"/>
              <a:gd name="connsiteY5" fmla="*/ 348 h 10000"/>
              <a:gd name="connsiteX6" fmla="*/ 3971 w 9773"/>
              <a:gd name="connsiteY6" fmla="*/ 896 h 10000"/>
              <a:gd name="connsiteX7" fmla="*/ 4021 w 9773"/>
              <a:gd name="connsiteY7" fmla="*/ 1461 h 10000"/>
              <a:gd name="connsiteX8" fmla="*/ 4382 w 9773"/>
              <a:gd name="connsiteY8" fmla="*/ 1985 h 10000"/>
              <a:gd name="connsiteX9" fmla="*/ 4923 w 9773"/>
              <a:gd name="connsiteY9" fmla="*/ 2087 h 10000"/>
              <a:gd name="connsiteX10" fmla="*/ 5298 w 9773"/>
              <a:gd name="connsiteY10" fmla="*/ 1836 h 10000"/>
              <a:gd name="connsiteX11" fmla="*/ 5538 w 9773"/>
              <a:gd name="connsiteY11" fmla="*/ 1305 h 10000"/>
              <a:gd name="connsiteX12" fmla="*/ 5553 w 9773"/>
              <a:gd name="connsiteY12" fmla="*/ 912 h 10000"/>
              <a:gd name="connsiteX13" fmla="*/ 5334 w 9773"/>
              <a:gd name="connsiteY13" fmla="*/ 332 h 10000"/>
              <a:gd name="connsiteX14" fmla="*/ 5293 w 9773"/>
              <a:gd name="connsiteY14" fmla="*/ 128 h 10000"/>
              <a:gd name="connsiteX15" fmla="*/ 5438 w 9773"/>
              <a:gd name="connsiteY15" fmla="*/ 1 h 10000"/>
              <a:gd name="connsiteX16" fmla="*/ 5624 w 9773"/>
              <a:gd name="connsiteY16" fmla="*/ 1 h 10000"/>
              <a:gd name="connsiteX17" fmla="*/ 6024 w 9773"/>
              <a:gd name="connsiteY17" fmla="*/ 1 h 10000"/>
              <a:gd name="connsiteX18" fmla="*/ 8044 w 9773"/>
              <a:gd name="connsiteY18" fmla="*/ 1 h 10000"/>
              <a:gd name="connsiteX19" fmla="*/ 8133 w 9773"/>
              <a:gd name="connsiteY19" fmla="*/ 6 h 10000"/>
              <a:gd name="connsiteX20" fmla="*/ 8167 w 9773"/>
              <a:gd name="connsiteY20" fmla="*/ 52 h 10000"/>
              <a:gd name="connsiteX21" fmla="*/ 8167 w 9773"/>
              <a:gd name="connsiteY21" fmla="*/ 119 h 10000"/>
              <a:gd name="connsiteX22" fmla="*/ 8167 w 9773"/>
              <a:gd name="connsiteY22" fmla="*/ 4104 h 10000"/>
              <a:gd name="connsiteX23" fmla="*/ 8281 w 9773"/>
              <a:gd name="connsiteY23" fmla="*/ 4459 h 10000"/>
              <a:gd name="connsiteX24" fmla="*/ 8618 w 9773"/>
              <a:gd name="connsiteY24" fmla="*/ 4533 h 10000"/>
              <a:gd name="connsiteX25" fmla="*/ 8743 w 9773"/>
              <a:gd name="connsiteY25" fmla="*/ 4419 h 10000"/>
              <a:gd name="connsiteX26" fmla="*/ 9325 w 9773"/>
              <a:gd name="connsiteY26" fmla="*/ 4235 h 10000"/>
              <a:gd name="connsiteX27" fmla="*/ 9703 w 9773"/>
              <a:gd name="connsiteY27" fmla="*/ 4632 h 10000"/>
              <a:gd name="connsiteX28" fmla="*/ 9749 w 9773"/>
              <a:gd name="connsiteY28" fmla="*/ 5218 h 10000"/>
              <a:gd name="connsiteX29" fmla="*/ 9496 w 9773"/>
              <a:gd name="connsiteY29" fmla="*/ 5673 h 10000"/>
              <a:gd name="connsiteX30" fmla="*/ 9002 w 9773"/>
              <a:gd name="connsiteY30" fmla="*/ 5773 h 10000"/>
              <a:gd name="connsiteX31" fmla="*/ 8710 w 9773"/>
              <a:gd name="connsiteY31" fmla="*/ 5544 h 10000"/>
              <a:gd name="connsiteX32" fmla="*/ 8375 w 9773"/>
              <a:gd name="connsiteY32" fmla="*/ 5473 h 10000"/>
              <a:gd name="connsiteX33" fmla="*/ 8167 w 9773"/>
              <a:gd name="connsiteY33" fmla="*/ 5882 h 10000"/>
              <a:gd name="connsiteX34" fmla="*/ 8167 w 9773"/>
              <a:gd name="connsiteY34" fmla="*/ 9938 h 10000"/>
              <a:gd name="connsiteX35" fmla="*/ 8120 w 9773"/>
              <a:gd name="connsiteY35" fmla="*/ 9998 h 10000"/>
              <a:gd name="connsiteX36" fmla="*/ 5443 w 9773"/>
              <a:gd name="connsiteY36" fmla="*/ 9998 h 10000"/>
              <a:gd name="connsiteX37" fmla="*/ 5319 w 9773"/>
              <a:gd name="connsiteY37" fmla="*/ 9931 h 10000"/>
              <a:gd name="connsiteX38" fmla="*/ 5327 w 9773"/>
              <a:gd name="connsiteY38" fmla="*/ 9682 h 10000"/>
              <a:gd name="connsiteX39" fmla="*/ 5529 w 9773"/>
              <a:gd name="connsiteY39" fmla="*/ 9243 h 10000"/>
              <a:gd name="connsiteX40" fmla="*/ 5541 w 9773"/>
              <a:gd name="connsiteY40" fmla="*/ 8712 h 10000"/>
              <a:gd name="connsiteX41" fmla="*/ 5315 w 9773"/>
              <a:gd name="connsiteY41" fmla="*/ 8190 h 10000"/>
              <a:gd name="connsiteX42" fmla="*/ 4928 w 9773"/>
              <a:gd name="connsiteY42" fmla="*/ 7921 h 10000"/>
              <a:gd name="connsiteX43" fmla="*/ 4521 w 9773"/>
              <a:gd name="connsiteY43" fmla="*/ 7943 h 10000"/>
              <a:gd name="connsiteX44" fmla="*/ 4135 w 9773"/>
              <a:gd name="connsiteY44" fmla="*/ 8290 h 10000"/>
              <a:gd name="connsiteX45" fmla="*/ 3969 w 9773"/>
              <a:gd name="connsiteY45" fmla="*/ 9098 h 10000"/>
              <a:gd name="connsiteX46" fmla="*/ 4192 w 9773"/>
              <a:gd name="connsiteY46" fmla="*/ 9682 h 10000"/>
              <a:gd name="connsiteX47" fmla="*/ 4221 w 9773"/>
              <a:gd name="connsiteY47" fmla="*/ 9893 h 10000"/>
              <a:gd name="connsiteX48" fmla="*/ 4090 w 9773"/>
              <a:gd name="connsiteY48" fmla="*/ 10000 h 10000"/>
              <a:gd name="connsiteX49" fmla="*/ 3086 w 9773"/>
              <a:gd name="connsiteY49" fmla="*/ 9998 h 10000"/>
              <a:gd name="connsiteX50" fmla="*/ 1396 w 9773"/>
              <a:gd name="connsiteY50" fmla="*/ 9998 h 10000"/>
              <a:gd name="connsiteX51" fmla="*/ 1354 w 9773"/>
              <a:gd name="connsiteY51" fmla="*/ 9944 h 10000"/>
              <a:gd name="connsiteX52" fmla="*/ 1354 w 9773"/>
              <a:gd name="connsiteY52" fmla="*/ 5893 h 10000"/>
              <a:gd name="connsiteX53" fmla="*/ 1195 w 9773"/>
              <a:gd name="connsiteY53" fmla="*/ 5502 h 10000"/>
              <a:gd name="connsiteX54" fmla="*/ 803 w 9773"/>
              <a:gd name="connsiteY54" fmla="*/ 5551 h 10000"/>
              <a:gd name="connsiteX55" fmla="*/ 321 w 9773"/>
              <a:gd name="connsiteY55" fmla="*/ 5800 h 10000"/>
              <a:gd name="connsiteX56" fmla="*/ 1 w 9773"/>
              <a:gd name="connsiteY56" fmla="*/ 4357 h 10000"/>
              <a:gd name="connsiteX57" fmla="*/ 382 w 9773"/>
              <a:gd name="connsiteY57" fmla="*/ 4206 h 10000"/>
              <a:gd name="connsiteX58" fmla="*/ 747 w 9773"/>
              <a:gd name="connsiteY58" fmla="*/ 4390 h 10000"/>
              <a:gd name="connsiteX59" fmla="*/ 934 w 9773"/>
              <a:gd name="connsiteY59" fmla="*/ 4550 h 10000"/>
              <a:gd name="connsiteX60" fmla="*/ 1329 w 9773"/>
              <a:gd name="connsiteY60" fmla="*/ 4293 h 10000"/>
              <a:gd name="connsiteX61" fmla="*/ 1354 w 9773"/>
              <a:gd name="connsiteY61" fmla="*/ 4086 h 10000"/>
              <a:gd name="connsiteX62" fmla="*/ 1354 w 9773"/>
              <a:gd name="connsiteY62" fmla="*/ 1083 h 10000"/>
              <a:gd name="connsiteX63" fmla="*/ 1354 w 9773"/>
              <a:gd name="connsiteY63" fmla="*/ 1083 h 10000"/>
              <a:gd name="connsiteX0" fmla="*/ 1089 w 9703"/>
              <a:gd name="connsiteY0" fmla="*/ 1083 h 10000"/>
              <a:gd name="connsiteX1" fmla="*/ 1089 w 9703"/>
              <a:gd name="connsiteY1" fmla="*/ 66 h 10000"/>
              <a:gd name="connsiteX2" fmla="*/ 1133 w 9703"/>
              <a:gd name="connsiteY2" fmla="*/ 6 h 10000"/>
              <a:gd name="connsiteX3" fmla="*/ 3881 w 9703"/>
              <a:gd name="connsiteY3" fmla="*/ 8 h 10000"/>
              <a:gd name="connsiteX4" fmla="*/ 4023 w 9703"/>
              <a:gd name="connsiteY4" fmla="*/ 268 h 10000"/>
              <a:gd name="connsiteX5" fmla="*/ 3976 w 9703"/>
              <a:gd name="connsiteY5" fmla="*/ 348 h 10000"/>
              <a:gd name="connsiteX6" fmla="*/ 3767 w 9703"/>
              <a:gd name="connsiteY6" fmla="*/ 896 h 10000"/>
              <a:gd name="connsiteX7" fmla="*/ 3818 w 9703"/>
              <a:gd name="connsiteY7" fmla="*/ 1461 h 10000"/>
              <a:gd name="connsiteX8" fmla="*/ 4188 w 9703"/>
              <a:gd name="connsiteY8" fmla="*/ 1985 h 10000"/>
              <a:gd name="connsiteX9" fmla="*/ 4741 w 9703"/>
              <a:gd name="connsiteY9" fmla="*/ 2087 h 10000"/>
              <a:gd name="connsiteX10" fmla="*/ 5125 w 9703"/>
              <a:gd name="connsiteY10" fmla="*/ 1836 h 10000"/>
              <a:gd name="connsiteX11" fmla="*/ 5371 w 9703"/>
              <a:gd name="connsiteY11" fmla="*/ 1305 h 10000"/>
              <a:gd name="connsiteX12" fmla="*/ 5386 w 9703"/>
              <a:gd name="connsiteY12" fmla="*/ 912 h 10000"/>
              <a:gd name="connsiteX13" fmla="*/ 5162 w 9703"/>
              <a:gd name="connsiteY13" fmla="*/ 332 h 10000"/>
              <a:gd name="connsiteX14" fmla="*/ 5120 w 9703"/>
              <a:gd name="connsiteY14" fmla="*/ 128 h 10000"/>
              <a:gd name="connsiteX15" fmla="*/ 5268 w 9703"/>
              <a:gd name="connsiteY15" fmla="*/ 1 h 10000"/>
              <a:gd name="connsiteX16" fmla="*/ 5459 w 9703"/>
              <a:gd name="connsiteY16" fmla="*/ 1 h 10000"/>
              <a:gd name="connsiteX17" fmla="*/ 5868 w 9703"/>
              <a:gd name="connsiteY17" fmla="*/ 1 h 10000"/>
              <a:gd name="connsiteX18" fmla="*/ 7935 w 9703"/>
              <a:gd name="connsiteY18" fmla="*/ 1 h 10000"/>
              <a:gd name="connsiteX19" fmla="*/ 8026 w 9703"/>
              <a:gd name="connsiteY19" fmla="*/ 6 h 10000"/>
              <a:gd name="connsiteX20" fmla="*/ 8061 w 9703"/>
              <a:gd name="connsiteY20" fmla="*/ 52 h 10000"/>
              <a:gd name="connsiteX21" fmla="*/ 8061 w 9703"/>
              <a:gd name="connsiteY21" fmla="*/ 119 h 10000"/>
              <a:gd name="connsiteX22" fmla="*/ 8061 w 9703"/>
              <a:gd name="connsiteY22" fmla="*/ 4104 h 10000"/>
              <a:gd name="connsiteX23" fmla="*/ 8177 w 9703"/>
              <a:gd name="connsiteY23" fmla="*/ 4459 h 10000"/>
              <a:gd name="connsiteX24" fmla="*/ 8522 w 9703"/>
              <a:gd name="connsiteY24" fmla="*/ 4533 h 10000"/>
              <a:gd name="connsiteX25" fmla="*/ 8650 w 9703"/>
              <a:gd name="connsiteY25" fmla="*/ 4419 h 10000"/>
              <a:gd name="connsiteX26" fmla="*/ 9246 w 9703"/>
              <a:gd name="connsiteY26" fmla="*/ 4235 h 10000"/>
              <a:gd name="connsiteX27" fmla="*/ 9632 w 9703"/>
              <a:gd name="connsiteY27" fmla="*/ 4632 h 10000"/>
              <a:gd name="connsiteX28" fmla="*/ 9679 w 9703"/>
              <a:gd name="connsiteY28" fmla="*/ 5218 h 10000"/>
              <a:gd name="connsiteX29" fmla="*/ 9421 w 9703"/>
              <a:gd name="connsiteY29" fmla="*/ 5673 h 10000"/>
              <a:gd name="connsiteX30" fmla="*/ 8915 w 9703"/>
              <a:gd name="connsiteY30" fmla="*/ 5773 h 10000"/>
              <a:gd name="connsiteX31" fmla="*/ 8616 w 9703"/>
              <a:gd name="connsiteY31" fmla="*/ 5544 h 10000"/>
              <a:gd name="connsiteX32" fmla="*/ 8274 w 9703"/>
              <a:gd name="connsiteY32" fmla="*/ 5473 h 10000"/>
              <a:gd name="connsiteX33" fmla="*/ 8061 w 9703"/>
              <a:gd name="connsiteY33" fmla="*/ 5882 h 10000"/>
              <a:gd name="connsiteX34" fmla="*/ 8061 w 9703"/>
              <a:gd name="connsiteY34" fmla="*/ 9938 h 10000"/>
              <a:gd name="connsiteX35" fmla="*/ 8013 w 9703"/>
              <a:gd name="connsiteY35" fmla="*/ 9998 h 10000"/>
              <a:gd name="connsiteX36" fmla="*/ 5273 w 9703"/>
              <a:gd name="connsiteY36" fmla="*/ 9998 h 10000"/>
              <a:gd name="connsiteX37" fmla="*/ 5147 w 9703"/>
              <a:gd name="connsiteY37" fmla="*/ 9931 h 10000"/>
              <a:gd name="connsiteX38" fmla="*/ 5155 w 9703"/>
              <a:gd name="connsiteY38" fmla="*/ 9682 h 10000"/>
              <a:gd name="connsiteX39" fmla="*/ 5361 w 9703"/>
              <a:gd name="connsiteY39" fmla="*/ 9243 h 10000"/>
              <a:gd name="connsiteX40" fmla="*/ 5374 w 9703"/>
              <a:gd name="connsiteY40" fmla="*/ 8712 h 10000"/>
              <a:gd name="connsiteX41" fmla="*/ 5142 w 9703"/>
              <a:gd name="connsiteY41" fmla="*/ 8190 h 10000"/>
              <a:gd name="connsiteX42" fmla="*/ 4746 w 9703"/>
              <a:gd name="connsiteY42" fmla="*/ 7921 h 10000"/>
              <a:gd name="connsiteX43" fmla="*/ 4330 w 9703"/>
              <a:gd name="connsiteY43" fmla="*/ 7943 h 10000"/>
              <a:gd name="connsiteX44" fmla="*/ 3935 w 9703"/>
              <a:gd name="connsiteY44" fmla="*/ 8290 h 10000"/>
              <a:gd name="connsiteX45" fmla="*/ 3765 w 9703"/>
              <a:gd name="connsiteY45" fmla="*/ 9098 h 10000"/>
              <a:gd name="connsiteX46" fmla="*/ 3993 w 9703"/>
              <a:gd name="connsiteY46" fmla="*/ 9682 h 10000"/>
              <a:gd name="connsiteX47" fmla="*/ 4023 w 9703"/>
              <a:gd name="connsiteY47" fmla="*/ 9893 h 10000"/>
              <a:gd name="connsiteX48" fmla="*/ 3889 w 9703"/>
              <a:gd name="connsiteY48" fmla="*/ 10000 h 10000"/>
              <a:gd name="connsiteX49" fmla="*/ 2862 w 9703"/>
              <a:gd name="connsiteY49" fmla="*/ 9998 h 10000"/>
              <a:gd name="connsiteX50" fmla="*/ 1132 w 9703"/>
              <a:gd name="connsiteY50" fmla="*/ 9998 h 10000"/>
              <a:gd name="connsiteX51" fmla="*/ 1089 w 9703"/>
              <a:gd name="connsiteY51" fmla="*/ 9944 h 10000"/>
              <a:gd name="connsiteX52" fmla="*/ 1089 w 9703"/>
              <a:gd name="connsiteY52" fmla="*/ 5893 h 10000"/>
              <a:gd name="connsiteX53" fmla="*/ 927 w 9703"/>
              <a:gd name="connsiteY53" fmla="*/ 5502 h 10000"/>
              <a:gd name="connsiteX54" fmla="*/ 526 w 9703"/>
              <a:gd name="connsiteY54" fmla="*/ 5551 h 10000"/>
              <a:gd name="connsiteX55" fmla="*/ 32 w 9703"/>
              <a:gd name="connsiteY55" fmla="*/ 5800 h 10000"/>
              <a:gd name="connsiteX56" fmla="*/ 95 w 9703"/>
              <a:gd name="connsiteY56" fmla="*/ 4206 h 10000"/>
              <a:gd name="connsiteX57" fmla="*/ 468 w 9703"/>
              <a:gd name="connsiteY57" fmla="*/ 4390 h 10000"/>
              <a:gd name="connsiteX58" fmla="*/ 660 w 9703"/>
              <a:gd name="connsiteY58" fmla="*/ 4550 h 10000"/>
              <a:gd name="connsiteX59" fmla="*/ 1064 w 9703"/>
              <a:gd name="connsiteY59" fmla="*/ 4293 h 10000"/>
              <a:gd name="connsiteX60" fmla="*/ 1089 w 9703"/>
              <a:gd name="connsiteY60" fmla="*/ 4086 h 10000"/>
              <a:gd name="connsiteX61" fmla="*/ 1089 w 9703"/>
              <a:gd name="connsiteY61" fmla="*/ 1083 h 10000"/>
              <a:gd name="connsiteX62" fmla="*/ 1089 w 9703"/>
              <a:gd name="connsiteY62" fmla="*/ 1083 h 10000"/>
              <a:gd name="connsiteX0" fmla="*/ 1090 w 9968"/>
              <a:gd name="connsiteY0" fmla="*/ 1083 h 10000"/>
              <a:gd name="connsiteX1" fmla="*/ 1090 w 9968"/>
              <a:gd name="connsiteY1" fmla="*/ 66 h 10000"/>
              <a:gd name="connsiteX2" fmla="*/ 1136 w 9968"/>
              <a:gd name="connsiteY2" fmla="*/ 6 h 10000"/>
              <a:gd name="connsiteX3" fmla="*/ 3968 w 9968"/>
              <a:gd name="connsiteY3" fmla="*/ 8 h 10000"/>
              <a:gd name="connsiteX4" fmla="*/ 4114 w 9968"/>
              <a:gd name="connsiteY4" fmla="*/ 268 h 10000"/>
              <a:gd name="connsiteX5" fmla="*/ 4066 w 9968"/>
              <a:gd name="connsiteY5" fmla="*/ 348 h 10000"/>
              <a:gd name="connsiteX6" fmla="*/ 3850 w 9968"/>
              <a:gd name="connsiteY6" fmla="*/ 896 h 10000"/>
              <a:gd name="connsiteX7" fmla="*/ 3903 w 9968"/>
              <a:gd name="connsiteY7" fmla="*/ 1461 h 10000"/>
              <a:gd name="connsiteX8" fmla="*/ 4284 w 9968"/>
              <a:gd name="connsiteY8" fmla="*/ 1985 h 10000"/>
              <a:gd name="connsiteX9" fmla="*/ 4854 w 9968"/>
              <a:gd name="connsiteY9" fmla="*/ 2087 h 10000"/>
              <a:gd name="connsiteX10" fmla="*/ 5250 w 9968"/>
              <a:gd name="connsiteY10" fmla="*/ 1836 h 10000"/>
              <a:gd name="connsiteX11" fmla="*/ 5503 w 9968"/>
              <a:gd name="connsiteY11" fmla="*/ 1305 h 10000"/>
              <a:gd name="connsiteX12" fmla="*/ 5519 w 9968"/>
              <a:gd name="connsiteY12" fmla="*/ 912 h 10000"/>
              <a:gd name="connsiteX13" fmla="*/ 5288 w 9968"/>
              <a:gd name="connsiteY13" fmla="*/ 332 h 10000"/>
              <a:gd name="connsiteX14" fmla="*/ 5245 w 9968"/>
              <a:gd name="connsiteY14" fmla="*/ 128 h 10000"/>
              <a:gd name="connsiteX15" fmla="*/ 5397 w 9968"/>
              <a:gd name="connsiteY15" fmla="*/ 1 h 10000"/>
              <a:gd name="connsiteX16" fmla="*/ 5594 w 9968"/>
              <a:gd name="connsiteY16" fmla="*/ 1 h 10000"/>
              <a:gd name="connsiteX17" fmla="*/ 6016 w 9968"/>
              <a:gd name="connsiteY17" fmla="*/ 1 h 10000"/>
              <a:gd name="connsiteX18" fmla="*/ 8146 w 9968"/>
              <a:gd name="connsiteY18" fmla="*/ 1 h 10000"/>
              <a:gd name="connsiteX19" fmla="*/ 8240 w 9968"/>
              <a:gd name="connsiteY19" fmla="*/ 6 h 10000"/>
              <a:gd name="connsiteX20" fmla="*/ 8276 w 9968"/>
              <a:gd name="connsiteY20" fmla="*/ 52 h 10000"/>
              <a:gd name="connsiteX21" fmla="*/ 8276 w 9968"/>
              <a:gd name="connsiteY21" fmla="*/ 119 h 10000"/>
              <a:gd name="connsiteX22" fmla="*/ 8276 w 9968"/>
              <a:gd name="connsiteY22" fmla="*/ 4104 h 10000"/>
              <a:gd name="connsiteX23" fmla="*/ 8395 w 9968"/>
              <a:gd name="connsiteY23" fmla="*/ 4459 h 10000"/>
              <a:gd name="connsiteX24" fmla="*/ 8751 w 9968"/>
              <a:gd name="connsiteY24" fmla="*/ 4533 h 10000"/>
              <a:gd name="connsiteX25" fmla="*/ 8883 w 9968"/>
              <a:gd name="connsiteY25" fmla="*/ 4419 h 10000"/>
              <a:gd name="connsiteX26" fmla="*/ 9497 w 9968"/>
              <a:gd name="connsiteY26" fmla="*/ 4235 h 10000"/>
              <a:gd name="connsiteX27" fmla="*/ 9895 w 9968"/>
              <a:gd name="connsiteY27" fmla="*/ 4632 h 10000"/>
              <a:gd name="connsiteX28" fmla="*/ 9943 w 9968"/>
              <a:gd name="connsiteY28" fmla="*/ 5218 h 10000"/>
              <a:gd name="connsiteX29" fmla="*/ 9677 w 9968"/>
              <a:gd name="connsiteY29" fmla="*/ 5673 h 10000"/>
              <a:gd name="connsiteX30" fmla="*/ 9156 w 9968"/>
              <a:gd name="connsiteY30" fmla="*/ 5773 h 10000"/>
              <a:gd name="connsiteX31" fmla="*/ 8848 w 9968"/>
              <a:gd name="connsiteY31" fmla="*/ 5544 h 10000"/>
              <a:gd name="connsiteX32" fmla="*/ 8495 w 9968"/>
              <a:gd name="connsiteY32" fmla="*/ 5473 h 10000"/>
              <a:gd name="connsiteX33" fmla="*/ 8276 w 9968"/>
              <a:gd name="connsiteY33" fmla="*/ 5882 h 10000"/>
              <a:gd name="connsiteX34" fmla="*/ 8276 w 9968"/>
              <a:gd name="connsiteY34" fmla="*/ 9938 h 10000"/>
              <a:gd name="connsiteX35" fmla="*/ 8226 w 9968"/>
              <a:gd name="connsiteY35" fmla="*/ 9998 h 10000"/>
              <a:gd name="connsiteX36" fmla="*/ 5402 w 9968"/>
              <a:gd name="connsiteY36" fmla="*/ 9998 h 10000"/>
              <a:gd name="connsiteX37" fmla="*/ 5273 w 9968"/>
              <a:gd name="connsiteY37" fmla="*/ 9931 h 10000"/>
              <a:gd name="connsiteX38" fmla="*/ 5281 w 9968"/>
              <a:gd name="connsiteY38" fmla="*/ 9682 h 10000"/>
              <a:gd name="connsiteX39" fmla="*/ 5493 w 9968"/>
              <a:gd name="connsiteY39" fmla="*/ 9243 h 10000"/>
              <a:gd name="connsiteX40" fmla="*/ 5506 w 9968"/>
              <a:gd name="connsiteY40" fmla="*/ 8712 h 10000"/>
              <a:gd name="connsiteX41" fmla="*/ 5267 w 9968"/>
              <a:gd name="connsiteY41" fmla="*/ 8190 h 10000"/>
              <a:gd name="connsiteX42" fmla="*/ 4859 w 9968"/>
              <a:gd name="connsiteY42" fmla="*/ 7921 h 10000"/>
              <a:gd name="connsiteX43" fmla="*/ 4431 w 9968"/>
              <a:gd name="connsiteY43" fmla="*/ 7943 h 10000"/>
              <a:gd name="connsiteX44" fmla="*/ 4023 w 9968"/>
              <a:gd name="connsiteY44" fmla="*/ 8290 h 10000"/>
              <a:gd name="connsiteX45" fmla="*/ 3848 w 9968"/>
              <a:gd name="connsiteY45" fmla="*/ 9098 h 10000"/>
              <a:gd name="connsiteX46" fmla="*/ 4083 w 9968"/>
              <a:gd name="connsiteY46" fmla="*/ 9682 h 10000"/>
              <a:gd name="connsiteX47" fmla="*/ 4114 w 9968"/>
              <a:gd name="connsiteY47" fmla="*/ 9893 h 10000"/>
              <a:gd name="connsiteX48" fmla="*/ 3976 w 9968"/>
              <a:gd name="connsiteY48" fmla="*/ 10000 h 10000"/>
              <a:gd name="connsiteX49" fmla="*/ 2918 w 9968"/>
              <a:gd name="connsiteY49" fmla="*/ 9998 h 10000"/>
              <a:gd name="connsiteX50" fmla="*/ 1135 w 9968"/>
              <a:gd name="connsiteY50" fmla="*/ 9998 h 10000"/>
              <a:gd name="connsiteX51" fmla="*/ 1090 w 9968"/>
              <a:gd name="connsiteY51" fmla="*/ 9944 h 10000"/>
              <a:gd name="connsiteX52" fmla="*/ 1090 w 9968"/>
              <a:gd name="connsiteY52" fmla="*/ 5893 h 10000"/>
              <a:gd name="connsiteX53" fmla="*/ 923 w 9968"/>
              <a:gd name="connsiteY53" fmla="*/ 5502 h 10000"/>
              <a:gd name="connsiteX54" fmla="*/ 510 w 9968"/>
              <a:gd name="connsiteY54" fmla="*/ 5551 h 10000"/>
              <a:gd name="connsiteX55" fmla="*/ 1 w 9968"/>
              <a:gd name="connsiteY55" fmla="*/ 5800 h 10000"/>
              <a:gd name="connsiteX56" fmla="*/ 450 w 9968"/>
              <a:gd name="connsiteY56" fmla="*/ 4390 h 10000"/>
              <a:gd name="connsiteX57" fmla="*/ 648 w 9968"/>
              <a:gd name="connsiteY57" fmla="*/ 4550 h 10000"/>
              <a:gd name="connsiteX58" fmla="*/ 1065 w 9968"/>
              <a:gd name="connsiteY58" fmla="*/ 4293 h 10000"/>
              <a:gd name="connsiteX59" fmla="*/ 1090 w 9968"/>
              <a:gd name="connsiteY59" fmla="*/ 4086 h 10000"/>
              <a:gd name="connsiteX60" fmla="*/ 1090 w 9968"/>
              <a:gd name="connsiteY60" fmla="*/ 1083 h 10000"/>
              <a:gd name="connsiteX61" fmla="*/ 1090 w 9968"/>
              <a:gd name="connsiteY61" fmla="*/ 1083 h 10000"/>
              <a:gd name="connsiteX0" fmla="*/ 1093 w 10000"/>
              <a:gd name="connsiteY0" fmla="*/ 1083 h 10000"/>
              <a:gd name="connsiteX1" fmla="*/ 1093 w 10000"/>
              <a:gd name="connsiteY1" fmla="*/ 66 h 10000"/>
              <a:gd name="connsiteX2" fmla="*/ 1140 w 10000"/>
              <a:gd name="connsiteY2" fmla="*/ 6 h 10000"/>
              <a:gd name="connsiteX3" fmla="*/ 3981 w 10000"/>
              <a:gd name="connsiteY3" fmla="*/ 8 h 10000"/>
              <a:gd name="connsiteX4" fmla="*/ 4127 w 10000"/>
              <a:gd name="connsiteY4" fmla="*/ 268 h 10000"/>
              <a:gd name="connsiteX5" fmla="*/ 4079 w 10000"/>
              <a:gd name="connsiteY5" fmla="*/ 348 h 10000"/>
              <a:gd name="connsiteX6" fmla="*/ 3862 w 10000"/>
              <a:gd name="connsiteY6" fmla="*/ 896 h 10000"/>
              <a:gd name="connsiteX7" fmla="*/ 3916 w 10000"/>
              <a:gd name="connsiteY7" fmla="*/ 1461 h 10000"/>
              <a:gd name="connsiteX8" fmla="*/ 4298 w 10000"/>
              <a:gd name="connsiteY8" fmla="*/ 1985 h 10000"/>
              <a:gd name="connsiteX9" fmla="*/ 4870 w 10000"/>
              <a:gd name="connsiteY9" fmla="*/ 2087 h 10000"/>
              <a:gd name="connsiteX10" fmla="*/ 5267 w 10000"/>
              <a:gd name="connsiteY10" fmla="*/ 1836 h 10000"/>
              <a:gd name="connsiteX11" fmla="*/ 5521 w 10000"/>
              <a:gd name="connsiteY11" fmla="*/ 1305 h 10000"/>
              <a:gd name="connsiteX12" fmla="*/ 5537 w 10000"/>
              <a:gd name="connsiteY12" fmla="*/ 912 h 10000"/>
              <a:gd name="connsiteX13" fmla="*/ 5305 w 10000"/>
              <a:gd name="connsiteY13" fmla="*/ 332 h 10000"/>
              <a:gd name="connsiteX14" fmla="*/ 5262 w 10000"/>
              <a:gd name="connsiteY14" fmla="*/ 128 h 10000"/>
              <a:gd name="connsiteX15" fmla="*/ 5414 w 10000"/>
              <a:gd name="connsiteY15" fmla="*/ 1 h 10000"/>
              <a:gd name="connsiteX16" fmla="*/ 5612 w 10000"/>
              <a:gd name="connsiteY16" fmla="*/ 1 h 10000"/>
              <a:gd name="connsiteX17" fmla="*/ 6035 w 10000"/>
              <a:gd name="connsiteY17" fmla="*/ 1 h 10000"/>
              <a:gd name="connsiteX18" fmla="*/ 8172 w 10000"/>
              <a:gd name="connsiteY18" fmla="*/ 1 h 10000"/>
              <a:gd name="connsiteX19" fmla="*/ 8266 w 10000"/>
              <a:gd name="connsiteY19" fmla="*/ 6 h 10000"/>
              <a:gd name="connsiteX20" fmla="*/ 8303 w 10000"/>
              <a:gd name="connsiteY20" fmla="*/ 52 h 10000"/>
              <a:gd name="connsiteX21" fmla="*/ 8303 w 10000"/>
              <a:gd name="connsiteY21" fmla="*/ 119 h 10000"/>
              <a:gd name="connsiteX22" fmla="*/ 8303 w 10000"/>
              <a:gd name="connsiteY22" fmla="*/ 4104 h 10000"/>
              <a:gd name="connsiteX23" fmla="*/ 8422 w 10000"/>
              <a:gd name="connsiteY23" fmla="*/ 4459 h 10000"/>
              <a:gd name="connsiteX24" fmla="*/ 8779 w 10000"/>
              <a:gd name="connsiteY24" fmla="*/ 4533 h 10000"/>
              <a:gd name="connsiteX25" fmla="*/ 8912 w 10000"/>
              <a:gd name="connsiteY25" fmla="*/ 4419 h 10000"/>
              <a:gd name="connsiteX26" fmla="*/ 9527 w 10000"/>
              <a:gd name="connsiteY26" fmla="*/ 4235 h 10000"/>
              <a:gd name="connsiteX27" fmla="*/ 9927 w 10000"/>
              <a:gd name="connsiteY27" fmla="*/ 4632 h 10000"/>
              <a:gd name="connsiteX28" fmla="*/ 9975 w 10000"/>
              <a:gd name="connsiteY28" fmla="*/ 5218 h 10000"/>
              <a:gd name="connsiteX29" fmla="*/ 9708 w 10000"/>
              <a:gd name="connsiteY29" fmla="*/ 5673 h 10000"/>
              <a:gd name="connsiteX30" fmla="*/ 9185 w 10000"/>
              <a:gd name="connsiteY30" fmla="*/ 5773 h 10000"/>
              <a:gd name="connsiteX31" fmla="*/ 8876 w 10000"/>
              <a:gd name="connsiteY31" fmla="*/ 5544 h 10000"/>
              <a:gd name="connsiteX32" fmla="*/ 8522 w 10000"/>
              <a:gd name="connsiteY32" fmla="*/ 5473 h 10000"/>
              <a:gd name="connsiteX33" fmla="*/ 8303 w 10000"/>
              <a:gd name="connsiteY33" fmla="*/ 5882 h 10000"/>
              <a:gd name="connsiteX34" fmla="*/ 8303 w 10000"/>
              <a:gd name="connsiteY34" fmla="*/ 9938 h 10000"/>
              <a:gd name="connsiteX35" fmla="*/ 8252 w 10000"/>
              <a:gd name="connsiteY35" fmla="*/ 9998 h 10000"/>
              <a:gd name="connsiteX36" fmla="*/ 5419 w 10000"/>
              <a:gd name="connsiteY36" fmla="*/ 9998 h 10000"/>
              <a:gd name="connsiteX37" fmla="*/ 5290 w 10000"/>
              <a:gd name="connsiteY37" fmla="*/ 9931 h 10000"/>
              <a:gd name="connsiteX38" fmla="*/ 5298 w 10000"/>
              <a:gd name="connsiteY38" fmla="*/ 9682 h 10000"/>
              <a:gd name="connsiteX39" fmla="*/ 5511 w 10000"/>
              <a:gd name="connsiteY39" fmla="*/ 9243 h 10000"/>
              <a:gd name="connsiteX40" fmla="*/ 5524 w 10000"/>
              <a:gd name="connsiteY40" fmla="*/ 8712 h 10000"/>
              <a:gd name="connsiteX41" fmla="*/ 5284 w 10000"/>
              <a:gd name="connsiteY41" fmla="*/ 8190 h 10000"/>
              <a:gd name="connsiteX42" fmla="*/ 4875 w 10000"/>
              <a:gd name="connsiteY42" fmla="*/ 7921 h 10000"/>
              <a:gd name="connsiteX43" fmla="*/ 4445 w 10000"/>
              <a:gd name="connsiteY43" fmla="*/ 7943 h 10000"/>
              <a:gd name="connsiteX44" fmla="*/ 4036 w 10000"/>
              <a:gd name="connsiteY44" fmla="*/ 8290 h 10000"/>
              <a:gd name="connsiteX45" fmla="*/ 3860 w 10000"/>
              <a:gd name="connsiteY45" fmla="*/ 9098 h 10000"/>
              <a:gd name="connsiteX46" fmla="*/ 4096 w 10000"/>
              <a:gd name="connsiteY46" fmla="*/ 9682 h 10000"/>
              <a:gd name="connsiteX47" fmla="*/ 4127 w 10000"/>
              <a:gd name="connsiteY47" fmla="*/ 9893 h 10000"/>
              <a:gd name="connsiteX48" fmla="*/ 3989 w 10000"/>
              <a:gd name="connsiteY48" fmla="*/ 10000 h 10000"/>
              <a:gd name="connsiteX49" fmla="*/ 2927 w 10000"/>
              <a:gd name="connsiteY49" fmla="*/ 9998 h 10000"/>
              <a:gd name="connsiteX50" fmla="*/ 1139 w 10000"/>
              <a:gd name="connsiteY50" fmla="*/ 9998 h 10000"/>
              <a:gd name="connsiteX51" fmla="*/ 1093 w 10000"/>
              <a:gd name="connsiteY51" fmla="*/ 9944 h 10000"/>
              <a:gd name="connsiteX52" fmla="*/ 1093 w 10000"/>
              <a:gd name="connsiteY52" fmla="*/ 5893 h 10000"/>
              <a:gd name="connsiteX53" fmla="*/ 926 w 10000"/>
              <a:gd name="connsiteY53" fmla="*/ 5502 h 10000"/>
              <a:gd name="connsiteX54" fmla="*/ 512 w 10000"/>
              <a:gd name="connsiteY54" fmla="*/ 5551 h 10000"/>
              <a:gd name="connsiteX55" fmla="*/ 1 w 10000"/>
              <a:gd name="connsiteY55" fmla="*/ 5800 h 10000"/>
              <a:gd name="connsiteX56" fmla="*/ 650 w 10000"/>
              <a:gd name="connsiteY56" fmla="*/ 4550 h 10000"/>
              <a:gd name="connsiteX57" fmla="*/ 1068 w 10000"/>
              <a:gd name="connsiteY57" fmla="*/ 4293 h 10000"/>
              <a:gd name="connsiteX58" fmla="*/ 1093 w 10000"/>
              <a:gd name="connsiteY58" fmla="*/ 4086 h 10000"/>
              <a:gd name="connsiteX59" fmla="*/ 1093 w 10000"/>
              <a:gd name="connsiteY59" fmla="*/ 1083 h 10000"/>
              <a:gd name="connsiteX60" fmla="*/ 1093 w 10000"/>
              <a:gd name="connsiteY60" fmla="*/ 1083 h 10000"/>
              <a:gd name="connsiteX0" fmla="*/ 1104 w 10011"/>
              <a:gd name="connsiteY0" fmla="*/ 1083 h 10000"/>
              <a:gd name="connsiteX1" fmla="*/ 1104 w 10011"/>
              <a:gd name="connsiteY1" fmla="*/ 66 h 10000"/>
              <a:gd name="connsiteX2" fmla="*/ 1151 w 10011"/>
              <a:gd name="connsiteY2" fmla="*/ 6 h 10000"/>
              <a:gd name="connsiteX3" fmla="*/ 3992 w 10011"/>
              <a:gd name="connsiteY3" fmla="*/ 8 h 10000"/>
              <a:gd name="connsiteX4" fmla="*/ 4138 w 10011"/>
              <a:gd name="connsiteY4" fmla="*/ 268 h 10000"/>
              <a:gd name="connsiteX5" fmla="*/ 4090 w 10011"/>
              <a:gd name="connsiteY5" fmla="*/ 348 h 10000"/>
              <a:gd name="connsiteX6" fmla="*/ 3873 w 10011"/>
              <a:gd name="connsiteY6" fmla="*/ 896 h 10000"/>
              <a:gd name="connsiteX7" fmla="*/ 3927 w 10011"/>
              <a:gd name="connsiteY7" fmla="*/ 1461 h 10000"/>
              <a:gd name="connsiteX8" fmla="*/ 4309 w 10011"/>
              <a:gd name="connsiteY8" fmla="*/ 1985 h 10000"/>
              <a:gd name="connsiteX9" fmla="*/ 4881 w 10011"/>
              <a:gd name="connsiteY9" fmla="*/ 2087 h 10000"/>
              <a:gd name="connsiteX10" fmla="*/ 5278 w 10011"/>
              <a:gd name="connsiteY10" fmla="*/ 1836 h 10000"/>
              <a:gd name="connsiteX11" fmla="*/ 5532 w 10011"/>
              <a:gd name="connsiteY11" fmla="*/ 1305 h 10000"/>
              <a:gd name="connsiteX12" fmla="*/ 5548 w 10011"/>
              <a:gd name="connsiteY12" fmla="*/ 912 h 10000"/>
              <a:gd name="connsiteX13" fmla="*/ 5316 w 10011"/>
              <a:gd name="connsiteY13" fmla="*/ 332 h 10000"/>
              <a:gd name="connsiteX14" fmla="*/ 5273 w 10011"/>
              <a:gd name="connsiteY14" fmla="*/ 128 h 10000"/>
              <a:gd name="connsiteX15" fmla="*/ 5425 w 10011"/>
              <a:gd name="connsiteY15" fmla="*/ 1 h 10000"/>
              <a:gd name="connsiteX16" fmla="*/ 5623 w 10011"/>
              <a:gd name="connsiteY16" fmla="*/ 1 h 10000"/>
              <a:gd name="connsiteX17" fmla="*/ 6046 w 10011"/>
              <a:gd name="connsiteY17" fmla="*/ 1 h 10000"/>
              <a:gd name="connsiteX18" fmla="*/ 8183 w 10011"/>
              <a:gd name="connsiteY18" fmla="*/ 1 h 10000"/>
              <a:gd name="connsiteX19" fmla="*/ 8277 w 10011"/>
              <a:gd name="connsiteY19" fmla="*/ 6 h 10000"/>
              <a:gd name="connsiteX20" fmla="*/ 8314 w 10011"/>
              <a:gd name="connsiteY20" fmla="*/ 52 h 10000"/>
              <a:gd name="connsiteX21" fmla="*/ 8314 w 10011"/>
              <a:gd name="connsiteY21" fmla="*/ 119 h 10000"/>
              <a:gd name="connsiteX22" fmla="*/ 8314 w 10011"/>
              <a:gd name="connsiteY22" fmla="*/ 4104 h 10000"/>
              <a:gd name="connsiteX23" fmla="*/ 8433 w 10011"/>
              <a:gd name="connsiteY23" fmla="*/ 4459 h 10000"/>
              <a:gd name="connsiteX24" fmla="*/ 8790 w 10011"/>
              <a:gd name="connsiteY24" fmla="*/ 4533 h 10000"/>
              <a:gd name="connsiteX25" fmla="*/ 8923 w 10011"/>
              <a:gd name="connsiteY25" fmla="*/ 4419 h 10000"/>
              <a:gd name="connsiteX26" fmla="*/ 9538 w 10011"/>
              <a:gd name="connsiteY26" fmla="*/ 4235 h 10000"/>
              <a:gd name="connsiteX27" fmla="*/ 9938 w 10011"/>
              <a:gd name="connsiteY27" fmla="*/ 4632 h 10000"/>
              <a:gd name="connsiteX28" fmla="*/ 9986 w 10011"/>
              <a:gd name="connsiteY28" fmla="*/ 5218 h 10000"/>
              <a:gd name="connsiteX29" fmla="*/ 9719 w 10011"/>
              <a:gd name="connsiteY29" fmla="*/ 5673 h 10000"/>
              <a:gd name="connsiteX30" fmla="*/ 9196 w 10011"/>
              <a:gd name="connsiteY30" fmla="*/ 5773 h 10000"/>
              <a:gd name="connsiteX31" fmla="*/ 8887 w 10011"/>
              <a:gd name="connsiteY31" fmla="*/ 5544 h 10000"/>
              <a:gd name="connsiteX32" fmla="*/ 8533 w 10011"/>
              <a:gd name="connsiteY32" fmla="*/ 5473 h 10000"/>
              <a:gd name="connsiteX33" fmla="*/ 8314 w 10011"/>
              <a:gd name="connsiteY33" fmla="*/ 5882 h 10000"/>
              <a:gd name="connsiteX34" fmla="*/ 8314 w 10011"/>
              <a:gd name="connsiteY34" fmla="*/ 9938 h 10000"/>
              <a:gd name="connsiteX35" fmla="*/ 8263 w 10011"/>
              <a:gd name="connsiteY35" fmla="*/ 9998 h 10000"/>
              <a:gd name="connsiteX36" fmla="*/ 5430 w 10011"/>
              <a:gd name="connsiteY36" fmla="*/ 9998 h 10000"/>
              <a:gd name="connsiteX37" fmla="*/ 5301 w 10011"/>
              <a:gd name="connsiteY37" fmla="*/ 9931 h 10000"/>
              <a:gd name="connsiteX38" fmla="*/ 5309 w 10011"/>
              <a:gd name="connsiteY38" fmla="*/ 9682 h 10000"/>
              <a:gd name="connsiteX39" fmla="*/ 5522 w 10011"/>
              <a:gd name="connsiteY39" fmla="*/ 9243 h 10000"/>
              <a:gd name="connsiteX40" fmla="*/ 5535 w 10011"/>
              <a:gd name="connsiteY40" fmla="*/ 8712 h 10000"/>
              <a:gd name="connsiteX41" fmla="*/ 5295 w 10011"/>
              <a:gd name="connsiteY41" fmla="*/ 8190 h 10000"/>
              <a:gd name="connsiteX42" fmla="*/ 4886 w 10011"/>
              <a:gd name="connsiteY42" fmla="*/ 7921 h 10000"/>
              <a:gd name="connsiteX43" fmla="*/ 4456 w 10011"/>
              <a:gd name="connsiteY43" fmla="*/ 7943 h 10000"/>
              <a:gd name="connsiteX44" fmla="*/ 4047 w 10011"/>
              <a:gd name="connsiteY44" fmla="*/ 8290 h 10000"/>
              <a:gd name="connsiteX45" fmla="*/ 3871 w 10011"/>
              <a:gd name="connsiteY45" fmla="*/ 9098 h 10000"/>
              <a:gd name="connsiteX46" fmla="*/ 4107 w 10011"/>
              <a:gd name="connsiteY46" fmla="*/ 9682 h 10000"/>
              <a:gd name="connsiteX47" fmla="*/ 4138 w 10011"/>
              <a:gd name="connsiteY47" fmla="*/ 9893 h 10000"/>
              <a:gd name="connsiteX48" fmla="*/ 4000 w 10011"/>
              <a:gd name="connsiteY48" fmla="*/ 10000 h 10000"/>
              <a:gd name="connsiteX49" fmla="*/ 2938 w 10011"/>
              <a:gd name="connsiteY49" fmla="*/ 9998 h 10000"/>
              <a:gd name="connsiteX50" fmla="*/ 1150 w 10011"/>
              <a:gd name="connsiteY50" fmla="*/ 9998 h 10000"/>
              <a:gd name="connsiteX51" fmla="*/ 1104 w 10011"/>
              <a:gd name="connsiteY51" fmla="*/ 9944 h 10000"/>
              <a:gd name="connsiteX52" fmla="*/ 1104 w 10011"/>
              <a:gd name="connsiteY52" fmla="*/ 5893 h 10000"/>
              <a:gd name="connsiteX53" fmla="*/ 937 w 10011"/>
              <a:gd name="connsiteY53" fmla="*/ 5502 h 10000"/>
              <a:gd name="connsiteX54" fmla="*/ 523 w 10011"/>
              <a:gd name="connsiteY54" fmla="*/ 5551 h 10000"/>
              <a:gd name="connsiteX55" fmla="*/ 12 w 10011"/>
              <a:gd name="connsiteY55" fmla="*/ 5800 h 10000"/>
              <a:gd name="connsiteX56" fmla="*/ 1079 w 10011"/>
              <a:gd name="connsiteY56" fmla="*/ 4293 h 10000"/>
              <a:gd name="connsiteX57" fmla="*/ 1104 w 10011"/>
              <a:gd name="connsiteY57" fmla="*/ 4086 h 10000"/>
              <a:gd name="connsiteX58" fmla="*/ 1104 w 10011"/>
              <a:gd name="connsiteY58" fmla="*/ 1083 h 10000"/>
              <a:gd name="connsiteX59" fmla="*/ 1104 w 10011"/>
              <a:gd name="connsiteY59" fmla="*/ 1083 h 10000"/>
              <a:gd name="connsiteX0" fmla="*/ 583 w 9490"/>
              <a:gd name="connsiteY0" fmla="*/ 1083 h 10000"/>
              <a:gd name="connsiteX1" fmla="*/ 583 w 9490"/>
              <a:gd name="connsiteY1" fmla="*/ 66 h 10000"/>
              <a:gd name="connsiteX2" fmla="*/ 630 w 9490"/>
              <a:gd name="connsiteY2" fmla="*/ 6 h 10000"/>
              <a:gd name="connsiteX3" fmla="*/ 3471 w 9490"/>
              <a:gd name="connsiteY3" fmla="*/ 8 h 10000"/>
              <a:gd name="connsiteX4" fmla="*/ 3617 w 9490"/>
              <a:gd name="connsiteY4" fmla="*/ 268 h 10000"/>
              <a:gd name="connsiteX5" fmla="*/ 3569 w 9490"/>
              <a:gd name="connsiteY5" fmla="*/ 348 h 10000"/>
              <a:gd name="connsiteX6" fmla="*/ 3352 w 9490"/>
              <a:gd name="connsiteY6" fmla="*/ 896 h 10000"/>
              <a:gd name="connsiteX7" fmla="*/ 3406 w 9490"/>
              <a:gd name="connsiteY7" fmla="*/ 1461 h 10000"/>
              <a:gd name="connsiteX8" fmla="*/ 3788 w 9490"/>
              <a:gd name="connsiteY8" fmla="*/ 1985 h 10000"/>
              <a:gd name="connsiteX9" fmla="*/ 4360 w 9490"/>
              <a:gd name="connsiteY9" fmla="*/ 2087 h 10000"/>
              <a:gd name="connsiteX10" fmla="*/ 4757 w 9490"/>
              <a:gd name="connsiteY10" fmla="*/ 1836 h 10000"/>
              <a:gd name="connsiteX11" fmla="*/ 5011 w 9490"/>
              <a:gd name="connsiteY11" fmla="*/ 1305 h 10000"/>
              <a:gd name="connsiteX12" fmla="*/ 5027 w 9490"/>
              <a:gd name="connsiteY12" fmla="*/ 912 h 10000"/>
              <a:gd name="connsiteX13" fmla="*/ 4795 w 9490"/>
              <a:gd name="connsiteY13" fmla="*/ 332 h 10000"/>
              <a:gd name="connsiteX14" fmla="*/ 4752 w 9490"/>
              <a:gd name="connsiteY14" fmla="*/ 128 h 10000"/>
              <a:gd name="connsiteX15" fmla="*/ 4904 w 9490"/>
              <a:gd name="connsiteY15" fmla="*/ 1 h 10000"/>
              <a:gd name="connsiteX16" fmla="*/ 5102 w 9490"/>
              <a:gd name="connsiteY16" fmla="*/ 1 h 10000"/>
              <a:gd name="connsiteX17" fmla="*/ 5525 w 9490"/>
              <a:gd name="connsiteY17" fmla="*/ 1 h 10000"/>
              <a:gd name="connsiteX18" fmla="*/ 7662 w 9490"/>
              <a:gd name="connsiteY18" fmla="*/ 1 h 10000"/>
              <a:gd name="connsiteX19" fmla="*/ 7756 w 9490"/>
              <a:gd name="connsiteY19" fmla="*/ 6 h 10000"/>
              <a:gd name="connsiteX20" fmla="*/ 7793 w 9490"/>
              <a:gd name="connsiteY20" fmla="*/ 52 h 10000"/>
              <a:gd name="connsiteX21" fmla="*/ 7793 w 9490"/>
              <a:gd name="connsiteY21" fmla="*/ 119 h 10000"/>
              <a:gd name="connsiteX22" fmla="*/ 7793 w 9490"/>
              <a:gd name="connsiteY22" fmla="*/ 4104 h 10000"/>
              <a:gd name="connsiteX23" fmla="*/ 7912 w 9490"/>
              <a:gd name="connsiteY23" fmla="*/ 4459 h 10000"/>
              <a:gd name="connsiteX24" fmla="*/ 8269 w 9490"/>
              <a:gd name="connsiteY24" fmla="*/ 4533 h 10000"/>
              <a:gd name="connsiteX25" fmla="*/ 8402 w 9490"/>
              <a:gd name="connsiteY25" fmla="*/ 4419 h 10000"/>
              <a:gd name="connsiteX26" fmla="*/ 9017 w 9490"/>
              <a:gd name="connsiteY26" fmla="*/ 4235 h 10000"/>
              <a:gd name="connsiteX27" fmla="*/ 9417 w 9490"/>
              <a:gd name="connsiteY27" fmla="*/ 4632 h 10000"/>
              <a:gd name="connsiteX28" fmla="*/ 9465 w 9490"/>
              <a:gd name="connsiteY28" fmla="*/ 5218 h 10000"/>
              <a:gd name="connsiteX29" fmla="*/ 9198 w 9490"/>
              <a:gd name="connsiteY29" fmla="*/ 5673 h 10000"/>
              <a:gd name="connsiteX30" fmla="*/ 8675 w 9490"/>
              <a:gd name="connsiteY30" fmla="*/ 5773 h 10000"/>
              <a:gd name="connsiteX31" fmla="*/ 8366 w 9490"/>
              <a:gd name="connsiteY31" fmla="*/ 5544 h 10000"/>
              <a:gd name="connsiteX32" fmla="*/ 8012 w 9490"/>
              <a:gd name="connsiteY32" fmla="*/ 5473 h 10000"/>
              <a:gd name="connsiteX33" fmla="*/ 7793 w 9490"/>
              <a:gd name="connsiteY33" fmla="*/ 5882 h 10000"/>
              <a:gd name="connsiteX34" fmla="*/ 7793 w 9490"/>
              <a:gd name="connsiteY34" fmla="*/ 9938 h 10000"/>
              <a:gd name="connsiteX35" fmla="*/ 7742 w 9490"/>
              <a:gd name="connsiteY35" fmla="*/ 9998 h 10000"/>
              <a:gd name="connsiteX36" fmla="*/ 4909 w 9490"/>
              <a:gd name="connsiteY36" fmla="*/ 9998 h 10000"/>
              <a:gd name="connsiteX37" fmla="*/ 4780 w 9490"/>
              <a:gd name="connsiteY37" fmla="*/ 9931 h 10000"/>
              <a:gd name="connsiteX38" fmla="*/ 4788 w 9490"/>
              <a:gd name="connsiteY38" fmla="*/ 9682 h 10000"/>
              <a:gd name="connsiteX39" fmla="*/ 5001 w 9490"/>
              <a:gd name="connsiteY39" fmla="*/ 9243 h 10000"/>
              <a:gd name="connsiteX40" fmla="*/ 5014 w 9490"/>
              <a:gd name="connsiteY40" fmla="*/ 8712 h 10000"/>
              <a:gd name="connsiteX41" fmla="*/ 4774 w 9490"/>
              <a:gd name="connsiteY41" fmla="*/ 8190 h 10000"/>
              <a:gd name="connsiteX42" fmla="*/ 4365 w 9490"/>
              <a:gd name="connsiteY42" fmla="*/ 7921 h 10000"/>
              <a:gd name="connsiteX43" fmla="*/ 3935 w 9490"/>
              <a:gd name="connsiteY43" fmla="*/ 7943 h 10000"/>
              <a:gd name="connsiteX44" fmla="*/ 3526 w 9490"/>
              <a:gd name="connsiteY44" fmla="*/ 8290 h 10000"/>
              <a:gd name="connsiteX45" fmla="*/ 3350 w 9490"/>
              <a:gd name="connsiteY45" fmla="*/ 9098 h 10000"/>
              <a:gd name="connsiteX46" fmla="*/ 3586 w 9490"/>
              <a:gd name="connsiteY46" fmla="*/ 9682 h 10000"/>
              <a:gd name="connsiteX47" fmla="*/ 3617 w 9490"/>
              <a:gd name="connsiteY47" fmla="*/ 9893 h 10000"/>
              <a:gd name="connsiteX48" fmla="*/ 3479 w 9490"/>
              <a:gd name="connsiteY48" fmla="*/ 10000 h 10000"/>
              <a:gd name="connsiteX49" fmla="*/ 2417 w 9490"/>
              <a:gd name="connsiteY49" fmla="*/ 9998 h 10000"/>
              <a:gd name="connsiteX50" fmla="*/ 629 w 9490"/>
              <a:gd name="connsiteY50" fmla="*/ 9998 h 10000"/>
              <a:gd name="connsiteX51" fmla="*/ 583 w 9490"/>
              <a:gd name="connsiteY51" fmla="*/ 9944 h 10000"/>
              <a:gd name="connsiteX52" fmla="*/ 583 w 9490"/>
              <a:gd name="connsiteY52" fmla="*/ 5893 h 10000"/>
              <a:gd name="connsiteX53" fmla="*/ 416 w 9490"/>
              <a:gd name="connsiteY53" fmla="*/ 5502 h 10000"/>
              <a:gd name="connsiteX54" fmla="*/ 2 w 9490"/>
              <a:gd name="connsiteY54" fmla="*/ 5551 h 10000"/>
              <a:gd name="connsiteX55" fmla="*/ 558 w 9490"/>
              <a:gd name="connsiteY55" fmla="*/ 4293 h 10000"/>
              <a:gd name="connsiteX56" fmla="*/ 583 w 9490"/>
              <a:gd name="connsiteY56" fmla="*/ 4086 h 10000"/>
              <a:gd name="connsiteX57" fmla="*/ 583 w 9490"/>
              <a:gd name="connsiteY57" fmla="*/ 1083 h 10000"/>
              <a:gd name="connsiteX58" fmla="*/ 583 w 9490"/>
              <a:gd name="connsiteY58" fmla="*/ 1083 h 10000"/>
              <a:gd name="connsiteX0" fmla="*/ 177 w 9563"/>
              <a:gd name="connsiteY0" fmla="*/ 1083 h 10000"/>
              <a:gd name="connsiteX1" fmla="*/ 177 w 9563"/>
              <a:gd name="connsiteY1" fmla="*/ 66 h 10000"/>
              <a:gd name="connsiteX2" fmla="*/ 227 w 9563"/>
              <a:gd name="connsiteY2" fmla="*/ 6 h 10000"/>
              <a:gd name="connsiteX3" fmla="*/ 3221 w 9563"/>
              <a:gd name="connsiteY3" fmla="*/ 8 h 10000"/>
              <a:gd name="connsiteX4" fmla="*/ 3374 w 9563"/>
              <a:gd name="connsiteY4" fmla="*/ 268 h 10000"/>
              <a:gd name="connsiteX5" fmla="*/ 3324 w 9563"/>
              <a:gd name="connsiteY5" fmla="*/ 348 h 10000"/>
              <a:gd name="connsiteX6" fmla="*/ 3095 w 9563"/>
              <a:gd name="connsiteY6" fmla="*/ 896 h 10000"/>
              <a:gd name="connsiteX7" fmla="*/ 3152 w 9563"/>
              <a:gd name="connsiteY7" fmla="*/ 1461 h 10000"/>
              <a:gd name="connsiteX8" fmla="*/ 3555 w 9563"/>
              <a:gd name="connsiteY8" fmla="*/ 1985 h 10000"/>
              <a:gd name="connsiteX9" fmla="*/ 4157 w 9563"/>
              <a:gd name="connsiteY9" fmla="*/ 2087 h 10000"/>
              <a:gd name="connsiteX10" fmla="*/ 4576 w 9563"/>
              <a:gd name="connsiteY10" fmla="*/ 1836 h 10000"/>
              <a:gd name="connsiteX11" fmla="*/ 4843 w 9563"/>
              <a:gd name="connsiteY11" fmla="*/ 1305 h 10000"/>
              <a:gd name="connsiteX12" fmla="*/ 4860 w 9563"/>
              <a:gd name="connsiteY12" fmla="*/ 912 h 10000"/>
              <a:gd name="connsiteX13" fmla="*/ 4616 w 9563"/>
              <a:gd name="connsiteY13" fmla="*/ 332 h 10000"/>
              <a:gd name="connsiteX14" fmla="*/ 4570 w 9563"/>
              <a:gd name="connsiteY14" fmla="*/ 128 h 10000"/>
              <a:gd name="connsiteX15" fmla="*/ 4731 w 9563"/>
              <a:gd name="connsiteY15" fmla="*/ 1 h 10000"/>
              <a:gd name="connsiteX16" fmla="*/ 4939 w 9563"/>
              <a:gd name="connsiteY16" fmla="*/ 1 h 10000"/>
              <a:gd name="connsiteX17" fmla="*/ 5385 w 9563"/>
              <a:gd name="connsiteY17" fmla="*/ 1 h 10000"/>
              <a:gd name="connsiteX18" fmla="*/ 7637 w 9563"/>
              <a:gd name="connsiteY18" fmla="*/ 1 h 10000"/>
              <a:gd name="connsiteX19" fmla="*/ 7736 w 9563"/>
              <a:gd name="connsiteY19" fmla="*/ 6 h 10000"/>
              <a:gd name="connsiteX20" fmla="*/ 7775 w 9563"/>
              <a:gd name="connsiteY20" fmla="*/ 52 h 10000"/>
              <a:gd name="connsiteX21" fmla="*/ 7775 w 9563"/>
              <a:gd name="connsiteY21" fmla="*/ 119 h 10000"/>
              <a:gd name="connsiteX22" fmla="*/ 7775 w 9563"/>
              <a:gd name="connsiteY22" fmla="*/ 4104 h 10000"/>
              <a:gd name="connsiteX23" fmla="*/ 7900 w 9563"/>
              <a:gd name="connsiteY23" fmla="*/ 4459 h 10000"/>
              <a:gd name="connsiteX24" fmla="*/ 8276 w 9563"/>
              <a:gd name="connsiteY24" fmla="*/ 4533 h 10000"/>
              <a:gd name="connsiteX25" fmla="*/ 8417 w 9563"/>
              <a:gd name="connsiteY25" fmla="*/ 4419 h 10000"/>
              <a:gd name="connsiteX26" fmla="*/ 9065 w 9563"/>
              <a:gd name="connsiteY26" fmla="*/ 4235 h 10000"/>
              <a:gd name="connsiteX27" fmla="*/ 9486 w 9563"/>
              <a:gd name="connsiteY27" fmla="*/ 4632 h 10000"/>
              <a:gd name="connsiteX28" fmla="*/ 9537 w 9563"/>
              <a:gd name="connsiteY28" fmla="*/ 5218 h 10000"/>
              <a:gd name="connsiteX29" fmla="*/ 9255 w 9563"/>
              <a:gd name="connsiteY29" fmla="*/ 5673 h 10000"/>
              <a:gd name="connsiteX30" fmla="*/ 8704 w 9563"/>
              <a:gd name="connsiteY30" fmla="*/ 5773 h 10000"/>
              <a:gd name="connsiteX31" fmla="*/ 8379 w 9563"/>
              <a:gd name="connsiteY31" fmla="*/ 5544 h 10000"/>
              <a:gd name="connsiteX32" fmla="*/ 8006 w 9563"/>
              <a:gd name="connsiteY32" fmla="*/ 5473 h 10000"/>
              <a:gd name="connsiteX33" fmla="*/ 7775 w 9563"/>
              <a:gd name="connsiteY33" fmla="*/ 5882 h 10000"/>
              <a:gd name="connsiteX34" fmla="*/ 7775 w 9563"/>
              <a:gd name="connsiteY34" fmla="*/ 9938 h 10000"/>
              <a:gd name="connsiteX35" fmla="*/ 7721 w 9563"/>
              <a:gd name="connsiteY35" fmla="*/ 9998 h 10000"/>
              <a:gd name="connsiteX36" fmla="*/ 4736 w 9563"/>
              <a:gd name="connsiteY36" fmla="*/ 9998 h 10000"/>
              <a:gd name="connsiteX37" fmla="*/ 4600 w 9563"/>
              <a:gd name="connsiteY37" fmla="*/ 9931 h 10000"/>
              <a:gd name="connsiteX38" fmla="*/ 4608 w 9563"/>
              <a:gd name="connsiteY38" fmla="*/ 9682 h 10000"/>
              <a:gd name="connsiteX39" fmla="*/ 4833 w 9563"/>
              <a:gd name="connsiteY39" fmla="*/ 9243 h 10000"/>
              <a:gd name="connsiteX40" fmla="*/ 4846 w 9563"/>
              <a:gd name="connsiteY40" fmla="*/ 8712 h 10000"/>
              <a:gd name="connsiteX41" fmla="*/ 4594 w 9563"/>
              <a:gd name="connsiteY41" fmla="*/ 8190 h 10000"/>
              <a:gd name="connsiteX42" fmla="*/ 4163 w 9563"/>
              <a:gd name="connsiteY42" fmla="*/ 7921 h 10000"/>
              <a:gd name="connsiteX43" fmla="*/ 3709 w 9563"/>
              <a:gd name="connsiteY43" fmla="*/ 7943 h 10000"/>
              <a:gd name="connsiteX44" fmla="*/ 3278 w 9563"/>
              <a:gd name="connsiteY44" fmla="*/ 8290 h 10000"/>
              <a:gd name="connsiteX45" fmla="*/ 3093 w 9563"/>
              <a:gd name="connsiteY45" fmla="*/ 9098 h 10000"/>
              <a:gd name="connsiteX46" fmla="*/ 3342 w 9563"/>
              <a:gd name="connsiteY46" fmla="*/ 9682 h 10000"/>
              <a:gd name="connsiteX47" fmla="*/ 3374 w 9563"/>
              <a:gd name="connsiteY47" fmla="*/ 9893 h 10000"/>
              <a:gd name="connsiteX48" fmla="*/ 3229 w 9563"/>
              <a:gd name="connsiteY48" fmla="*/ 10000 h 10000"/>
              <a:gd name="connsiteX49" fmla="*/ 2110 w 9563"/>
              <a:gd name="connsiteY49" fmla="*/ 9998 h 10000"/>
              <a:gd name="connsiteX50" fmla="*/ 226 w 9563"/>
              <a:gd name="connsiteY50" fmla="*/ 9998 h 10000"/>
              <a:gd name="connsiteX51" fmla="*/ 177 w 9563"/>
              <a:gd name="connsiteY51" fmla="*/ 9944 h 10000"/>
              <a:gd name="connsiteX52" fmla="*/ 177 w 9563"/>
              <a:gd name="connsiteY52" fmla="*/ 5893 h 10000"/>
              <a:gd name="connsiteX53" fmla="*/ 1 w 9563"/>
              <a:gd name="connsiteY53" fmla="*/ 5502 h 10000"/>
              <a:gd name="connsiteX54" fmla="*/ 151 w 9563"/>
              <a:gd name="connsiteY54" fmla="*/ 4293 h 10000"/>
              <a:gd name="connsiteX55" fmla="*/ 177 w 9563"/>
              <a:gd name="connsiteY55" fmla="*/ 4086 h 10000"/>
              <a:gd name="connsiteX56" fmla="*/ 177 w 9563"/>
              <a:gd name="connsiteY56" fmla="*/ 1083 h 10000"/>
              <a:gd name="connsiteX57" fmla="*/ 177 w 9563"/>
              <a:gd name="connsiteY57" fmla="*/ 1083 h 10000"/>
              <a:gd name="connsiteX0" fmla="*/ 27 w 9842"/>
              <a:gd name="connsiteY0" fmla="*/ 1083 h 10000"/>
              <a:gd name="connsiteX1" fmla="*/ 27 w 9842"/>
              <a:gd name="connsiteY1" fmla="*/ 66 h 10000"/>
              <a:gd name="connsiteX2" fmla="*/ 79 w 9842"/>
              <a:gd name="connsiteY2" fmla="*/ 6 h 10000"/>
              <a:gd name="connsiteX3" fmla="*/ 3210 w 9842"/>
              <a:gd name="connsiteY3" fmla="*/ 8 h 10000"/>
              <a:gd name="connsiteX4" fmla="*/ 3370 w 9842"/>
              <a:gd name="connsiteY4" fmla="*/ 268 h 10000"/>
              <a:gd name="connsiteX5" fmla="*/ 3318 w 9842"/>
              <a:gd name="connsiteY5" fmla="*/ 348 h 10000"/>
              <a:gd name="connsiteX6" fmla="*/ 3078 w 9842"/>
              <a:gd name="connsiteY6" fmla="*/ 896 h 10000"/>
              <a:gd name="connsiteX7" fmla="*/ 3138 w 9842"/>
              <a:gd name="connsiteY7" fmla="*/ 1461 h 10000"/>
              <a:gd name="connsiteX8" fmla="*/ 3559 w 9842"/>
              <a:gd name="connsiteY8" fmla="*/ 1985 h 10000"/>
              <a:gd name="connsiteX9" fmla="*/ 4189 w 9842"/>
              <a:gd name="connsiteY9" fmla="*/ 2087 h 10000"/>
              <a:gd name="connsiteX10" fmla="*/ 4627 w 9842"/>
              <a:gd name="connsiteY10" fmla="*/ 1836 h 10000"/>
              <a:gd name="connsiteX11" fmla="*/ 4906 w 9842"/>
              <a:gd name="connsiteY11" fmla="*/ 1305 h 10000"/>
              <a:gd name="connsiteX12" fmla="*/ 4924 w 9842"/>
              <a:gd name="connsiteY12" fmla="*/ 912 h 10000"/>
              <a:gd name="connsiteX13" fmla="*/ 4669 w 9842"/>
              <a:gd name="connsiteY13" fmla="*/ 332 h 10000"/>
              <a:gd name="connsiteX14" fmla="*/ 4621 w 9842"/>
              <a:gd name="connsiteY14" fmla="*/ 128 h 10000"/>
              <a:gd name="connsiteX15" fmla="*/ 4789 w 9842"/>
              <a:gd name="connsiteY15" fmla="*/ 1 h 10000"/>
              <a:gd name="connsiteX16" fmla="*/ 5007 w 9842"/>
              <a:gd name="connsiteY16" fmla="*/ 1 h 10000"/>
              <a:gd name="connsiteX17" fmla="*/ 5473 w 9842"/>
              <a:gd name="connsiteY17" fmla="*/ 1 h 10000"/>
              <a:gd name="connsiteX18" fmla="*/ 7828 w 9842"/>
              <a:gd name="connsiteY18" fmla="*/ 1 h 10000"/>
              <a:gd name="connsiteX19" fmla="*/ 7932 w 9842"/>
              <a:gd name="connsiteY19" fmla="*/ 6 h 10000"/>
              <a:gd name="connsiteX20" fmla="*/ 7972 w 9842"/>
              <a:gd name="connsiteY20" fmla="*/ 52 h 10000"/>
              <a:gd name="connsiteX21" fmla="*/ 7972 w 9842"/>
              <a:gd name="connsiteY21" fmla="*/ 119 h 10000"/>
              <a:gd name="connsiteX22" fmla="*/ 7972 w 9842"/>
              <a:gd name="connsiteY22" fmla="*/ 4104 h 10000"/>
              <a:gd name="connsiteX23" fmla="*/ 8103 w 9842"/>
              <a:gd name="connsiteY23" fmla="*/ 4459 h 10000"/>
              <a:gd name="connsiteX24" fmla="*/ 8496 w 9842"/>
              <a:gd name="connsiteY24" fmla="*/ 4533 h 10000"/>
              <a:gd name="connsiteX25" fmla="*/ 8644 w 9842"/>
              <a:gd name="connsiteY25" fmla="*/ 4419 h 10000"/>
              <a:gd name="connsiteX26" fmla="*/ 9321 w 9842"/>
              <a:gd name="connsiteY26" fmla="*/ 4235 h 10000"/>
              <a:gd name="connsiteX27" fmla="*/ 9761 w 9842"/>
              <a:gd name="connsiteY27" fmla="*/ 4632 h 10000"/>
              <a:gd name="connsiteX28" fmla="*/ 9815 w 9842"/>
              <a:gd name="connsiteY28" fmla="*/ 5218 h 10000"/>
              <a:gd name="connsiteX29" fmla="*/ 9520 w 9842"/>
              <a:gd name="connsiteY29" fmla="*/ 5673 h 10000"/>
              <a:gd name="connsiteX30" fmla="*/ 8944 w 9842"/>
              <a:gd name="connsiteY30" fmla="*/ 5773 h 10000"/>
              <a:gd name="connsiteX31" fmla="*/ 8604 w 9842"/>
              <a:gd name="connsiteY31" fmla="*/ 5544 h 10000"/>
              <a:gd name="connsiteX32" fmla="*/ 8214 w 9842"/>
              <a:gd name="connsiteY32" fmla="*/ 5473 h 10000"/>
              <a:gd name="connsiteX33" fmla="*/ 7972 w 9842"/>
              <a:gd name="connsiteY33" fmla="*/ 5882 h 10000"/>
              <a:gd name="connsiteX34" fmla="*/ 7972 w 9842"/>
              <a:gd name="connsiteY34" fmla="*/ 9938 h 10000"/>
              <a:gd name="connsiteX35" fmla="*/ 7916 w 9842"/>
              <a:gd name="connsiteY35" fmla="*/ 9998 h 10000"/>
              <a:gd name="connsiteX36" fmla="*/ 4794 w 9842"/>
              <a:gd name="connsiteY36" fmla="*/ 9998 h 10000"/>
              <a:gd name="connsiteX37" fmla="*/ 4652 w 9842"/>
              <a:gd name="connsiteY37" fmla="*/ 9931 h 10000"/>
              <a:gd name="connsiteX38" fmla="*/ 4661 w 9842"/>
              <a:gd name="connsiteY38" fmla="*/ 9682 h 10000"/>
              <a:gd name="connsiteX39" fmla="*/ 4896 w 9842"/>
              <a:gd name="connsiteY39" fmla="*/ 9243 h 10000"/>
              <a:gd name="connsiteX40" fmla="*/ 4909 w 9842"/>
              <a:gd name="connsiteY40" fmla="*/ 8712 h 10000"/>
              <a:gd name="connsiteX41" fmla="*/ 4646 w 9842"/>
              <a:gd name="connsiteY41" fmla="*/ 8190 h 10000"/>
              <a:gd name="connsiteX42" fmla="*/ 4195 w 9842"/>
              <a:gd name="connsiteY42" fmla="*/ 7921 h 10000"/>
              <a:gd name="connsiteX43" fmla="*/ 3720 w 9842"/>
              <a:gd name="connsiteY43" fmla="*/ 7943 h 10000"/>
              <a:gd name="connsiteX44" fmla="*/ 3270 w 9842"/>
              <a:gd name="connsiteY44" fmla="*/ 8290 h 10000"/>
              <a:gd name="connsiteX45" fmla="*/ 3076 w 9842"/>
              <a:gd name="connsiteY45" fmla="*/ 9098 h 10000"/>
              <a:gd name="connsiteX46" fmla="*/ 3337 w 9842"/>
              <a:gd name="connsiteY46" fmla="*/ 9682 h 10000"/>
              <a:gd name="connsiteX47" fmla="*/ 3370 w 9842"/>
              <a:gd name="connsiteY47" fmla="*/ 9893 h 10000"/>
              <a:gd name="connsiteX48" fmla="*/ 3219 w 9842"/>
              <a:gd name="connsiteY48" fmla="*/ 10000 h 10000"/>
              <a:gd name="connsiteX49" fmla="*/ 2048 w 9842"/>
              <a:gd name="connsiteY49" fmla="*/ 9998 h 10000"/>
              <a:gd name="connsiteX50" fmla="*/ 78 w 9842"/>
              <a:gd name="connsiteY50" fmla="*/ 9998 h 10000"/>
              <a:gd name="connsiteX51" fmla="*/ 27 w 9842"/>
              <a:gd name="connsiteY51" fmla="*/ 9944 h 10000"/>
              <a:gd name="connsiteX52" fmla="*/ 27 w 9842"/>
              <a:gd name="connsiteY52" fmla="*/ 5893 h 10000"/>
              <a:gd name="connsiteX53" fmla="*/ 0 w 9842"/>
              <a:gd name="connsiteY53" fmla="*/ 4293 h 10000"/>
              <a:gd name="connsiteX54" fmla="*/ 27 w 9842"/>
              <a:gd name="connsiteY54" fmla="*/ 4086 h 10000"/>
              <a:gd name="connsiteX55" fmla="*/ 27 w 9842"/>
              <a:gd name="connsiteY55" fmla="*/ 1083 h 10000"/>
              <a:gd name="connsiteX56" fmla="*/ 27 w 9842"/>
              <a:gd name="connsiteY56" fmla="*/ 1083 h 10000"/>
              <a:gd name="connsiteX0" fmla="*/ 1 w 9974"/>
              <a:gd name="connsiteY0" fmla="*/ 1083 h 10000"/>
              <a:gd name="connsiteX1" fmla="*/ 1 w 9974"/>
              <a:gd name="connsiteY1" fmla="*/ 66 h 10000"/>
              <a:gd name="connsiteX2" fmla="*/ 54 w 9974"/>
              <a:gd name="connsiteY2" fmla="*/ 6 h 10000"/>
              <a:gd name="connsiteX3" fmla="*/ 3236 w 9974"/>
              <a:gd name="connsiteY3" fmla="*/ 8 h 10000"/>
              <a:gd name="connsiteX4" fmla="*/ 3398 w 9974"/>
              <a:gd name="connsiteY4" fmla="*/ 268 h 10000"/>
              <a:gd name="connsiteX5" fmla="*/ 3345 w 9974"/>
              <a:gd name="connsiteY5" fmla="*/ 348 h 10000"/>
              <a:gd name="connsiteX6" fmla="*/ 3101 w 9974"/>
              <a:gd name="connsiteY6" fmla="*/ 896 h 10000"/>
              <a:gd name="connsiteX7" fmla="*/ 3162 w 9974"/>
              <a:gd name="connsiteY7" fmla="*/ 1461 h 10000"/>
              <a:gd name="connsiteX8" fmla="*/ 3590 w 9974"/>
              <a:gd name="connsiteY8" fmla="*/ 1985 h 10000"/>
              <a:gd name="connsiteX9" fmla="*/ 4230 w 9974"/>
              <a:gd name="connsiteY9" fmla="*/ 2087 h 10000"/>
              <a:gd name="connsiteX10" fmla="*/ 4675 w 9974"/>
              <a:gd name="connsiteY10" fmla="*/ 1836 h 10000"/>
              <a:gd name="connsiteX11" fmla="*/ 4959 w 9974"/>
              <a:gd name="connsiteY11" fmla="*/ 1305 h 10000"/>
              <a:gd name="connsiteX12" fmla="*/ 4977 w 9974"/>
              <a:gd name="connsiteY12" fmla="*/ 912 h 10000"/>
              <a:gd name="connsiteX13" fmla="*/ 4718 w 9974"/>
              <a:gd name="connsiteY13" fmla="*/ 332 h 10000"/>
              <a:gd name="connsiteX14" fmla="*/ 4669 w 9974"/>
              <a:gd name="connsiteY14" fmla="*/ 128 h 10000"/>
              <a:gd name="connsiteX15" fmla="*/ 4840 w 9974"/>
              <a:gd name="connsiteY15" fmla="*/ 1 h 10000"/>
              <a:gd name="connsiteX16" fmla="*/ 5061 w 9974"/>
              <a:gd name="connsiteY16" fmla="*/ 1 h 10000"/>
              <a:gd name="connsiteX17" fmla="*/ 5535 w 9974"/>
              <a:gd name="connsiteY17" fmla="*/ 1 h 10000"/>
              <a:gd name="connsiteX18" fmla="*/ 7928 w 9974"/>
              <a:gd name="connsiteY18" fmla="*/ 1 h 10000"/>
              <a:gd name="connsiteX19" fmla="*/ 8033 w 9974"/>
              <a:gd name="connsiteY19" fmla="*/ 6 h 10000"/>
              <a:gd name="connsiteX20" fmla="*/ 8074 w 9974"/>
              <a:gd name="connsiteY20" fmla="*/ 52 h 10000"/>
              <a:gd name="connsiteX21" fmla="*/ 8074 w 9974"/>
              <a:gd name="connsiteY21" fmla="*/ 119 h 10000"/>
              <a:gd name="connsiteX22" fmla="*/ 8074 w 9974"/>
              <a:gd name="connsiteY22" fmla="*/ 4104 h 10000"/>
              <a:gd name="connsiteX23" fmla="*/ 8207 w 9974"/>
              <a:gd name="connsiteY23" fmla="*/ 4459 h 10000"/>
              <a:gd name="connsiteX24" fmla="*/ 8606 w 9974"/>
              <a:gd name="connsiteY24" fmla="*/ 4533 h 10000"/>
              <a:gd name="connsiteX25" fmla="*/ 8757 w 9974"/>
              <a:gd name="connsiteY25" fmla="*/ 4419 h 10000"/>
              <a:gd name="connsiteX26" fmla="*/ 9445 w 9974"/>
              <a:gd name="connsiteY26" fmla="*/ 4235 h 10000"/>
              <a:gd name="connsiteX27" fmla="*/ 9892 w 9974"/>
              <a:gd name="connsiteY27" fmla="*/ 4632 h 10000"/>
              <a:gd name="connsiteX28" fmla="*/ 9947 w 9974"/>
              <a:gd name="connsiteY28" fmla="*/ 5218 h 10000"/>
              <a:gd name="connsiteX29" fmla="*/ 9647 w 9974"/>
              <a:gd name="connsiteY29" fmla="*/ 5673 h 10000"/>
              <a:gd name="connsiteX30" fmla="*/ 9062 w 9974"/>
              <a:gd name="connsiteY30" fmla="*/ 5773 h 10000"/>
              <a:gd name="connsiteX31" fmla="*/ 8716 w 9974"/>
              <a:gd name="connsiteY31" fmla="*/ 5544 h 10000"/>
              <a:gd name="connsiteX32" fmla="*/ 8320 w 9974"/>
              <a:gd name="connsiteY32" fmla="*/ 5473 h 10000"/>
              <a:gd name="connsiteX33" fmla="*/ 8074 w 9974"/>
              <a:gd name="connsiteY33" fmla="*/ 5882 h 10000"/>
              <a:gd name="connsiteX34" fmla="*/ 8074 w 9974"/>
              <a:gd name="connsiteY34" fmla="*/ 9938 h 10000"/>
              <a:gd name="connsiteX35" fmla="*/ 8017 w 9974"/>
              <a:gd name="connsiteY35" fmla="*/ 9998 h 10000"/>
              <a:gd name="connsiteX36" fmla="*/ 4845 w 9974"/>
              <a:gd name="connsiteY36" fmla="*/ 9998 h 10000"/>
              <a:gd name="connsiteX37" fmla="*/ 4701 w 9974"/>
              <a:gd name="connsiteY37" fmla="*/ 9931 h 10000"/>
              <a:gd name="connsiteX38" fmla="*/ 4710 w 9974"/>
              <a:gd name="connsiteY38" fmla="*/ 9682 h 10000"/>
              <a:gd name="connsiteX39" fmla="*/ 4949 w 9974"/>
              <a:gd name="connsiteY39" fmla="*/ 9243 h 10000"/>
              <a:gd name="connsiteX40" fmla="*/ 4962 w 9974"/>
              <a:gd name="connsiteY40" fmla="*/ 8712 h 10000"/>
              <a:gd name="connsiteX41" fmla="*/ 4695 w 9974"/>
              <a:gd name="connsiteY41" fmla="*/ 8190 h 10000"/>
              <a:gd name="connsiteX42" fmla="*/ 4236 w 9974"/>
              <a:gd name="connsiteY42" fmla="*/ 7921 h 10000"/>
              <a:gd name="connsiteX43" fmla="*/ 3754 w 9974"/>
              <a:gd name="connsiteY43" fmla="*/ 7943 h 10000"/>
              <a:gd name="connsiteX44" fmla="*/ 3296 w 9974"/>
              <a:gd name="connsiteY44" fmla="*/ 8290 h 10000"/>
              <a:gd name="connsiteX45" fmla="*/ 3099 w 9974"/>
              <a:gd name="connsiteY45" fmla="*/ 9098 h 10000"/>
              <a:gd name="connsiteX46" fmla="*/ 3365 w 9974"/>
              <a:gd name="connsiteY46" fmla="*/ 9682 h 10000"/>
              <a:gd name="connsiteX47" fmla="*/ 3398 w 9974"/>
              <a:gd name="connsiteY47" fmla="*/ 9893 h 10000"/>
              <a:gd name="connsiteX48" fmla="*/ 3245 w 9974"/>
              <a:gd name="connsiteY48" fmla="*/ 10000 h 10000"/>
              <a:gd name="connsiteX49" fmla="*/ 2055 w 9974"/>
              <a:gd name="connsiteY49" fmla="*/ 9998 h 10000"/>
              <a:gd name="connsiteX50" fmla="*/ 53 w 9974"/>
              <a:gd name="connsiteY50" fmla="*/ 9998 h 10000"/>
              <a:gd name="connsiteX51" fmla="*/ 1 w 9974"/>
              <a:gd name="connsiteY51" fmla="*/ 9944 h 10000"/>
              <a:gd name="connsiteX52" fmla="*/ 1 w 9974"/>
              <a:gd name="connsiteY52" fmla="*/ 5893 h 10000"/>
              <a:gd name="connsiteX53" fmla="*/ 1 w 9974"/>
              <a:gd name="connsiteY53" fmla="*/ 4086 h 10000"/>
              <a:gd name="connsiteX54" fmla="*/ 1 w 9974"/>
              <a:gd name="connsiteY54" fmla="*/ 1083 h 10000"/>
              <a:gd name="connsiteX55" fmla="*/ 1 w 9974"/>
              <a:gd name="connsiteY55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4707 w 10000"/>
              <a:gd name="connsiteY41" fmla="*/ 8190 h 10000"/>
              <a:gd name="connsiteX42" fmla="*/ 3764 w 10000"/>
              <a:gd name="connsiteY42" fmla="*/ 7943 h 10000"/>
              <a:gd name="connsiteX43" fmla="*/ 3305 w 10000"/>
              <a:gd name="connsiteY43" fmla="*/ 8290 h 10000"/>
              <a:gd name="connsiteX44" fmla="*/ 3107 w 10000"/>
              <a:gd name="connsiteY44" fmla="*/ 9098 h 10000"/>
              <a:gd name="connsiteX45" fmla="*/ 3374 w 10000"/>
              <a:gd name="connsiteY45" fmla="*/ 9682 h 10000"/>
              <a:gd name="connsiteX46" fmla="*/ 3407 w 10000"/>
              <a:gd name="connsiteY46" fmla="*/ 9893 h 10000"/>
              <a:gd name="connsiteX47" fmla="*/ 3253 w 10000"/>
              <a:gd name="connsiteY47" fmla="*/ 10000 h 10000"/>
              <a:gd name="connsiteX48" fmla="*/ 2060 w 10000"/>
              <a:gd name="connsiteY48" fmla="*/ 9998 h 10000"/>
              <a:gd name="connsiteX49" fmla="*/ 53 w 10000"/>
              <a:gd name="connsiteY49" fmla="*/ 9998 h 10000"/>
              <a:gd name="connsiteX50" fmla="*/ 1 w 10000"/>
              <a:gd name="connsiteY50" fmla="*/ 9944 h 10000"/>
              <a:gd name="connsiteX51" fmla="*/ 1 w 10000"/>
              <a:gd name="connsiteY51" fmla="*/ 5893 h 10000"/>
              <a:gd name="connsiteX52" fmla="*/ 1 w 10000"/>
              <a:gd name="connsiteY52" fmla="*/ 4086 h 10000"/>
              <a:gd name="connsiteX53" fmla="*/ 1 w 10000"/>
              <a:gd name="connsiteY53" fmla="*/ 1083 h 10000"/>
              <a:gd name="connsiteX54" fmla="*/ 1 w 10000"/>
              <a:gd name="connsiteY54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3764 w 10000"/>
              <a:gd name="connsiteY41" fmla="*/ 7943 h 10000"/>
              <a:gd name="connsiteX42" fmla="*/ 3305 w 10000"/>
              <a:gd name="connsiteY42" fmla="*/ 8290 h 10000"/>
              <a:gd name="connsiteX43" fmla="*/ 3107 w 10000"/>
              <a:gd name="connsiteY43" fmla="*/ 9098 h 10000"/>
              <a:gd name="connsiteX44" fmla="*/ 3374 w 10000"/>
              <a:gd name="connsiteY44" fmla="*/ 9682 h 10000"/>
              <a:gd name="connsiteX45" fmla="*/ 3407 w 10000"/>
              <a:gd name="connsiteY45" fmla="*/ 9893 h 10000"/>
              <a:gd name="connsiteX46" fmla="*/ 3253 w 10000"/>
              <a:gd name="connsiteY46" fmla="*/ 10000 h 10000"/>
              <a:gd name="connsiteX47" fmla="*/ 2060 w 10000"/>
              <a:gd name="connsiteY47" fmla="*/ 9998 h 10000"/>
              <a:gd name="connsiteX48" fmla="*/ 53 w 10000"/>
              <a:gd name="connsiteY48" fmla="*/ 9998 h 10000"/>
              <a:gd name="connsiteX49" fmla="*/ 1 w 10000"/>
              <a:gd name="connsiteY49" fmla="*/ 9944 h 10000"/>
              <a:gd name="connsiteX50" fmla="*/ 1 w 10000"/>
              <a:gd name="connsiteY50" fmla="*/ 5893 h 10000"/>
              <a:gd name="connsiteX51" fmla="*/ 1 w 10000"/>
              <a:gd name="connsiteY51" fmla="*/ 4086 h 10000"/>
              <a:gd name="connsiteX52" fmla="*/ 1 w 10000"/>
              <a:gd name="connsiteY52" fmla="*/ 1083 h 10000"/>
              <a:gd name="connsiteX53" fmla="*/ 1 w 10000"/>
              <a:gd name="connsiteY53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3764 w 10000"/>
              <a:gd name="connsiteY40" fmla="*/ 7943 h 10000"/>
              <a:gd name="connsiteX41" fmla="*/ 3305 w 10000"/>
              <a:gd name="connsiteY41" fmla="*/ 8290 h 10000"/>
              <a:gd name="connsiteX42" fmla="*/ 3107 w 10000"/>
              <a:gd name="connsiteY42" fmla="*/ 9098 h 10000"/>
              <a:gd name="connsiteX43" fmla="*/ 3374 w 10000"/>
              <a:gd name="connsiteY43" fmla="*/ 9682 h 10000"/>
              <a:gd name="connsiteX44" fmla="*/ 3407 w 10000"/>
              <a:gd name="connsiteY44" fmla="*/ 9893 h 10000"/>
              <a:gd name="connsiteX45" fmla="*/ 3253 w 10000"/>
              <a:gd name="connsiteY45" fmla="*/ 10000 h 10000"/>
              <a:gd name="connsiteX46" fmla="*/ 2060 w 10000"/>
              <a:gd name="connsiteY46" fmla="*/ 9998 h 10000"/>
              <a:gd name="connsiteX47" fmla="*/ 53 w 10000"/>
              <a:gd name="connsiteY47" fmla="*/ 9998 h 10000"/>
              <a:gd name="connsiteX48" fmla="*/ 1 w 10000"/>
              <a:gd name="connsiteY48" fmla="*/ 9944 h 10000"/>
              <a:gd name="connsiteX49" fmla="*/ 1 w 10000"/>
              <a:gd name="connsiteY49" fmla="*/ 5893 h 10000"/>
              <a:gd name="connsiteX50" fmla="*/ 1 w 10000"/>
              <a:gd name="connsiteY50" fmla="*/ 4086 h 10000"/>
              <a:gd name="connsiteX51" fmla="*/ 1 w 10000"/>
              <a:gd name="connsiteY51" fmla="*/ 1083 h 10000"/>
              <a:gd name="connsiteX52" fmla="*/ 1 w 10000"/>
              <a:gd name="connsiteY52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3764 w 10000"/>
              <a:gd name="connsiteY39" fmla="*/ 7943 h 10000"/>
              <a:gd name="connsiteX40" fmla="*/ 3305 w 10000"/>
              <a:gd name="connsiteY40" fmla="*/ 8290 h 10000"/>
              <a:gd name="connsiteX41" fmla="*/ 3107 w 10000"/>
              <a:gd name="connsiteY41" fmla="*/ 9098 h 10000"/>
              <a:gd name="connsiteX42" fmla="*/ 3374 w 10000"/>
              <a:gd name="connsiteY42" fmla="*/ 9682 h 10000"/>
              <a:gd name="connsiteX43" fmla="*/ 3407 w 10000"/>
              <a:gd name="connsiteY43" fmla="*/ 9893 h 10000"/>
              <a:gd name="connsiteX44" fmla="*/ 3253 w 10000"/>
              <a:gd name="connsiteY44" fmla="*/ 10000 h 10000"/>
              <a:gd name="connsiteX45" fmla="*/ 2060 w 10000"/>
              <a:gd name="connsiteY45" fmla="*/ 9998 h 10000"/>
              <a:gd name="connsiteX46" fmla="*/ 53 w 10000"/>
              <a:gd name="connsiteY46" fmla="*/ 9998 h 10000"/>
              <a:gd name="connsiteX47" fmla="*/ 1 w 10000"/>
              <a:gd name="connsiteY47" fmla="*/ 9944 h 10000"/>
              <a:gd name="connsiteX48" fmla="*/ 1 w 10000"/>
              <a:gd name="connsiteY48" fmla="*/ 5893 h 10000"/>
              <a:gd name="connsiteX49" fmla="*/ 1 w 10000"/>
              <a:gd name="connsiteY49" fmla="*/ 4086 h 10000"/>
              <a:gd name="connsiteX50" fmla="*/ 1 w 10000"/>
              <a:gd name="connsiteY50" fmla="*/ 1083 h 10000"/>
              <a:gd name="connsiteX51" fmla="*/ 1 w 10000"/>
              <a:gd name="connsiteY51" fmla="*/ 1083 h 10000"/>
              <a:gd name="connsiteX0" fmla="*/ 1 w 10000"/>
              <a:gd name="connsiteY0" fmla="*/ 1083 h 10102"/>
              <a:gd name="connsiteX1" fmla="*/ 1 w 10000"/>
              <a:gd name="connsiteY1" fmla="*/ 66 h 10102"/>
              <a:gd name="connsiteX2" fmla="*/ 54 w 10000"/>
              <a:gd name="connsiteY2" fmla="*/ 6 h 10102"/>
              <a:gd name="connsiteX3" fmla="*/ 3244 w 10000"/>
              <a:gd name="connsiteY3" fmla="*/ 8 h 10102"/>
              <a:gd name="connsiteX4" fmla="*/ 3407 w 10000"/>
              <a:gd name="connsiteY4" fmla="*/ 268 h 10102"/>
              <a:gd name="connsiteX5" fmla="*/ 3354 w 10000"/>
              <a:gd name="connsiteY5" fmla="*/ 348 h 10102"/>
              <a:gd name="connsiteX6" fmla="*/ 3109 w 10000"/>
              <a:gd name="connsiteY6" fmla="*/ 896 h 10102"/>
              <a:gd name="connsiteX7" fmla="*/ 3170 w 10000"/>
              <a:gd name="connsiteY7" fmla="*/ 1461 h 10102"/>
              <a:gd name="connsiteX8" fmla="*/ 3599 w 10000"/>
              <a:gd name="connsiteY8" fmla="*/ 1985 h 10102"/>
              <a:gd name="connsiteX9" fmla="*/ 4241 w 10000"/>
              <a:gd name="connsiteY9" fmla="*/ 2087 h 10102"/>
              <a:gd name="connsiteX10" fmla="*/ 4687 w 10000"/>
              <a:gd name="connsiteY10" fmla="*/ 1836 h 10102"/>
              <a:gd name="connsiteX11" fmla="*/ 4972 w 10000"/>
              <a:gd name="connsiteY11" fmla="*/ 1305 h 10102"/>
              <a:gd name="connsiteX12" fmla="*/ 4990 w 10000"/>
              <a:gd name="connsiteY12" fmla="*/ 912 h 10102"/>
              <a:gd name="connsiteX13" fmla="*/ 4730 w 10000"/>
              <a:gd name="connsiteY13" fmla="*/ 332 h 10102"/>
              <a:gd name="connsiteX14" fmla="*/ 4681 w 10000"/>
              <a:gd name="connsiteY14" fmla="*/ 128 h 10102"/>
              <a:gd name="connsiteX15" fmla="*/ 4853 w 10000"/>
              <a:gd name="connsiteY15" fmla="*/ 1 h 10102"/>
              <a:gd name="connsiteX16" fmla="*/ 5074 w 10000"/>
              <a:gd name="connsiteY16" fmla="*/ 1 h 10102"/>
              <a:gd name="connsiteX17" fmla="*/ 5549 w 10000"/>
              <a:gd name="connsiteY17" fmla="*/ 1 h 10102"/>
              <a:gd name="connsiteX18" fmla="*/ 7949 w 10000"/>
              <a:gd name="connsiteY18" fmla="*/ 1 h 10102"/>
              <a:gd name="connsiteX19" fmla="*/ 8054 w 10000"/>
              <a:gd name="connsiteY19" fmla="*/ 6 h 10102"/>
              <a:gd name="connsiteX20" fmla="*/ 8095 w 10000"/>
              <a:gd name="connsiteY20" fmla="*/ 52 h 10102"/>
              <a:gd name="connsiteX21" fmla="*/ 8095 w 10000"/>
              <a:gd name="connsiteY21" fmla="*/ 119 h 10102"/>
              <a:gd name="connsiteX22" fmla="*/ 8095 w 10000"/>
              <a:gd name="connsiteY22" fmla="*/ 4104 h 10102"/>
              <a:gd name="connsiteX23" fmla="*/ 8228 w 10000"/>
              <a:gd name="connsiteY23" fmla="*/ 4459 h 10102"/>
              <a:gd name="connsiteX24" fmla="*/ 8628 w 10000"/>
              <a:gd name="connsiteY24" fmla="*/ 4533 h 10102"/>
              <a:gd name="connsiteX25" fmla="*/ 8780 w 10000"/>
              <a:gd name="connsiteY25" fmla="*/ 4419 h 10102"/>
              <a:gd name="connsiteX26" fmla="*/ 9470 w 10000"/>
              <a:gd name="connsiteY26" fmla="*/ 4235 h 10102"/>
              <a:gd name="connsiteX27" fmla="*/ 9918 w 10000"/>
              <a:gd name="connsiteY27" fmla="*/ 4632 h 10102"/>
              <a:gd name="connsiteX28" fmla="*/ 9973 w 10000"/>
              <a:gd name="connsiteY28" fmla="*/ 5218 h 10102"/>
              <a:gd name="connsiteX29" fmla="*/ 9672 w 10000"/>
              <a:gd name="connsiteY29" fmla="*/ 5673 h 10102"/>
              <a:gd name="connsiteX30" fmla="*/ 9086 w 10000"/>
              <a:gd name="connsiteY30" fmla="*/ 5773 h 10102"/>
              <a:gd name="connsiteX31" fmla="*/ 8739 w 10000"/>
              <a:gd name="connsiteY31" fmla="*/ 5544 h 10102"/>
              <a:gd name="connsiteX32" fmla="*/ 8342 w 10000"/>
              <a:gd name="connsiteY32" fmla="*/ 5473 h 10102"/>
              <a:gd name="connsiteX33" fmla="*/ 8095 w 10000"/>
              <a:gd name="connsiteY33" fmla="*/ 5882 h 10102"/>
              <a:gd name="connsiteX34" fmla="*/ 8095 w 10000"/>
              <a:gd name="connsiteY34" fmla="*/ 9938 h 10102"/>
              <a:gd name="connsiteX35" fmla="*/ 8038 w 10000"/>
              <a:gd name="connsiteY35" fmla="*/ 9998 h 10102"/>
              <a:gd name="connsiteX36" fmla="*/ 4858 w 10000"/>
              <a:gd name="connsiteY36" fmla="*/ 9998 h 10102"/>
              <a:gd name="connsiteX37" fmla="*/ 4713 w 10000"/>
              <a:gd name="connsiteY37" fmla="*/ 9931 h 10102"/>
              <a:gd name="connsiteX38" fmla="*/ 3764 w 10000"/>
              <a:gd name="connsiteY38" fmla="*/ 7943 h 10102"/>
              <a:gd name="connsiteX39" fmla="*/ 3305 w 10000"/>
              <a:gd name="connsiteY39" fmla="*/ 8290 h 10102"/>
              <a:gd name="connsiteX40" fmla="*/ 3107 w 10000"/>
              <a:gd name="connsiteY40" fmla="*/ 9098 h 10102"/>
              <a:gd name="connsiteX41" fmla="*/ 3374 w 10000"/>
              <a:gd name="connsiteY41" fmla="*/ 9682 h 10102"/>
              <a:gd name="connsiteX42" fmla="*/ 3407 w 10000"/>
              <a:gd name="connsiteY42" fmla="*/ 9893 h 10102"/>
              <a:gd name="connsiteX43" fmla="*/ 3253 w 10000"/>
              <a:gd name="connsiteY43" fmla="*/ 10000 h 10102"/>
              <a:gd name="connsiteX44" fmla="*/ 2060 w 10000"/>
              <a:gd name="connsiteY44" fmla="*/ 9998 h 10102"/>
              <a:gd name="connsiteX45" fmla="*/ 53 w 10000"/>
              <a:gd name="connsiteY45" fmla="*/ 9998 h 10102"/>
              <a:gd name="connsiteX46" fmla="*/ 1 w 10000"/>
              <a:gd name="connsiteY46" fmla="*/ 9944 h 10102"/>
              <a:gd name="connsiteX47" fmla="*/ 1 w 10000"/>
              <a:gd name="connsiteY47" fmla="*/ 5893 h 10102"/>
              <a:gd name="connsiteX48" fmla="*/ 1 w 10000"/>
              <a:gd name="connsiteY48" fmla="*/ 4086 h 10102"/>
              <a:gd name="connsiteX49" fmla="*/ 1 w 10000"/>
              <a:gd name="connsiteY49" fmla="*/ 1083 h 10102"/>
              <a:gd name="connsiteX50" fmla="*/ 1 w 10000"/>
              <a:gd name="connsiteY50" fmla="*/ 1083 h 10102"/>
              <a:gd name="connsiteX0" fmla="*/ 1 w 10000"/>
              <a:gd name="connsiteY0" fmla="*/ 1083 h 10077"/>
              <a:gd name="connsiteX1" fmla="*/ 1 w 10000"/>
              <a:gd name="connsiteY1" fmla="*/ 66 h 10077"/>
              <a:gd name="connsiteX2" fmla="*/ 54 w 10000"/>
              <a:gd name="connsiteY2" fmla="*/ 6 h 10077"/>
              <a:gd name="connsiteX3" fmla="*/ 3244 w 10000"/>
              <a:gd name="connsiteY3" fmla="*/ 8 h 10077"/>
              <a:gd name="connsiteX4" fmla="*/ 3407 w 10000"/>
              <a:gd name="connsiteY4" fmla="*/ 268 h 10077"/>
              <a:gd name="connsiteX5" fmla="*/ 3354 w 10000"/>
              <a:gd name="connsiteY5" fmla="*/ 348 h 10077"/>
              <a:gd name="connsiteX6" fmla="*/ 3109 w 10000"/>
              <a:gd name="connsiteY6" fmla="*/ 896 h 10077"/>
              <a:gd name="connsiteX7" fmla="*/ 3170 w 10000"/>
              <a:gd name="connsiteY7" fmla="*/ 1461 h 10077"/>
              <a:gd name="connsiteX8" fmla="*/ 3599 w 10000"/>
              <a:gd name="connsiteY8" fmla="*/ 1985 h 10077"/>
              <a:gd name="connsiteX9" fmla="*/ 4241 w 10000"/>
              <a:gd name="connsiteY9" fmla="*/ 2087 h 10077"/>
              <a:gd name="connsiteX10" fmla="*/ 4687 w 10000"/>
              <a:gd name="connsiteY10" fmla="*/ 1836 h 10077"/>
              <a:gd name="connsiteX11" fmla="*/ 4972 w 10000"/>
              <a:gd name="connsiteY11" fmla="*/ 1305 h 10077"/>
              <a:gd name="connsiteX12" fmla="*/ 4990 w 10000"/>
              <a:gd name="connsiteY12" fmla="*/ 912 h 10077"/>
              <a:gd name="connsiteX13" fmla="*/ 4730 w 10000"/>
              <a:gd name="connsiteY13" fmla="*/ 332 h 10077"/>
              <a:gd name="connsiteX14" fmla="*/ 4681 w 10000"/>
              <a:gd name="connsiteY14" fmla="*/ 128 h 10077"/>
              <a:gd name="connsiteX15" fmla="*/ 4853 w 10000"/>
              <a:gd name="connsiteY15" fmla="*/ 1 h 10077"/>
              <a:gd name="connsiteX16" fmla="*/ 5074 w 10000"/>
              <a:gd name="connsiteY16" fmla="*/ 1 h 10077"/>
              <a:gd name="connsiteX17" fmla="*/ 5549 w 10000"/>
              <a:gd name="connsiteY17" fmla="*/ 1 h 10077"/>
              <a:gd name="connsiteX18" fmla="*/ 7949 w 10000"/>
              <a:gd name="connsiteY18" fmla="*/ 1 h 10077"/>
              <a:gd name="connsiteX19" fmla="*/ 8054 w 10000"/>
              <a:gd name="connsiteY19" fmla="*/ 6 h 10077"/>
              <a:gd name="connsiteX20" fmla="*/ 8095 w 10000"/>
              <a:gd name="connsiteY20" fmla="*/ 52 h 10077"/>
              <a:gd name="connsiteX21" fmla="*/ 8095 w 10000"/>
              <a:gd name="connsiteY21" fmla="*/ 119 h 10077"/>
              <a:gd name="connsiteX22" fmla="*/ 8095 w 10000"/>
              <a:gd name="connsiteY22" fmla="*/ 4104 h 10077"/>
              <a:gd name="connsiteX23" fmla="*/ 8228 w 10000"/>
              <a:gd name="connsiteY23" fmla="*/ 4459 h 10077"/>
              <a:gd name="connsiteX24" fmla="*/ 8628 w 10000"/>
              <a:gd name="connsiteY24" fmla="*/ 4533 h 10077"/>
              <a:gd name="connsiteX25" fmla="*/ 8780 w 10000"/>
              <a:gd name="connsiteY25" fmla="*/ 4419 h 10077"/>
              <a:gd name="connsiteX26" fmla="*/ 9470 w 10000"/>
              <a:gd name="connsiteY26" fmla="*/ 4235 h 10077"/>
              <a:gd name="connsiteX27" fmla="*/ 9918 w 10000"/>
              <a:gd name="connsiteY27" fmla="*/ 4632 h 10077"/>
              <a:gd name="connsiteX28" fmla="*/ 9973 w 10000"/>
              <a:gd name="connsiteY28" fmla="*/ 5218 h 10077"/>
              <a:gd name="connsiteX29" fmla="*/ 9672 w 10000"/>
              <a:gd name="connsiteY29" fmla="*/ 5673 h 10077"/>
              <a:gd name="connsiteX30" fmla="*/ 9086 w 10000"/>
              <a:gd name="connsiteY30" fmla="*/ 5773 h 10077"/>
              <a:gd name="connsiteX31" fmla="*/ 8739 w 10000"/>
              <a:gd name="connsiteY31" fmla="*/ 5544 h 10077"/>
              <a:gd name="connsiteX32" fmla="*/ 8342 w 10000"/>
              <a:gd name="connsiteY32" fmla="*/ 5473 h 10077"/>
              <a:gd name="connsiteX33" fmla="*/ 8095 w 10000"/>
              <a:gd name="connsiteY33" fmla="*/ 5882 h 10077"/>
              <a:gd name="connsiteX34" fmla="*/ 8095 w 10000"/>
              <a:gd name="connsiteY34" fmla="*/ 9938 h 10077"/>
              <a:gd name="connsiteX35" fmla="*/ 8038 w 10000"/>
              <a:gd name="connsiteY35" fmla="*/ 9998 h 10077"/>
              <a:gd name="connsiteX36" fmla="*/ 4858 w 10000"/>
              <a:gd name="connsiteY36" fmla="*/ 9998 h 10077"/>
              <a:gd name="connsiteX37" fmla="*/ 4713 w 10000"/>
              <a:gd name="connsiteY37" fmla="*/ 9931 h 10077"/>
              <a:gd name="connsiteX38" fmla="*/ 3305 w 10000"/>
              <a:gd name="connsiteY38" fmla="*/ 8290 h 10077"/>
              <a:gd name="connsiteX39" fmla="*/ 3107 w 10000"/>
              <a:gd name="connsiteY39" fmla="*/ 9098 h 10077"/>
              <a:gd name="connsiteX40" fmla="*/ 3374 w 10000"/>
              <a:gd name="connsiteY40" fmla="*/ 9682 h 10077"/>
              <a:gd name="connsiteX41" fmla="*/ 3407 w 10000"/>
              <a:gd name="connsiteY41" fmla="*/ 9893 h 10077"/>
              <a:gd name="connsiteX42" fmla="*/ 3253 w 10000"/>
              <a:gd name="connsiteY42" fmla="*/ 10000 h 10077"/>
              <a:gd name="connsiteX43" fmla="*/ 2060 w 10000"/>
              <a:gd name="connsiteY43" fmla="*/ 9998 h 10077"/>
              <a:gd name="connsiteX44" fmla="*/ 53 w 10000"/>
              <a:gd name="connsiteY44" fmla="*/ 9998 h 10077"/>
              <a:gd name="connsiteX45" fmla="*/ 1 w 10000"/>
              <a:gd name="connsiteY45" fmla="*/ 9944 h 10077"/>
              <a:gd name="connsiteX46" fmla="*/ 1 w 10000"/>
              <a:gd name="connsiteY46" fmla="*/ 5893 h 10077"/>
              <a:gd name="connsiteX47" fmla="*/ 1 w 10000"/>
              <a:gd name="connsiteY47" fmla="*/ 4086 h 10077"/>
              <a:gd name="connsiteX48" fmla="*/ 1 w 10000"/>
              <a:gd name="connsiteY48" fmla="*/ 1083 h 10077"/>
              <a:gd name="connsiteX49" fmla="*/ 1 w 10000"/>
              <a:gd name="connsiteY49" fmla="*/ 1083 h 10077"/>
              <a:gd name="connsiteX0" fmla="*/ 1 w 10000"/>
              <a:gd name="connsiteY0" fmla="*/ 1083 h 10020"/>
              <a:gd name="connsiteX1" fmla="*/ 1 w 10000"/>
              <a:gd name="connsiteY1" fmla="*/ 66 h 10020"/>
              <a:gd name="connsiteX2" fmla="*/ 54 w 10000"/>
              <a:gd name="connsiteY2" fmla="*/ 6 h 10020"/>
              <a:gd name="connsiteX3" fmla="*/ 3244 w 10000"/>
              <a:gd name="connsiteY3" fmla="*/ 8 h 10020"/>
              <a:gd name="connsiteX4" fmla="*/ 3407 w 10000"/>
              <a:gd name="connsiteY4" fmla="*/ 268 h 10020"/>
              <a:gd name="connsiteX5" fmla="*/ 3354 w 10000"/>
              <a:gd name="connsiteY5" fmla="*/ 348 h 10020"/>
              <a:gd name="connsiteX6" fmla="*/ 3109 w 10000"/>
              <a:gd name="connsiteY6" fmla="*/ 896 h 10020"/>
              <a:gd name="connsiteX7" fmla="*/ 3170 w 10000"/>
              <a:gd name="connsiteY7" fmla="*/ 1461 h 10020"/>
              <a:gd name="connsiteX8" fmla="*/ 3599 w 10000"/>
              <a:gd name="connsiteY8" fmla="*/ 1985 h 10020"/>
              <a:gd name="connsiteX9" fmla="*/ 4241 w 10000"/>
              <a:gd name="connsiteY9" fmla="*/ 2087 h 10020"/>
              <a:gd name="connsiteX10" fmla="*/ 4687 w 10000"/>
              <a:gd name="connsiteY10" fmla="*/ 1836 h 10020"/>
              <a:gd name="connsiteX11" fmla="*/ 4972 w 10000"/>
              <a:gd name="connsiteY11" fmla="*/ 1305 h 10020"/>
              <a:gd name="connsiteX12" fmla="*/ 4990 w 10000"/>
              <a:gd name="connsiteY12" fmla="*/ 912 h 10020"/>
              <a:gd name="connsiteX13" fmla="*/ 4730 w 10000"/>
              <a:gd name="connsiteY13" fmla="*/ 332 h 10020"/>
              <a:gd name="connsiteX14" fmla="*/ 4681 w 10000"/>
              <a:gd name="connsiteY14" fmla="*/ 128 h 10020"/>
              <a:gd name="connsiteX15" fmla="*/ 4853 w 10000"/>
              <a:gd name="connsiteY15" fmla="*/ 1 h 10020"/>
              <a:gd name="connsiteX16" fmla="*/ 5074 w 10000"/>
              <a:gd name="connsiteY16" fmla="*/ 1 h 10020"/>
              <a:gd name="connsiteX17" fmla="*/ 5549 w 10000"/>
              <a:gd name="connsiteY17" fmla="*/ 1 h 10020"/>
              <a:gd name="connsiteX18" fmla="*/ 7949 w 10000"/>
              <a:gd name="connsiteY18" fmla="*/ 1 h 10020"/>
              <a:gd name="connsiteX19" fmla="*/ 8054 w 10000"/>
              <a:gd name="connsiteY19" fmla="*/ 6 h 10020"/>
              <a:gd name="connsiteX20" fmla="*/ 8095 w 10000"/>
              <a:gd name="connsiteY20" fmla="*/ 52 h 10020"/>
              <a:gd name="connsiteX21" fmla="*/ 8095 w 10000"/>
              <a:gd name="connsiteY21" fmla="*/ 119 h 10020"/>
              <a:gd name="connsiteX22" fmla="*/ 8095 w 10000"/>
              <a:gd name="connsiteY22" fmla="*/ 4104 h 10020"/>
              <a:gd name="connsiteX23" fmla="*/ 8228 w 10000"/>
              <a:gd name="connsiteY23" fmla="*/ 4459 h 10020"/>
              <a:gd name="connsiteX24" fmla="*/ 8628 w 10000"/>
              <a:gd name="connsiteY24" fmla="*/ 4533 h 10020"/>
              <a:gd name="connsiteX25" fmla="*/ 8780 w 10000"/>
              <a:gd name="connsiteY25" fmla="*/ 4419 h 10020"/>
              <a:gd name="connsiteX26" fmla="*/ 9470 w 10000"/>
              <a:gd name="connsiteY26" fmla="*/ 4235 h 10020"/>
              <a:gd name="connsiteX27" fmla="*/ 9918 w 10000"/>
              <a:gd name="connsiteY27" fmla="*/ 4632 h 10020"/>
              <a:gd name="connsiteX28" fmla="*/ 9973 w 10000"/>
              <a:gd name="connsiteY28" fmla="*/ 5218 h 10020"/>
              <a:gd name="connsiteX29" fmla="*/ 9672 w 10000"/>
              <a:gd name="connsiteY29" fmla="*/ 5673 h 10020"/>
              <a:gd name="connsiteX30" fmla="*/ 9086 w 10000"/>
              <a:gd name="connsiteY30" fmla="*/ 5773 h 10020"/>
              <a:gd name="connsiteX31" fmla="*/ 8739 w 10000"/>
              <a:gd name="connsiteY31" fmla="*/ 5544 h 10020"/>
              <a:gd name="connsiteX32" fmla="*/ 8342 w 10000"/>
              <a:gd name="connsiteY32" fmla="*/ 5473 h 10020"/>
              <a:gd name="connsiteX33" fmla="*/ 8095 w 10000"/>
              <a:gd name="connsiteY33" fmla="*/ 5882 h 10020"/>
              <a:gd name="connsiteX34" fmla="*/ 8095 w 10000"/>
              <a:gd name="connsiteY34" fmla="*/ 9938 h 10020"/>
              <a:gd name="connsiteX35" fmla="*/ 8038 w 10000"/>
              <a:gd name="connsiteY35" fmla="*/ 9998 h 10020"/>
              <a:gd name="connsiteX36" fmla="*/ 4858 w 10000"/>
              <a:gd name="connsiteY36" fmla="*/ 9998 h 10020"/>
              <a:gd name="connsiteX37" fmla="*/ 4713 w 10000"/>
              <a:gd name="connsiteY37" fmla="*/ 9931 h 10020"/>
              <a:gd name="connsiteX38" fmla="*/ 3107 w 10000"/>
              <a:gd name="connsiteY38" fmla="*/ 9098 h 10020"/>
              <a:gd name="connsiteX39" fmla="*/ 3374 w 10000"/>
              <a:gd name="connsiteY39" fmla="*/ 9682 h 10020"/>
              <a:gd name="connsiteX40" fmla="*/ 3407 w 10000"/>
              <a:gd name="connsiteY40" fmla="*/ 9893 h 10020"/>
              <a:gd name="connsiteX41" fmla="*/ 3253 w 10000"/>
              <a:gd name="connsiteY41" fmla="*/ 10000 h 10020"/>
              <a:gd name="connsiteX42" fmla="*/ 2060 w 10000"/>
              <a:gd name="connsiteY42" fmla="*/ 9998 h 10020"/>
              <a:gd name="connsiteX43" fmla="*/ 53 w 10000"/>
              <a:gd name="connsiteY43" fmla="*/ 9998 h 10020"/>
              <a:gd name="connsiteX44" fmla="*/ 1 w 10000"/>
              <a:gd name="connsiteY44" fmla="*/ 9944 h 10020"/>
              <a:gd name="connsiteX45" fmla="*/ 1 w 10000"/>
              <a:gd name="connsiteY45" fmla="*/ 5893 h 10020"/>
              <a:gd name="connsiteX46" fmla="*/ 1 w 10000"/>
              <a:gd name="connsiteY46" fmla="*/ 4086 h 10020"/>
              <a:gd name="connsiteX47" fmla="*/ 1 w 10000"/>
              <a:gd name="connsiteY47" fmla="*/ 1083 h 10020"/>
              <a:gd name="connsiteX48" fmla="*/ 1 w 10000"/>
              <a:gd name="connsiteY48" fmla="*/ 1083 h 1002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374 w 10000"/>
              <a:gd name="connsiteY38" fmla="*/ 9682 h 10000"/>
              <a:gd name="connsiteX39" fmla="*/ 3407 w 10000"/>
              <a:gd name="connsiteY39" fmla="*/ 9893 h 10000"/>
              <a:gd name="connsiteX40" fmla="*/ 3253 w 10000"/>
              <a:gd name="connsiteY40" fmla="*/ 10000 h 10000"/>
              <a:gd name="connsiteX41" fmla="*/ 2060 w 10000"/>
              <a:gd name="connsiteY41" fmla="*/ 9998 h 10000"/>
              <a:gd name="connsiteX42" fmla="*/ 53 w 10000"/>
              <a:gd name="connsiteY42" fmla="*/ 9998 h 10000"/>
              <a:gd name="connsiteX43" fmla="*/ 1 w 10000"/>
              <a:gd name="connsiteY43" fmla="*/ 9944 h 10000"/>
              <a:gd name="connsiteX44" fmla="*/ 1 w 10000"/>
              <a:gd name="connsiteY44" fmla="*/ 5893 h 10000"/>
              <a:gd name="connsiteX45" fmla="*/ 1 w 10000"/>
              <a:gd name="connsiteY45" fmla="*/ 4086 h 10000"/>
              <a:gd name="connsiteX46" fmla="*/ 1 w 10000"/>
              <a:gd name="connsiteY46" fmla="*/ 1083 h 10000"/>
              <a:gd name="connsiteX47" fmla="*/ 1 w 10000"/>
              <a:gd name="connsiteY47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407 w 10000"/>
              <a:gd name="connsiteY38" fmla="*/ 9893 h 10000"/>
              <a:gd name="connsiteX39" fmla="*/ 3253 w 10000"/>
              <a:gd name="connsiteY39" fmla="*/ 10000 h 10000"/>
              <a:gd name="connsiteX40" fmla="*/ 2060 w 10000"/>
              <a:gd name="connsiteY40" fmla="*/ 9998 h 10000"/>
              <a:gd name="connsiteX41" fmla="*/ 53 w 10000"/>
              <a:gd name="connsiteY41" fmla="*/ 9998 h 10000"/>
              <a:gd name="connsiteX42" fmla="*/ 1 w 10000"/>
              <a:gd name="connsiteY42" fmla="*/ 9944 h 10000"/>
              <a:gd name="connsiteX43" fmla="*/ 1 w 10000"/>
              <a:gd name="connsiteY43" fmla="*/ 5893 h 10000"/>
              <a:gd name="connsiteX44" fmla="*/ 1 w 10000"/>
              <a:gd name="connsiteY44" fmla="*/ 4086 h 10000"/>
              <a:gd name="connsiteX45" fmla="*/ 1 w 10000"/>
              <a:gd name="connsiteY45" fmla="*/ 1083 h 10000"/>
              <a:gd name="connsiteX46" fmla="*/ 1 w 10000"/>
              <a:gd name="connsiteY46" fmla="*/ 1083 h 10000"/>
              <a:gd name="connsiteX0" fmla="*/ 1 w 10000"/>
              <a:gd name="connsiteY0" fmla="*/ 1083 h 10004"/>
              <a:gd name="connsiteX1" fmla="*/ 1 w 10000"/>
              <a:gd name="connsiteY1" fmla="*/ 66 h 10004"/>
              <a:gd name="connsiteX2" fmla="*/ 54 w 10000"/>
              <a:gd name="connsiteY2" fmla="*/ 6 h 10004"/>
              <a:gd name="connsiteX3" fmla="*/ 3244 w 10000"/>
              <a:gd name="connsiteY3" fmla="*/ 8 h 10004"/>
              <a:gd name="connsiteX4" fmla="*/ 3407 w 10000"/>
              <a:gd name="connsiteY4" fmla="*/ 268 h 10004"/>
              <a:gd name="connsiteX5" fmla="*/ 3354 w 10000"/>
              <a:gd name="connsiteY5" fmla="*/ 348 h 10004"/>
              <a:gd name="connsiteX6" fmla="*/ 3109 w 10000"/>
              <a:gd name="connsiteY6" fmla="*/ 896 h 10004"/>
              <a:gd name="connsiteX7" fmla="*/ 3170 w 10000"/>
              <a:gd name="connsiteY7" fmla="*/ 1461 h 10004"/>
              <a:gd name="connsiteX8" fmla="*/ 3599 w 10000"/>
              <a:gd name="connsiteY8" fmla="*/ 1985 h 10004"/>
              <a:gd name="connsiteX9" fmla="*/ 4241 w 10000"/>
              <a:gd name="connsiteY9" fmla="*/ 2087 h 10004"/>
              <a:gd name="connsiteX10" fmla="*/ 4687 w 10000"/>
              <a:gd name="connsiteY10" fmla="*/ 1836 h 10004"/>
              <a:gd name="connsiteX11" fmla="*/ 4972 w 10000"/>
              <a:gd name="connsiteY11" fmla="*/ 1305 h 10004"/>
              <a:gd name="connsiteX12" fmla="*/ 4990 w 10000"/>
              <a:gd name="connsiteY12" fmla="*/ 912 h 10004"/>
              <a:gd name="connsiteX13" fmla="*/ 4730 w 10000"/>
              <a:gd name="connsiteY13" fmla="*/ 332 h 10004"/>
              <a:gd name="connsiteX14" fmla="*/ 4681 w 10000"/>
              <a:gd name="connsiteY14" fmla="*/ 128 h 10004"/>
              <a:gd name="connsiteX15" fmla="*/ 4853 w 10000"/>
              <a:gd name="connsiteY15" fmla="*/ 1 h 10004"/>
              <a:gd name="connsiteX16" fmla="*/ 5074 w 10000"/>
              <a:gd name="connsiteY16" fmla="*/ 1 h 10004"/>
              <a:gd name="connsiteX17" fmla="*/ 5549 w 10000"/>
              <a:gd name="connsiteY17" fmla="*/ 1 h 10004"/>
              <a:gd name="connsiteX18" fmla="*/ 7949 w 10000"/>
              <a:gd name="connsiteY18" fmla="*/ 1 h 10004"/>
              <a:gd name="connsiteX19" fmla="*/ 8054 w 10000"/>
              <a:gd name="connsiteY19" fmla="*/ 6 h 10004"/>
              <a:gd name="connsiteX20" fmla="*/ 8095 w 10000"/>
              <a:gd name="connsiteY20" fmla="*/ 52 h 10004"/>
              <a:gd name="connsiteX21" fmla="*/ 8095 w 10000"/>
              <a:gd name="connsiteY21" fmla="*/ 119 h 10004"/>
              <a:gd name="connsiteX22" fmla="*/ 8095 w 10000"/>
              <a:gd name="connsiteY22" fmla="*/ 4104 h 10004"/>
              <a:gd name="connsiteX23" fmla="*/ 8228 w 10000"/>
              <a:gd name="connsiteY23" fmla="*/ 4459 h 10004"/>
              <a:gd name="connsiteX24" fmla="*/ 8628 w 10000"/>
              <a:gd name="connsiteY24" fmla="*/ 4533 h 10004"/>
              <a:gd name="connsiteX25" fmla="*/ 8780 w 10000"/>
              <a:gd name="connsiteY25" fmla="*/ 4419 h 10004"/>
              <a:gd name="connsiteX26" fmla="*/ 9470 w 10000"/>
              <a:gd name="connsiteY26" fmla="*/ 4235 h 10004"/>
              <a:gd name="connsiteX27" fmla="*/ 9918 w 10000"/>
              <a:gd name="connsiteY27" fmla="*/ 4632 h 10004"/>
              <a:gd name="connsiteX28" fmla="*/ 9973 w 10000"/>
              <a:gd name="connsiteY28" fmla="*/ 5218 h 10004"/>
              <a:gd name="connsiteX29" fmla="*/ 9672 w 10000"/>
              <a:gd name="connsiteY29" fmla="*/ 5673 h 10004"/>
              <a:gd name="connsiteX30" fmla="*/ 9086 w 10000"/>
              <a:gd name="connsiteY30" fmla="*/ 5773 h 10004"/>
              <a:gd name="connsiteX31" fmla="*/ 8739 w 10000"/>
              <a:gd name="connsiteY31" fmla="*/ 5544 h 10004"/>
              <a:gd name="connsiteX32" fmla="*/ 8342 w 10000"/>
              <a:gd name="connsiteY32" fmla="*/ 5473 h 10004"/>
              <a:gd name="connsiteX33" fmla="*/ 8095 w 10000"/>
              <a:gd name="connsiteY33" fmla="*/ 5882 h 10004"/>
              <a:gd name="connsiteX34" fmla="*/ 8095 w 10000"/>
              <a:gd name="connsiteY34" fmla="*/ 9938 h 10004"/>
              <a:gd name="connsiteX35" fmla="*/ 8038 w 10000"/>
              <a:gd name="connsiteY35" fmla="*/ 9998 h 10004"/>
              <a:gd name="connsiteX36" fmla="*/ 4858 w 10000"/>
              <a:gd name="connsiteY36" fmla="*/ 9998 h 10004"/>
              <a:gd name="connsiteX37" fmla="*/ 4713 w 10000"/>
              <a:gd name="connsiteY37" fmla="*/ 9931 h 10004"/>
              <a:gd name="connsiteX38" fmla="*/ 3253 w 10000"/>
              <a:gd name="connsiteY38" fmla="*/ 10000 h 10004"/>
              <a:gd name="connsiteX39" fmla="*/ 2060 w 10000"/>
              <a:gd name="connsiteY39" fmla="*/ 9998 h 10004"/>
              <a:gd name="connsiteX40" fmla="*/ 53 w 10000"/>
              <a:gd name="connsiteY40" fmla="*/ 9998 h 10004"/>
              <a:gd name="connsiteX41" fmla="*/ 1 w 10000"/>
              <a:gd name="connsiteY41" fmla="*/ 9944 h 10004"/>
              <a:gd name="connsiteX42" fmla="*/ 1 w 10000"/>
              <a:gd name="connsiteY42" fmla="*/ 5893 h 10004"/>
              <a:gd name="connsiteX43" fmla="*/ 1 w 10000"/>
              <a:gd name="connsiteY43" fmla="*/ 4086 h 10004"/>
              <a:gd name="connsiteX44" fmla="*/ 1 w 10000"/>
              <a:gd name="connsiteY44" fmla="*/ 1083 h 10004"/>
              <a:gd name="connsiteX45" fmla="*/ 1 w 10000"/>
              <a:gd name="connsiteY45" fmla="*/ 1083 h 10004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3253 w 10000"/>
              <a:gd name="connsiteY37" fmla="*/ 10000 h 10000"/>
              <a:gd name="connsiteX38" fmla="*/ 2060 w 10000"/>
              <a:gd name="connsiteY38" fmla="*/ 9998 h 10000"/>
              <a:gd name="connsiteX39" fmla="*/ 53 w 10000"/>
              <a:gd name="connsiteY39" fmla="*/ 9998 h 10000"/>
              <a:gd name="connsiteX40" fmla="*/ 1 w 10000"/>
              <a:gd name="connsiteY40" fmla="*/ 9944 h 10000"/>
              <a:gd name="connsiteX41" fmla="*/ 1 w 10000"/>
              <a:gd name="connsiteY41" fmla="*/ 5893 h 10000"/>
              <a:gd name="connsiteX42" fmla="*/ 1 w 10000"/>
              <a:gd name="connsiteY42" fmla="*/ 4086 h 10000"/>
              <a:gd name="connsiteX43" fmla="*/ 1 w 10000"/>
              <a:gd name="connsiteY43" fmla="*/ 1083 h 10000"/>
              <a:gd name="connsiteX44" fmla="*/ 1 w 10000"/>
              <a:gd name="connsiteY44" fmla="*/ 108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000" h="10000">
                <a:moveTo>
                  <a:pt x="1" y="1083"/>
                </a:moveTo>
                <a:lnTo>
                  <a:pt x="1" y="66"/>
                </a:lnTo>
                <a:cubicBezTo>
                  <a:pt x="0" y="23"/>
                  <a:pt x="14" y="6"/>
                  <a:pt x="54" y="6"/>
                </a:cubicBezTo>
                <a:lnTo>
                  <a:pt x="3244" y="8"/>
                </a:lnTo>
                <a:cubicBezTo>
                  <a:pt x="3379" y="8"/>
                  <a:pt x="3457" y="130"/>
                  <a:pt x="3407" y="268"/>
                </a:cubicBezTo>
                <a:cubicBezTo>
                  <a:pt x="3398" y="299"/>
                  <a:pt x="3374" y="323"/>
                  <a:pt x="3354" y="348"/>
                </a:cubicBezTo>
                <a:cubicBezTo>
                  <a:pt x="3223" y="505"/>
                  <a:pt x="3141" y="685"/>
                  <a:pt x="3109" y="896"/>
                </a:cubicBezTo>
                <a:cubicBezTo>
                  <a:pt x="3082" y="1092"/>
                  <a:pt x="3101" y="1278"/>
                  <a:pt x="3170" y="1461"/>
                </a:cubicBezTo>
                <a:cubicBezTo>
                  <a:pt x="3255" y="1692"/>
                  <a:pt x="3400" y="1867"/>
                  <a:pt x="3599" y="1985"/>
                </a:cubicBezTo>
                <a:cubicBezTo>
                  <a:pt x="3799" y="2103"/>
                  <a:pt x="4014" y="2140"/>
                  <a:pt x="4241" y="2087"/>
                </a:cubicBezTo>
                <a:cubicBezTo>
                  <a:pt x="4411" y="2047"/>
                  <a:pt x="4561" y="1965"/>
                  <a:pt x="4687" y="1836"/>
                </a:cubicBezTo>
                <a:cubicBezTo>
                  <a:pt x="4832" y="1692"/>
                  <a:pt x="4927" y="1516"/>
                  <a:pt x="4972" y="1305"/>
                </a:cubicBezTo>
                <a:cubicBezTo>
                  <a:pt x="5001" y="1174"/>
                  <a:pt x="5007" y="1045"/>
                  <a:pt x="4990" y="912"/>
                </a:cubicBezTo>
                <a:cubicBezTo>
                  <a:pt x="4960" y="688"/>
                  <a:pt x="4873" y="492"/>
                  <a:pt x="4730" y="332"/>
                </a:cubicBezTo>
                <a:cubicBezTo>
                  <a:pt x="4676" y="270"/>
                  <a:pt x="4664" y="203"/>
                  <a:pt x="4681" y="128"/>
                </a:cubicBezTo>
                <a:cubicBezTo>
                  <a:pt x="4699" y="59"/>
                  <a:pt x="4776" y="3"/>
                  <a:pt x="4853" y="1"/>
                </a:cubicBezTo>
                <a:cubicBezTo>
                  <a:pt x="4925" y="-1"/>
                  <a:pt x="5001" y="1"/>
                  <a:pt x="5074" y="1"/>
                </a:cubicBezTo>
                <a:lnTo>
                  <a:pt x="5549" y="1"/>
                </a:lnTo>
                <a:lnTo>
                  <a:pt x="7949" y="1"/>
                </a:lnTo>
                <a:cubicBezTo>
                  <a:pt x="7983" y="1"/>
                  <a:pt x="8018" y="6"/>
                  <a:pt x="8054" y="6"/>
                </a:cubicBezTo>
                <a:cubicBezTo>
                  <a:pt x="8085" y="6"/>
                  <a:pt x="8097" y="19"/>
                  <a:pt x="8095" y="52"/>
                </a:cubicBezTo>
                <a:cubicBezTo>
                  <a:pt x="8093" y="75"/>
                  <a:pt x="8095" y="97"/>
                  <a:pt x="8095" y="119"/>
                </a:cubicBezTo>
                <a:lnTo>
                  <a:pt x="8095" y="4104"/>
                </a:lnTo>
                <a:cubicBezTo>
                  <a:pt x="8093" y="4244"/>
                  <a:pt x="8137" y="4362"/>
                  <a:pt x="8228" y="4459"/>
                </a:cubicBezTo>
                <a:cubicBezTo>
                  <a:pt x="8327" y="4559"/>
                  <a:pt x="8508" y="4599"/>
                  <a:pt x="8628" y="4533"/>
                </a:cubicBezTo>
                <a:cubicBezTo>
                  <a:pt x="8680" y="4504"/>
                  <a:pt x="8733" y="4464"/>
                  <a:pt x="8780" y="4419"/>
                </a:cubicBezTo>
                <a:cubicBezTo>
                  <a:pt x="8980" y="4228"/>
                  <a:pt x="9206" y="4155"/>
                  <a:pt x="9470" y="4235"/>
                </a:cubicBezTo>
                <a:cubicBezTo>
                  <a:pt x="9671" y="4295"/>
                  <a:pt x="9820" y="4430"/>
                  <a:pt x="9918" y="4632"/>
                </a:cubicBezTo>
                <a:cubicBezTo>
                  <a:pt x="10004" y="4817"/>
                  <a:pt x="10024" y="5016"/>
                  <a:pt x="9973" y="5218"/>
                </a:cubicBezTo>
                <a:cubicBezTo>
                  <a:pt x="9926" y="5411"/>
                  <a:pt x="9824" y="5564"/>
                  <a:pt x="9672" y="5673"/>
                </a:cubicBezTo>
                <a:cubicBezTo>
                  <a:pt x="9493" y="5800"/>
                  <a:pt x="9295" y="5835"/>
                  <a:pt x="9086" y="5773"/>
                </a:cubicBezTo>
                <a:cubicBezTo>
                  <a:pt x="8950" y="5733"/>
                  <a:pt x="8842" y="5646"/>
                  <a:pt x="8739" y="5544"/>
                </a:cubicBezTo>
                <a:cubicBezTo>
                  <a:pt x="8622" y="5433"/>
                  <a:pt x="8486" y="5406"/>
                  <a:pt x="8342" y="5473"/>
                </a:cubicBezTo>
                <a:cubicBezTo>
                  <a:pt x="8177" y="5549"/>
                  <a:pt x="8097" y="5691"/>
                  <a:pt x="8095" y="5882"/>
                </a:cubicBezTo>
                <a:cubicBezTo>
                  <a:pt x="8093" y="6553"/>
                  <a:pt x="8095" y="9267"/>
                  <a:pt x="8095" y="9938"/>
                </a:cubicBezTo>
                <a:cubicBezTo>
                  <a:pt x="8095" y="10000"/>
                  <a:pt x="8095" y="10000"/>
                  <a:pt x="8038" y="9998"/>
                </a:cubicBezTo>
                <a:lnTo>
                  <a:pt x="4858" y="9998"/>
                </a:lnTo>
                <a:lnTo>
                  <a:pt x="3253" y="10000"/>
                </a:lnTo>
                <a:lnTo>
                  <a:pt x="2060" y="9998"/>
                </a:lnTo>
                <a:lnTo>
                  <a:pt x="53" y="9998"/>
                </a:lnTo>
                <a:cubicBezTo>
                  <a:pt x="14" y="10000"/>
                  <a:pt x="1" y="9984"/>
                  <a:pt x="1" y="9944"/>
                </a:cubicBezTo>
                <a:lnTo>
                  <a:pt x="1" y="5893"/>
                </a:lnTo>
                <a:lnTo>
                  <a:pt x="1" y="4086"/>
                </a:lnTo>
                <a:lnTo>
                  <a:pt x="1" y="1083"/>
                </a:lnTo>
                <a:lnTo>
                  <a:pt x="1" y="1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33461D0B-D35B-4508-93C2-38B42EF157E8}"/>
              </a:ext>
            </a:extLst>
          </p:cNvPr>
          <p:cNvSpPr>
            <a:spLocks/>
          </p:cNvSpPr>
          <p:nvPr/>
        </p:nvSpPr>
        <p:spPr bwMode="auto">
          <a:xfrm rot="5400000" flipH="1">
            <a:off x="942281" y="4201475"/>
            <a:ext cx="1488795" cy="1357789"/>
          </a:xfrm>
          <a:custGeom>
            <a:avLst/>
            <a:gdLst>
              <a:gd name="T0" fmla="*/ 963 w 5936"/>
              <a:gd name="T1" fmla="*/ 30 h 4502"/>
              <a:gd name="T2" fmla="*/ 2570 w 5936"/>
              <a:gd name="T3" fmla="*/ 4 h 4502"/>
              <a:gd name="T4" fmla="*/ 2625 w 5936"/>
              <a:gd name="T5" fmla="*/ 157 h 4502"/>
              <a:gd name="T6" fmla="*/ 2534 w 5936"/>
              <a:gd name="T7" fmla="*/ 658 h 4502"/>
              <a:gd name="T8" fmla="*/ 3066 w 5936"/>
              <a:gd name="T9" fmla="*/ 940 h 4502"/>
              <a:gd name="T10" fmla="*/ 3428 w 5936"/>
              <a:gd name="T11" fmla="*/ 588 h 4502"/>
              <a:gd name="T12" fmla="*/ 3308 w 5936"/>
              <a:gd name="T13" fmla="*/ 150 h 4502"/>
              <a:gd name="T14" fmla="*/ 3369 w 5936"/>
              <a:gd name="T15" fmla="*/ 1 h 4502"/>
              <a:gd name="T16" fmla="*/ 3715 w 5936"/>
              <a:gd name="T17" fmla="*/ 1 h 4502"/>
              <a:gd name="T18" fmla="*/ 4958 w 5936"/>
              <a:gd name="T19" fmla="*/ 3 h 4502"/>
              <a:gd name="T20" fmla="*/ 4978 w 5936"/>
              <a:gd name="T21" fmla="*/ 54 h 4502"/>
              <a:gd name="T22" fmla="*/ 5045 w 5936"/>
              <a:gd name="T23" fmla="*/ 2008 h 4502"/>
              <a:gd name="T24" fmla="*/ 5317 w 5936"/>
              <a:gd name="T25" fmla="*/ 1990 h 4502"/>
              <a:gd name="T26" fmla="*/ 5883 w 5936"/>
              <a:gd name="T27" fmla="*/ 2086 h 4502"/>
              <a:gd name="T28" fmla="*/ 5761 w 5936"/>
              <a:gd name="T29" fmla="*/ 2554 h 4502"/>
              <a:gd name="T30" fmla="*/ 5298 w 5936"/>
              <a:gd name="T31" fmla="*/ 2496 h 4502"/>
              <a:gd name="T32" fmla="*/ 4978 w 5936"/>
              <a:gd name="T33" fmla="*/ 2648 h 4502"/>
              <a:gd name="T34" fmla="*/ 4950 w 5936"/>
              <a:gd name="T35" fmla="*/ 4501 h 4502"/>
              <a:gd name="T36" fmla="*/ 3299 w 5936"/>
              <a:gd name="T37" fmla="*/ 4471 h 4502"/>
              <a:gd name="T38" fmla="*/ 3423 w 5936"/>
              <a:gd name="T39" fmla="*/ 4161 h 4502"/>
              <a:gd name="T40" fmla="*/ 3297 w 5936"/>
              <a:gd name="T41" fmla="*/ 3687 h 4502"/>
              <a:gd name="T42" fmla="*/ 2829 w 5936"/>
              <a:gd name="T43" fmla="*/ 3576 h 4502"/>
              <a:gd name="T44" fmla="*/ 2504 w 5936"/>
              <a:gd name="T45" fmla="*/ 4096 h 4502"/>
              <a:gd name="T46" fmla="*/ 2652 w 5936"/>
              <a:gd name="T47" fmla="*/ 4454 h 4502"/>
              <a:gd name="T48" fmla="*/ 1983 w 5936"/>
              <a:gd name="T49" fmla="*/ 4501 h 4502"/>
              <a:gd name="T50" fmla="*/ 963 w 5936"/>
              <a:gd name="T51" fmla="*/ 4477 h 4502"/>
              <a:gd name="T52" fmla="*/ 869 w 5936"/>
              <a:gd name="T53" fmla="*/ 2477 h 4502"/>
              <a:gd name="T54" fmla="*/ 354 w 5936"/>
              <a:gd name="T55" fmla="*/ 2611 h 4502"/>
              <a:gd name="T56" fmla="*/ 31 w 5936"/>
              <a:gd name="T57" fmla="*/ 2154 h 4502"/>
              <a:gd name="T58" fmla="*/ 390 w 5936"/>
              <a:gd name="T59" fmla="*/ 1894 h 4502"/>
              <a:gd name="T60" fmla="*/ 715 w 5936"/>
              <a:gd name="T61" fmla="*/ 2049 h 4502"/>
              <a:gd name="T62" fmla="*/ 963 w 5936"/>
              <a:gd name="T63" fmla="*/ 1840 h 4502"/>
              <a:gd name="T64" fmla="*/ 963 w 5936"/>
              <a:gd name="T65" fmla="*/ 488 h 4502"/>
              <a:gd name="connsiteX0" fmla="*/ 1570 w 9928"/>
              <a:gd name="connsiteY0" fmla="*/ 1083 h 9999"/>
              <a:gd name="connsiteX1" fmla="*/ 1570 w 9928"/>
              <a:gd name="connsiteY1" fmla="*/ 66 h 9999"/>
              <a:gd name="connsiteX2" fmla="*/ 1612 w 9928"/>
              <a:gd name="connsiteY2" fmla="*/ 6 h 9999"/>
              <a:gd name="connsiteX3" fmla="*/ 4278 w 9928"/>
              <a:gd name="connsiteY3" fmla="*/ 8 h 9999"/>
              <a:gd name="connsiteX4" fmla="*/ 4416 w 9928"/>
              <a:gd name="connsiteY4" fmla="*/ 268 h 9999"/>
              <a:gd name="connsiteX5" fmla="*/ 4370 w 9928"/>
              <a:gd name="connsiteY5" fmla="*/ 348 h 9999"/>
              <a:gd name="connsiteX6" fmla="*/ 4168 w 9928"/>
              <a:gd name="connsiteY6" fmla="*/ 896 h 9999"/>
              <a:gd name="connsiteX7" fmla="*/ 4217 w 9928"/>
              <a:gd name="connsiteY7" fmla="*/ 1461 h 9999"/>
              <a:gd name="connsiteX8" fmla="*/ 4576 w 9928"/>
              <a:gd name="connsiteY8" fmla="*/ 1985 h 9999"/>
              <a:gd name="connsiteX9" fmla="*/ 5113 w 9928"/>
              <a:gd name="connsiteY9" fmla="*/ 2087 h 9999"/>
              <a:gd name="connsiteX10" fmla="*/ 5485 w 9928"/>
              <a:gd name="connsiteY10" fmla="*/ 1836 h 9999"/>
              <a:gd name="connsiteX11" fmla="*/ 5723 w 9928"/>
              <a:gd name="connsiteY11" fmla="*/ 1305 h 9999"/>
              <a:gd name="connsiteX12" fmla="*/ 5738 w 9928"/>
              <a:gd name="connsiteY12" fmla="*/ 912 h 9999"/>
              <a:gd name="connsiteX13" fmla="*/ 5521 w 9928"/>
              <a:gd name="connsiteY13" fmla="*/ 332 h 9999"/>
              <a:gd name="connsiteX14" fmla="*/ 5480 w 9928"/>
              <a:gd name="connsiteY14" fmla="*/ 128 h 9999"/>
              <a:gd name="connsiteX15" fmla="*/ 5624 w 9928"/>
              <a:gd name="connsiteY15" fmla="*/ 1 h 9999"/>
              <a:gd name="connsiteX16" fmla="*/ 5809 w 9928"/>
              <a:gd name="connsiteY16" fmla="*/ 1 h 9999"/>
              <a:gd name="connsiteX17" fmla="*/ 6206 w 9928"/>
              <a:gd name="connsiteY17" fmla="*/ 1 h 9999"/>
              <a:gd name="connsiteX18" fmla="*/ 8211 w 9928"/>
              <a:gd name="connsiteY18" fmla="*/ 1 h 9999"/>
              <a:gd name="connsiteX19" fmla="*/ 8300 w 9928"/>
              <a:gd name="connsiteY19" fmla="*/ 6 h 9999"/>
              <a:gd name="connsiteX20" fmla="*/ 8334 w 9928"/>
              <a:gd name="connsiteY20" fmla="*/ 52 h 9999"/>
              <a:gd name="connsiteX21" fmla="*/ 8334 w 9928"/>
              <a:gd name="connsiteY21" fmla="*/ 119 h 9999"/>
              <a:gd name="connsiteX22" fmla="*/ 8334 w 9928"/>
              <a:gd name="connsiteY22" fmla="*/ 4104 h 9999"/>
              <a:gd name="connsiteX23" fmla="*/ 8447 w 9928"/>
              <a:gd name="connsiteY23" fmla="*/ 4459 h 9999"/>
              <a:gd name="connsiteX24" fmla="*/ 8781 w 9928"/>
              <a:gd name="connsiteY24" fmla="*/ 4533 h 9999"/>
              <a:gd name="connsiteX25" fmla="*/ 8905 w 9928"/>
              <a:gd name="connsiteY25" fmla="*/ 4419 h 9999"/>
              <a:gd name="connsiteX26" fmla="*/ 9483 w 9928"/>
              <a:gd name="connsiteY26" fmla="*/ 4235 h 9999"/>
              <a:gd name="connsiteX27" fmla="*/ 9859 w 9928"/>
              <a:gd name="connsiteY27" fmla="*/ 4632 h 9999"/>
              <a:gd name="connsiteX28" fmla="*/ 9904 w 9928"/>
              <a:gd name="connsiteY28" fmla="*/ 5217 h 9999"/>
              <a:gd name="connsiteX29" fmla="*/ 9653 w 9928"/>
              <a:gd name="connsiteY29" fmla="*/ 5672 h 9999"/>
              <a:gd name="connsiteX30" fmla="*/ 9163 w 9928"/>
              <a:gd name="connsiteY30" fmla="*/ 5772 h 9999"/>
              <a:gd name="connsiteX31" fmla="*/ 8873 w 9928"/>
              <a:gd name="connsiteY31" fmla="*/ 5543 h 9999"/>
              <a:gd name="connsiteX32" fmla="*/ 8540 w 9928"/>
              <a:gd name="connsiteY32" fmla="*/ 5472 h 9999"/>
              <a:gd name="connsiteX33" fmla="*/ 8334 w 9928"/>
              <a:gd name="connsiteY33" fmla="*/ 5881 h 9999"/>
              <a:gd name="connsiteX34" fmla="*/ 8334 w 9928"/>
              <a:gd name="connsiteY34" fmla="*/ 9937 h 9999"/>
              <a:gd name="connsiteX35" fmla="*/ 8287 w 9928"/>
              <a:gd name="connsiteY35" fmla="*/ 9997 h 9999"/>
              <a:gd name="connsiteX36" fmla="*/ 5629 w 9928"/>
              <a:gd name="connsiteY36" fmla="*/ 9997 h 9999"/>
              <a:gd name="connsiteX37" fmla="*/ 5506 w 9928"/>
              <a:gd name="connsiteY37" fmla="*/ 9930 h 9999"/>
              <a:gd name="connsiteX38" fmla="*/ 5514 w 9928"/>
              <a:gd name="connsiteY38" fmla="*/ 9681 h 9999"/>
              <a:gd name="connsiteX39" fmla="*/ 5715 w 9928"/>
              <a:gd name="connsiteY39" fmla="*/ 9242 h 9999"/>
              <a:gd name="connsiteX40" fmla="*/ 5726 w 9928"/>
              <a:gd name="connsiteY40" fmla="*/ 8711 h 9999"/>
              <a:gd name="connsiteX41" fmla="*/ 5502 w 9928"/>
              <a:gd name="connsiteY41" fmla="*/ 8189 h 9999"/>
              <a:gd name="connsiteX42" fmla="*/ 5118 w 9928"/>
              <a:gd name="connsiteY42" fmla="*/ 7920 h 9999"/>
              <a:gd name="connsiteX43" fmla="*/ 4714 w 9928"/>
              <a:gd name="connsiteY43" fmla="*/ 7942 h 9999"/>
              <a:gd name="connsiteX44" fmla="*/ 4331 w 9928"/>
              <a:gd name="connsiteY44" fmla="*/ 8289 h 9999"/>
              <a:gd name="connsiteX45" fmla="*/ 4166 w 9928"/>
              <a:gd name="connsiteY45" fmla="*/ 9097 h 9999"/>
              <a:gd name="connsiteX46" fmla="*/ 4387 w 9928"/>
              <a:gd name="connsiteY46" fmla="*/ 9681 h 9999"/>
              <a:gd name="connsiteX47" fmla="*/ 4416 w 9928"/>
              <a:gd name="connsiteY47" fmla="*/ 9892 h 9999"/>
              <a:gd name="connsiteX48" fmla="*/ 4286 w 9928"/>
              <a:gd name="connsiteY48" fmla="*/ 9999 h 9999"/>
              <a:gd name="connsiteX49" fmla="*/ 3289 w 9928"/>
              <a:gd name="connsiteY49" fmla="*/ 9997 h 9999"/>
              <a:gd name="connsiteX50" fmla="*/ 1611 w 9928"/>
              <a:gd name="connsiteY50" fmla="*/ 9997 h 9999"/>
              <a:gd name="connsiteX51" fmla="*/ 1570 w 9928"/>
              <a:gd name="connsiteY51" fmla="*/ 9943 h 9999"/>
              <a:gd name="connsiteX52" fmla="*/ 1570 w 9928"/>
              <a:gd name="connsiteY52" fmla="*/ 5892 h 9999"/>
              <a:gd name="connsiteX53" fmla="*/ 1412 w 9928"/>
              <a:gd name="connsiteY53" fmla="*/ 5501 h 9999"/>
              <a:gd name="connsiteX54" fmla="*/ 1023 w 9928"/>
              <a:gd name="connsiteY54" fmla="*/ 5550 h 9999"/>
              <a:gd name="connsiteX55" fmla="*/ 544 w 9928"/>
              <a:gd name="connsiteY55" fmla="*/ 5799 h 9999"/>
              <a:gd name="connsiteX56" fmla="*/ 0 w 9928"/>
              <a:gd name="connsiteY56" fmla="*/ 4784 h 9999"/>
              <a:gd name="connsiteX57" fmla="*/ 226 w 9928"/>
              <a:gd name="connsiteY57" fmla="*/ 4357 h 9999"/>
              <a:gd name="connsiteX58" fmla="*/ 605 w 9928"/>
              <a:gd name="connsiteY58" fmla="*/ 4206 h 9999"/>
              <a:gd name="connsiteX59" fmla="*/ 967 w 9928"/>
              <a:gd name="connsiteY59" fmla="*/ 4390 h 9999"/>
              <a:gd name="connsiteX60" fmla="*/ 1153 w 9928"/>
              <a:gd name="connsiteY60" fmla="*/ 4550 h 9999"/>
              <a:gd name="connsiteX61" fmla="*/ 1545 w 9928"/>
              <a:gd name="connsiteY61" fmla="*/ 4293 h 9999"/>
              <a:gd name="connsiteX62" fmla="*/ 1570 w 9928"/>
              <a:gd name="connsiteY62" fmla="*/ 4086 h 9999"/>
              <a:gd name="connsiteX63" fmla="*/ 1570 w 9928"/>
              <a:gd name="connsiteY63" fmla="*/ 1083 h 9999"/>
              <a:gd name="connsiteX64" fmla="*/ 1570 w 9928"/>
              <a:gd name="connsiteY64" fmla="*/ 1083 h 9999"/>
              <a:gd name="connsiteX0" fmla="*/ 1354 w 9773"/>
              <a:gd name="connsiteY0" fmla="*/ 1083 h 10000"/>
              <a:gd name="connsiteX1" fmla="*/ 1354 w 9773"/>
              <a:gd name="connsiteY1" fmla="*/ 66 h 10000"/>
              <a:gd name="connsiteX2" fmla="*/ 1397 w 9773"/>
              <a:gd name="connsiteY2" fmla="*/ 6 h 10000"/>
              <a:gd name="connsiteX3" fmla="*/ 4082 w 9773"/>
              <a:gd name="connsiteY3" fmla="*/ 8 h 10000"/>
              <a:gd name="connsiteX4" fmla="*/ 4221 w 9773"/>
              <a:gd name="connsiteY4" fmla="*/ 268 h 10000"/>
              <a:gd name="connsiteX5" fmla="*/ 4175 w 9773"/>
              <a:gd name="connsiteY5" fmla="*/ 348 h 10000"/>
              <a:gd name="connsiteX6" fmla="*/ 3971 w 9773"/>
              <a:gd name="connsiteY6" fmla="*/ 896 h 10000"/>
              <a:gd name="connsiteX7" fmla="*/ 4021 w 9773"/>
              <a:gd name="connsiteY7" fmla="*/ 1461 h 10000"/>
              <a:gd name="connsiteX8" fmla="*/ 4382 w 9773"/>
              <a:gd name="connsiteY8" fmla="*/ 1985 h 10000"/>
              <a:gd name="connsiteX9" fmla="*/ 4923 w 9773"/>
              <a:gd name="connsiteY9" fmla="*/ 2087 h 10000"/>
              <a:gd name="connsiteX10" fmla="*/ 5298 w 9773"/>
              <a:gd name="connsiteY10" fmla="*/ 1836 h 10000"/>
              <a:gd name="connsiteX11" fmla="*/ 5538 w 9773"/>
              <a:gd name="connsiteY11" fmla="*/ 1305 h 10000"/>
              <a:gd name="connsiteX12" fmla="*/ 5553 w 9773"/>
              <a:gd name="connsiteY12" fmla="*/ 912 h 10000"/>
              <a:gd name="connsiteX13" fmla="*/ 5334 w 9773"/>
              <a:gd name="connsiteY13" fmla="*/ 332 h 10000"/>
              <a:gd name="connsiteX14" fmla="*/ 5293 w 9773"/>
              <a:gd name="connsiteY14" fmla="*/ 128 h 10000"/>
              <a:gd name="connsiteX15" fmla="*/ 5438 w 9773"/>
              <a:gd name="connsiteY15" fmla="*/ 1 h 10000"/>
              <a:gd name="connsiteX16" fmla="*/ 5624 w 9773"/>
              <a:gd name="connsiteY16" fmla="*/ 1 h 10000"/>
              <a:gd name="connsiteX17" fmla="*/ 6024 w 9773"/>
              <a:gd name="connsiteY17" fmla="*/ 1 h 10000"/>
              <a:gd name="connsiteX18" fmla="*/ 8044 w 9773"/>
              <a:gd name="connsiteY18" fmla="*/ 1 h 10000"/>
              <a:gd name="connsiteX19" fmla="*/ 8133 w 9773"/>
              <a:gd name="connsiteY19" fmla="*/ 6 h 10000"/>
              <a:gd name="connsiteX20" fmla="*/ 8167 w 9773"/>
              <a:gd name="connsiteY20" fmla="*/ 52 h 10000"/>
              <a:gd name="connsiteX21" fmla="*/ 8167 w 9773"/>
              <a:gd name="connsiteY21" fmla="*/ 119 h 10000"/>
              <a:gd name="connsiteX22" fmla="*/ 8167 w 9773"/>
              <a:gd name="connsiteY22" fmla="*/ 4104 h 10000"/>
              <a:gd name="connsiteX23" fmla="*/ 8281 w 9773"/>
              <a:gd name="connsiteY23" fmla="*/ 4459 h 10000"/>
              <a:gd name="connsiteX24" fmla="*/ 8618 w 9773"/>
              <a:gd name="connsiteY24" fmla="*/ 4533 h 10000"/>
              <a:gd name="connsiteX25" fmla="*/ 8743 w 9773"/>
              <a:gd name="connsiteY25" fmla="*/ 4419 h 10000"/>
              <a:gd name="connsiteX26" fmla="*/ 9325 w 9773"/>
              <a:gd name="connsiteY26" fmla="*/ 4235 h 10000"/>
              <a:gd name="connsiteX27" fmla="*/ 9703 w 9773"/>
              <a:gd name="connsiteY27" fmla="*/ 4632 h 10000"/>
              <a:gd name="connsiteX28" fmla="*/ 9749 w 9773"/>
              <a:gd name="connsiteY28" fmla="*/ 5218 h 10000"/>
              <a:gd name="connsiteX29" fmla="*/ 9496 w 9773"/>
              <a:gd name="connsiteY29" fmla="*/ 5673 h 10000"/>
              <a:gd name="connsiteX30" fmla="*/ 9002 w 9773"/>
              <a:gd name="connsiteY30" fmla="*/ 5773 h 10000"/>
              <a:gd name="connsiteX31" fmla="*/ 8710 w 9773"/>
              <a:gd name="connsiteY31" fmla="*/ 5544 h 10000"/>
              <a:gd name="connsiteX32" fmla="*/ 8375 w 9773"/>
              <a:gd name="connsiteY32" fmla="*/ 5473 h 10000"/>
              <a:gd name="connsiteX33" fmla="*/ 8167 w 9773"/>
              <a:gd name="connsiteY33" fmla="*/ 5882 h 10000"/>
              <a:gd name="connsiteX34" fmla="*/ 8167 w 9773"/>
              <a:gd name="connsiteY34" fmla="*/ 9938 h 10000"/>
              <a:gd name="connsiteX35" fmla="*/ 8120 w 9773"/>
              <a:gd name="connsiteY35" fmla="*/ 9998 h 10000"/>
              <a:gd name="connsiteX36" fmla="*/ 5443 w 9773"/>
              <a:gd name="connsiteY36" fmla="*/ 9998 h 10000"/>
              <a:gd name="connsiteX37" fmla="*/ 5319 w 9773"/>
              <a:gd name="connsiteY37" fmla="*/ 9931 h 10000"/>
              <a:gd name="connsiteX38" fmla="*/ 5327 w 9773"/>
              <a:gd name="connsiteY38" fmla="*/ 9682 h 10000"/>
              <a:gd name="connsiteX39" fmla="*/ 5529 w 9773"/>
              <a:gd name="connsiteY39" fmla="*/ 9243 h 10000"/>
              <a:gd name="connsiteX40" fmla="*/ 5541 w 9773"/>
              <a:gd name="connsiteY40" fmla="*/ 8712 h 10000"/>
              <a:gd name="connsiteX41" fmla="*/ 5315 w 9773"/>
              <a:gd name="connsiteY41" fmla="*/ 8190 h 10000"/>
              <a:gd name="connsiteX42" fmla="*/ 4928 w 9773"/>
              <a:gd name="connsiteY42" fmla="*/ 7921 h 10000"/>
              <a:gd name="connsiteX43" fmla="*/ 4521 w 9773"/>
              <a:gd name="connsiteY43" fmla="*/ 7943 h 10000"/>
              <a:gd name="connsiteX44" fmla="*/ 4135 w 9773"/>
              <a:gd name="connsiteY44" fmla="*/ 8290 h 10000"/>
              <a:gd name="connsiteX45" fmla="*/ 3969 w 9773"/>
              <a:gd name="connsiteY45" fmla="*/ 9098 h 10000"/>
              <a:gd name="connsiteX46" fmla="*/ 4192 w 9773"/>
              <a:gd name="connsiteY46" fmla="*/ 9682 h 10000"/>
              <a:gd name="connsiteX47" fmla="*/ 4221 w 9773"/>
              <a:gd name="connsiteY47" fmla="*/ 9893 h 10000"/>
              <a:gd name="connsiteX48" fmla="*/ 4090 w 9773"/>
              <a:gd name="connsiteY48" fmla="*/ 10000 h 10000"/>
              <a:gd name="connsiteX49" fmla="*/ 3086 w 9773"/>
              <a:gd name="connsiteY49" fmla="*/ 9998 h 10000"/>
              <a:gd name="connsiteX50" fmla="*/ 1396 w 9773"/>
              <a:gd name="connsiteY50" fmla="*/ 9998 h 10000"/>
              <a:gd name="connsiteX51" fmla="*/ 1354 w 9773"/>
              <a:gd name="connsiteY51" fmla="*/ 9944 h 10000"/>
              <a:gd name="connsiteX52" fmla="*/ 1354 w 9773"/>
              <a:gd name="connsiteY52" fmla="*/ 5893 h 10000"/>
              <a:gd name="connsiteX53" fmla="*/ 1195 w 9773"/>
              <a:gd name="connsiteY53" fmla="*/ 5502 h 10000"/>
              <a:gd name="connsiteX54" fmla="*/ 803 w 9773"/>
              <a:gd name="connsiteY54" fmla="*/ 5551 h 10000"/>
              <a:gd name="connsiteX55" fmla="*/ 321 w 9773"/>
              <a:gd name="connsiteY55" fmla="*/ 5800 h 10000"/>
              <a:gd name="connsiteX56" fmla="*/ 1 w 9773"/>
              <a:gd name="connsiteY56" fmla="*/ 4357 h 10000"/>
              <a:gd name="connsiteX57" fmla="*/ 382 w 9773"/>
              <a:gd name="connsiteY57" fmla="*/ 4206 h 10000"/>
              <a:gd name="connsiteX58" fmla="*/ 747 w 9773"/>
              <a:gd name="connsiteY58" fmla="*/ 4390 h 10000"/>
              <a:gd name="connsiteX59" fmla="*/ 934 w 9773"/>
              <a:gd name="connsiteY59" fmla="*/ 4550 h 10000"/>
              <a:gd name="connsiteX60" fmla="*/ 1329 w 9773"/>
              <a:gd name="connsiteY60" fmla="*/ 4293 h 10000"/>
              <a:gd name="connsiteX61" fmla="*/ 1354 w 9773"/>
              <a:gd name="connsiteY61" fmla="*/ 4086 h 10000"/>
              <a:gd name="connsiteX62" fmla="*/ 1354 w 9773"/>
              <a:gd name="connsiteY62" fmla="*/ 1083 h 10000"/>
              <a:gd name="connsiteX63" fmla="*/ 1354 w 9773"/>
              <a:gd name="connsiteY63" fmla="*/ 1083 h 10000"/>
              <a:gd name="connsiteX0" fmla="*/ 1089 w 9703"/>
              <a:gd name="connsiteY0" fmla="*/ 1083 h 10000"/>
              <a:gd name="connsiteX1" fmla="*/ 1089 w 9703"/>
              <a:gd name="connsiteY1" fmla="*/ 66 h 10000"/>
              <a:gd name="connsiteX2" fmla="*/ 1133 w 9703"/>
              <a:gd name="connsiteY2" fmla="*/ 6 h 10000"/>
              <a:gd name="connsiteX3" fmla="*/ 3881 w 9703"/>
              <a:gd name="connsiteY3" fmla="*/ 8 h 10000"/>
              <a:gd name="connsiteX4" fmla="*/ 4023 w 9703"/>
              <a:gd name="connsiteY4" fmla="*/ 268 h 10000"/>
              <a:gd name="connsiteX5" fmla="*/ 3976 w 9703"/>
              <a:gd name="connsiteY5" fmla="*/ 348 h 10000"/>
              <a:gd name="connsiteX6" fmla="*/ 3767 w 9703"/>
              <a:gd name="connsiteY6" fmla="*/ 896 h 10000"/>
              <a:gd name="connsiteX7" fmla="*/ 3818 w 9703"/>
              <a:gd name="connsiteY7" fmla="*/ 1461 h 10000"/>
              <a:gd name="connsiteX8" fmla="*/ 4188 w 9703"/>
              <a:gd name="connsiteY8" fmla="*/ 1985 h 10000"/>
              <a:gd name="connsiteX9" fmla="*/ 4741 w 9703"/>
              <a:gd name="connsiteY9" fmla="*/ 2087 h 10000"/>
              <a:gd name="connsiteX10" fmla="*/ 5125 w 9703"/>
              <a:gd name="connsiteY10" fmla="*/ 1836 h 10000"/>
              <a:gd name="connsiteX11" fmla="*/ 5371 w 9703"/>
              <a:gd name="connsiteY11" fmla="*/ 1305 h 10000"/>
              <a:gd name="connsiteX12" fmla="*/ 5386 w 9703"/>
              <a:gd name="connsiteY12" fmla="*/ 912 h 10000"/>
              <a:gd name="connsiteX13" fmla="*/ 5162 w 9703"/>
              <a:gd name="connsiteY13" fmla="*/ 332 h 10000"/>
              <a:gd name="connsiteX14" fmla="*/ 5120 w 9703"/>
              <a:gd name="connsiteY14" fmla="*/ 128 h 10000"/>
              <a:gd name="connsiteX15" fmla="*/ 5268 w 9703"/>
              <a:gd name="connsiteY15" fmla="*/ 1 h 10000"/>
              <a:gd name="connsiteX16" fmla="*/ 5459 w 9703"/>
              <a:gd name="connsiteY16" fmla="*/ 1 h 10000"/>
              <a:gd name="connsiteX17" fmla="*/ 5868 w 9703"/>
              <a:gd name="connsiteY17" fmla="*/ 1 h 10000"/>
              <a:gd name="connsiteX18" fmla="*/ 7935 w 9703"/>
              <a:gd name="connsiteY18" fmla="*/ 1 h 10000"/>
              <a:gd name="connsiteX19" fmla="*/ 8026 w 9703"/>
              <a:gd name="connsiteY19" fmla="*/ 6 h 10000"/>
              <a:gd name="connsiteX20" fmla="*/ 8061 w 9703"/>
              <a:gd name="connsiteY20" fmla="*/ 52 h 10000"/>
              <a:gd name="connsiteX21" fmla="*/ 8061 w 9703"/>
              <a:gd name="connsiteY21" fmla="*/ 119 h 10000"/>
              <a:gd name="connsiteX22" fmla="*/ 8061 w 9703"/>
              <a:gd name="connsiteY22" fmla="*/ 4104 h 10000"/>
              <a:gd name="connsiteX23" fmla="*/ 8177 w 9703"/>
              <a:gd name="connsiteY23" fmla="*/ 4459 h 10000"/>
              <a:gd name="connsiteX24" fmla="*/ 8522 w 9703"/>
              <a:gd name="connsiteY24" fmla="*/ 4533 h 10000"/>
              <a:gd name="connsiteX25" fmla="*/ 8650 w 9703"/>
              <a:gd name="connsiteY25" fmla="*/ 4419 h 10000"/>
              <a:gd name="connsiteX26" fmla="*/ 9246 w 9703"/>
              <a:gd name="connsiteY26" fmla="*/ 4235 h 10000"/>
              <a:gd name="connsiteX27" fmla="*/ 9632 w 9703"/>
              <a:gd name="connsiteY27" fmla="*/ 4632 h 10000"/>
              <a:gd name="connsiteX28" fmla="*/ 9679 w 9703"/>
              <a:gd name="connsiteY28" fmla="*/ 5218 h 10000"/>
              <a:gd name="connsiteX29" fmla="*/ 9421 w 9703"/>
              <a:gd name="connsiteY29" fmla="*/ 5673 h 10000"/>
              <a:gd name="connsiteX30" fmla="*/ 8915 w 9703"/>
              <a:gd name="connsiteY30" fmla="*/ 5773 h 10000"/>
              <a:gd name="connsiteX31" fmla="*/ 8616 w 9703"/>
              <a:gd name="connsiteY31" fmla="*/ 5544 h 10000"/>
              <a:gd name="connsiteX32" fmla="*/ 8274 w 9703"/>
              <a:gd name="connsiteY32" fmla="*/ 5473 h 10000"/>
              <a:gd name="connsiteX33" fmla="*/ 8061 w 9703"/>
              <a:gd name="connsiteY33" fmla="*/ 5882 h 10000"/>
              <a:gd name="connsiteX34" fmla="*/ 8061 w 9703"/>
              <a:gd name="connsiteY34" fmla="*/ 9938 h 10000"/>
              <a:gd name="connsiteX35" fmla="*/ 8013 w 9703"/>
              <a:gd name="connsiteY35" fmla="*/ 9998 h 10000"/>
              <a:gd name="connsiteX36" fmla="*/ 5273 w 9703"/>
              <a:gd name="connsiteY36" fmla="*/ 9998 h 10000"/>
              <a:gd name="connsiteX37" fmla="*/ 5147 w 9703"/>
              <a:gd name="connsiteY37" fmla="*/ 9931 h 10000"/>
              <a:gd name="connsiteX38" fmla="*/ 5155 w 9703"/>
              <a:gd name="connsiteY38" fmla="*/ 9682 h 10000"/>
              <a:gd name="connsiteX39" fmla="*/ 5361 w 9703"/>
              <a:gd name="connsiteY39" fmla="*/ 9243 h 10000"/>
              <a:gd name="connsiteX40" fmla="*/ 5374 w 9703"/>
              <a:gd name="connsiteY40" fmla="*/ 8712 h 10000"/>
              <a:gd name="connsiteX41" fmla="*/ 5142 w 9703"/>
              <a:gd name="connsiteY41" fmla="*/ 8190 h 10000"/>
              <a:gd name="connsiteX42" fmla="*/ 4746 w 9703"/>
              <a:gd name="connsiteY42" fmla="*/ 7921 h 10000"/>
              <a:gd name="connsiteX43" fmla="*/ 4330 w 9703"/>
              <a:gd name="connsiteY43" fmla="*/ 7943 h 10000"/>
              <a:gd name="connsiteX44" fmla="*/ 3935 w 9703"/>
              <a:gd name="connsiteY44" fmla="*/ 8290 h 10000"/>
              <a:gd name="connsiteX45" fmla="*/ 3765 w 9703"/>
              <a:gd name="connsiteY45" fmla="*/ 9098 h 10000"/>
              <a:gd name="connsiteX46" fmla="*/ 3993 w 9703"/>
              <a:gd name="connsiteY46" fmla="*/ 9682 h 10000"/>
              <a:gd name="connsiteX47" fmla="*/ 4023 w 9703"/>
              <a:gd name="connsiteY47" fmla="*/ 9893 h 10000"/>
              <a:gd name="connsiteX48" fmla="*/ 3889 w 9703"/>
              <a:gd name="connsiteY48" fmla="*/ 10000 h 10000"/>
              <a:gd name="connsiteX49" fmla="*/ 2862 w 9703"/>
              <a:gd name="connsiteY49" fmla="*/ 9998 h 10000"/>
              <a:gd name="connsiteX50" fmla="*/ 1132 w 9703"/>
              <a:gd name="connsiteY50" fmla="*/ 9998 h 10000"/>
              <a:gd name="connsiteX51" fmla="*/ 1089 w 9703"/>
              <a:gd name="connsiteY51" fmla="*/ 9944 h 10000"/>
              <a:gd name="connsiteX52" fmla="*/ 1089 w 9703"/>
              <a:gd name="connsiteY52" fmla="*/ 5893 h 10000"/>
              <a:gd name="connsiteX53" fmla="*/ 927 w 9703"/>
              <a:gd name="connsiteY53" fmla="*/ 5502 h 10000"/>
              <a:gd name="connsiteX54" fmla="*/ 526 w 9703"/>
              <a:gd name="connsiteY54" fmla="*/ 5551 h 10000"/>
              <a:gd name="connsiteX55" fmla="*/ 32 w 9703"/>
              <a:gd name="connsiteY55" fmla="*/ 5800 h 10000"/>
              <a:gd name="connsiteX56" fmla="*/ 95 w 9703"/>
              <a:gd name="connsiteY56" fmla="*/ 4206 h 10000"/>
              <a:gd name="connsiteX57" fmla="*/ 468 w 9703"/>
              <a:gd name="connsiteY57" fmla="*/ 4390 h 10000"/>
              <a:gd name="connsiteX58" fmla="*/ 660 w 9703"/>
              <a:gd name="connsiteY58" fmla="*/ 4550 h 10000"/>
              <a:gd name="connsiteX59" fmla="*/ 1064 w 9703"/>
              <a:gd name="connsiteY59" fmla="*/ 4293 h 10000"/>
              <a:gd name="connsiteX60" fmla="*/ 1089 w 9703"/>
              <a:gd name="connsiteY60" fmla="*/ 4086 h 10000"/>
              <a:gd name="connsiteX61" fmla="*/ 1089 w 9703"/>
              <a:gd name="connsiteY61" fmla="*/ 1083 h 10000"/>
              <a:gd name="connsiteX62" fmla="*/ 1089 w 9703"/>
              <a:gd name="connsiteY62" fmla="*/ 1083 h 10000"/>
              <a:gd name="connsiteX0" fmla="*/ 1090 w 9968"/>
              <a:gd name="connsiteY0" fmla="*/ 1083 h 10000"/>
              <a:gd name="connsiteX1" fmla="*/ 1090 w 9968"/>
              <a:gd name="connsiteY1" fmla="*/ 66 h 10000"/>
              <a:gd name="connsiteX2" fmla="*/ 1136 w 9968"/>
              <a:gd name="connsiteY2" fmla="*/ 6 h 10000"/>
              <a:gd name="connsiteX3" fmla="*/ 3968 w 9968"/>
              <a:gd name="connsiteY3" fmla="*/ 8 h 10000"/>
              <a:gd name="connsiteX4" fmla="*/ 4114 w 9968"/>
              <a:gd name="connsiteY4" fmla="*/ 268 h 10000"/>
              <a:gd name="connsiteX5" fmla="*/ 4066 w 9968"/>
              <a:gd name="connsiteY5" fmla="*/ 348 h 10000"/>
              <a:gd name="connsiteX6" fmla="*/ 3850 w 9968"/>
              <a:gd name="connsiteY6" fmla="*/ 896 h 10000"/>
              <a:gd name="connsiteX7" fmla="*/ 3903 w 9968"/>
              <a:gd name="connsiteY7" fmla="*/ 1461 h 10000"/>
              <a:gd name="connsiteX8" fmla="*/ 4284 w 9968"/>
              <a:gd name="connsiteY8" fmla="*/ 1985 h 10000"/>
              <a:gd name="connsiteX9" fmla="*/ 4854 w 9968"/>
              <a:gd name="connsiteY9" fmla="*/ 2087 h 10000"/>
              <a:gd name="connsiteX10" fmla="*/ 5250 w 9968"/>
              <a:gd name="connsiteY10" fmla="*/ 1836 h 10000"/>
              <a:gd name="connsiteX11" fmla="*/ 5503 w 9968"/>
              <a:gd name="connsiteY11" fmla="*/ 1305 h 10000"/>
              <a:gd name="connsiteX12" fmla="*/ 5519 w 9968"/>
              <a:gd name="connsiteY12" fmla="*/ 912 h 10000"/>
              <a:gd name="connsiteX13" fmla="*/ 5288 w 9968"/>
              <a:gd name="connsiteY13" fmla="*/ 332 h 10000"/>
              <a:gd name="connsiteX14" fmla="*/ 5245 w 9968"/>
              <a:gd name="connsiteY14" fmla="*/ 128 h 10000"/>
              <a:gd name="connsiteX15" fmla="*/ 5397 w 9968"/>
              <a:gd name="connsiteY15" fmla="*/ 1 h 10000"/>
              <a:gd name="connsiteX16" fmla="*/ 5594 w 9968"/>
              <a:gd name="connsiteY16" fmla="*/ 1 h 10000"/>
              <a:gd name="connsiteX17" fmla="*/ 6016 w 9968"/>
              <a:gd name="connsiteY17" fmla="*/ 1 h 10000"/>
              <a:gd name="connsiteX18" fmla="*/ 8146 w 9968"/>
              <a:gd name="connsiteY18" fmla="*/ 1 h 10000"/>
              <a:gd name="connsiteX19" fmla="*/ 8240 w 9968"/>
              <a:gd name="connsiteY19" fmla="*/ 6 h 10000"/>
              <a:gd name="connsiteX20" fmla="*/ 8276 w 9968"/>
              <a:gd name="connsiteY20" fmla="*/ 52 h 10000"/>
              <a:gd name="connsiteX21" fmla="*/ 8276 w 9968"/>
              <a:gd name="connsiteY21" fmla="*/ 119 h 10000"/>
              <a:gd name="connsiteX22" fmla="*/ 8276 w 9968"/>
              <a:gd name="connsiteY22" fmla="*/ 4104 h 10000"/>
              <a:gd name="connsiteX23" fmla="*/ 8395 w 9968"/>
              <a:gd name="connsiteY23" fmla="*/ 4459 h 10000"/>
              <a:gd name="connsiteX24" fmla="*/ 8751 w 9968"/>
              <a:gd name="connsiteY24" fmla="*/ 4533 h 10000"/>
              <a:gd name="connsiteX25" fmla="*/ 8883 w 9968"/>
              <a:gd name="connsiteY25" fmla="*/ 4419 h 10000"/>
              <a:gd name="connsiteX26" fmla="*/ 9497 w 9968"/>
              <a:gd name="connsiteY26" fmla="*/ 4235 h 10000"/>
              <a:gd name="connsiteX27" fmla="*/ 9895 w 9968"/>
              <a:gd name="connsiteY27" fmla="*/ 4632 h 10000"/>
              <a:gd name="connsiteX28" fmla="*/ 9943 w 9968"/>
              <a:gd name="connsiteY28" fmla="*/ 5218 h 10000"/>
              <a:gd name="connsiteX29" fmla="*/ 9677 w 9968"/>
              <a:gd name="connsiteY29" fmla="*/ 5673 h 10000"/>
              <a:gd name="connsiteX30" fmla="*/ 9156 w 9968"/>
              <a:gd name="connsiteY30" fmla="*/ 5773 h 10000"/>
              <a:gd name="connsiteX31" fmla="*/ 8848 w 9968"/>
              <a:gd name="connsiteY31" fmla="*/ 5544 h 10000"/>
              <a:gd name="connsiteX32" fmla="*/ 8495 w 9968"/>
              <a:gd name="connsiteY32" fmla="*/ 5473 h 10000"/>
              <a:gd name="connsiteX33" fmla="*/ 8276 w 9968"/>
              <a:gd name="connsiteY33" fmla="*/ 5882 h 10000"/>
              <a:gd name="connsiteX34" fmla="*/ 8276 w 9968"/>
              <a:gd name="connsiteY34" fmla="*/ 9938 h 10000"/>
              <a:gd name="connsiteX35" fmla="*/ 8226 w 9968"/>
              <a:gd name="connsiteY35" fmla="*/ 9998 h 10000"/>
              <a:gd name="connsiteX36" fmla="*/ 5402 w 9968"/>
              <a:gd name="connsiteY36" fmla="*/ 9998 h 10000"/>
              <a:gd name="connsiteX37" fmla="*/ 5273 w 9968"/>
              <a:gd name="connsiteY37" fmla="*/ 9931 h 10000"/>
              <a:gd name="connsiteX38" fmla="*/ 5281 w 9968"/>
              <a:gd name="connsiteY38" fmla="*/ 9682 h 10000"/>
              <a:gd name="connsiteX39" fmla="*/ 5493 w 9968"/>
              <a:gd name="connsiteY39" fmla="*/ 9243 h 10000"/>
              <a:gd name="connsiteX40" fmla="*/ 5506 w 9968"/>
              <a:gd name="connsiteY40" fmla="*/ 8712 h 10000"/>
              <a:gd name="connsiteX41" fmla="*/ 5267 w 9968"/>
              <a:gd name="connsiteY41" fmla="*/ 8190 h 10000"/>
              <a:gd name="connsiteX42" fmla="*/ 4859 w 9968"/>
              <a:gd name="connsiteY42" fmla="*/ 7921 h 10000"/>
              <a:gd name="connsiteX43" fmla="*/ 4431 w 9968"/>
              <a:gd name="connsiteY43" fmla="*/ 7943 h 10000"/>
              <a:gd name="connsiteX44" fmla="*/ 4023 w 9968"/>
              <a:gd name="connsiteY44" fmla="*/ 8290 h 10000"/>
              <a:gd name="connsiteX45" fmla="*/ 3848 w 9968"/>
              <a:gd name="connsiteY45" fmla="*/ 9098 h 10000"/>
              <a:gd name="connsiteX46" fmla="*/ 4083 w 9968"/>
              <a:gd name="connsiteY46" fmla="*/ 9682 h 10000"/>
              <a:gd name="connsiteX47" fmla="*/ 4114 w 9968"/>
              <a:gd name="connsiteY47" fmla="*/ 9893 h 10000"/>
              <a:gd name="connsiteX48" fmla="*/ 3976 w 9968"/>
              <a:gd name="connsiteY48" fmla="*/ 10000 h 10000"/>
              <a:gd name="connsiteX49" fmla="*/ 2918 w 9968"/>
              <a:gd name="connsiteY49" fmla="*/ 9998 h 10000"/>
              <a:gd name="connsiteX50" fmla="*/ 1135 w 9968"/>
              <a:gd name="connsiteY50" fmla="*/ 9998 h 10000"/>
              <a:gd name="connsiteX51" fmla="*/ 1090 w 9968"/>
              <a:gd name="connsiteY51" fmla="*/ 9944 h 10000"/>
              <a:gd name="connsiteX52" fmla="*/ 1090 w 9968"/>
              <a:gd name="connsiteY52" fmla="*/ 5893 h 10000"/>
              <a:gd name="connsiteX53" fmla="*/ 923 w 9968"/>
              <a:gd name="connsiteY53" fmla="*/ 5502 h 10000"/>
              <a:gd name="connsiteX54" fmla="*/ 510 w 9968"/>
              <a:gd name="connsiteY54" fmla="*/ 5551 h 10000"/>
              <a:gd name="connsiteX55" fmla="*/ 1 w 9968"/>
              <a:gd name="connsiteY55" fmla="*/ 5800 h 10000"/>
              <a:gd name="connsiteX56" fmla="*/ 450 w 9968"/>
              <a:gd name="connsiteY56" fmla="*/ 4390 h 10000"/>
              <a:gd name="connsiteX57" fmla="*/ 648 w 9968"/>
              <a:gd name="connsiteY57" fmla="*/ 4550 h 10000"/>
              <a:gd name="connsiteX58" fmla="*/ 1065 w 9968"/>
              <a:gd name="connsiteY58" fmla="*/ 4293 h 10000"/>
              <a:gd name="connsiteX59" fmla="*/ 1090 w 9968"/>
              <a:gd name="connsiteY59" fmla="*/ 4086 h 10000"/>
              <a:gd name="connsiteX60" fmla="*/ 1090 w 9968"/>
              <a:gd name="connsiteY60" fmla="*/ 1083 h 10000"/>
              <a:gd name="connsiteX61" fmla="*/ 1090 w 9968"/>
              <a:gd name="connsiteY61" fmla="*/ 1083 h 10000"/>
              <a:gd name="connsiteX0" fmla="*/ 1093 w 10000"/>
              <a:gd name="connsiteY0" fmla="*/ 1083 h 10000"/>
              <a:gd name="connsiteX1" fmla="*/ 1093 w 10000"/>
              <a:gd name="connsiteY1" fmla="*/ 66 h 10000"/>
              <a:gd name="connsiteX2" fmla="*/ 1140 w 10000"/>
              <a:gd name="connsiteY2" fmla="*/ 6 h 10000"/>
              <a:gd name="connsiteX3" fmla="*/ 3981 w 10000"/>
              <a:gd name="connsiteY3" fmla="*/ 8 h 10000"/>
              <a:gd name="connsiteX4" fmla="*/ 4127 w 10000"/>
              <a:gd name="connsiteY4" fmla="*/ 268 h 10000"/>
              <a:gd name="connsiteX5" fmla="*/ 4079 w 10000"/>
              <a:gd name="connsiteY5" fmla="*/ 348 h 10000"/>
              <a:gd name="connsiteX6" fmla="*/ 3862 w 10000"/>
              <a:gd name="connsiteY6" fmla="*/ 896 h 10000"/>
              <a:gd name="connsiteX7" fmla="*/ 3916 w 10000"/>
              <a:gd name="connsiteY7" fmla="*/ 1461 h 10000"/>
              <a:gd name="connsiteX8" fmla="*/ 4298 w 10000"/>
              <a:gd name="connsiteY8" fmla="*/ 1985 h 10000"/>
              <a:gd name="connsiteX9" fmla="*/ 4870 w 10000"/>
              <a:gd name="connsiteY9" fmla="*/ 2087 h 10000"/>
              <a:gd name="connsiteX10" fmla="*/ 5267 w 10000"/>
              <a:gd name="connsiteY10" fmla="*/ 1836 h 10000"/>
              <a:gd name="connsiteX11" fmla="*/ 5521 w 10000"/>
              <a:gd name="connsiteY11" fmla="*/ 1305 h 10000"/>
              <a:gd name="connsiteX12" fmla="*/ 5537 w 10000"/>
              <a:gd name="connsiteY12" fmla="*/ 912 h 10000"/>
              <a:gd name="connsiteX13" fmla="*/ 5305 w 10000"/>
              <a:gd name="connsiteY13" fmla="*/ 332 h 10000"/>
              <a:gd name="connsiteX14" fmla="*/ 5262 w 10000"/>
              <a:gd name="connsiteY14" fmla="*/ 128 h 10000"/>
              <a:gd name="connsiteX15" fmla="*/ 5414 w 10000"/>
              <a:gd name="connsiteY15" fmla="*/ 1 h 10000"/>
              <a:gd name="connsiteX16" fmla="*/ 5612 w 10000"/>
              <a:gd name="connsiteY16" fmla="*/ 1 h 10000"/>
              <a:gd name="connsiteX17" fmla="*/ 6035 w 10000"/>
              <a:gd name="connsiteY17" fmla="*/ 1 h 10000"/>
              <a:gd name="connsiteX18" fmla="*/ 8172 w 10000"/>
              <a:gd name="connsiteY18" fmla="*/ 1 h 10000"/>
              <a:gd name="connsiteX19" fmla="*/ 8266 w 10000"/>
              <a:gd name="connsiteY19" fmla="*/ 6 h 10000"/>
              <a:gd name="connsiteX20" fmla="*/ 8303 w 10000"/>
              <a:gd name="connsiteY20" fmla="*/ 52 h 10000"/>
              <a:gd name="connsiteX21" fmla="*/ 8303 w 10000"/>
              <a:gd name="connsiteY21" fmla="*/ 119 h 10000"/>
              <a:gd name="connsiteX22" fmla="*/ 8303 w 10000"/>
              <a:gd name="connsiteY22" fmla="*/ 4104 h 10000"/>
              <a:gd name="connsiteX23" fmla="*/ 8422 w 10000"/>
              <a:gd name="connsiteY23" fmla="*/ 4459 h 10000"/>
              <a:gd name="connsiteX24" fmla="*/ 8779 w 10000"/>
              <a:gd name="connsiteY24" fmla="*/ 4533 h 10000"/>
              <a:gd name="connsiteX25" fmla="*/ 8912 w 10000"/>
              <a:gd name="connsiteY25" fmla="*/ 4419 h 10000"/>
              <a:gd name="connsiteX26" fmla="*/ 9527 w 10000"/>
              <a:gd name="connsiteY26" fmla="*/ 4235 h 10000"/>
              <a:gd name="connsiteX27" fmla="*/ 9927 w 10000"/>
              <a:gd name="connsiteY27" fmla="*/ 4632 h 10000"/>
              <a:gd name="connsiteX28" fmla="*/ 9975 w 10000"/>
              <a:gd name="connsiteY28" fmla="*/ 5218 h 10000"/>
              <a:gd name="connsiteX29" fmla="*/ 9708 w 10000"/>
              <a:gd name="connsiteY29" fmla="*/ 5673 h 10000"/>
              <a:gd name="connsiteX30" fmla="*/ 9185 w 10000"/>
              <a:gd name="connsiteY30" fmla="*/ 5773 h 10000"/>
              <a:gd name="connsiteX31" fmla="*/ 8876 w 10000"/>
              <a:gd name="connsiteY31" fmla="*/ 5544 h 10000"/>
              <a:gd name="connsiteX32" fmla="*/ 8522 w 10000"/>
              <a:gd name="connsiteY32" fmla="*/ 5473 h 10000"/>
              <a:gd name="connsiteX33" fmla="*/ 8303 w 10000"/>
              <a:gd name="connsiteY33" fmla="*/ 5882 h 10000"/>
              <a:gd name="connsiteX34" fmla="*/ 8303 w 10000"/>
              <a:gd name="connsiteY34" fmla="*/ 9938 h 10000"/>
              <a:gd name="connsiteX35" fmla="*/ 8252 w 10000"/>
              <a:gd name="connsiteY35" fmla="*/ 9998 h 10000"/>
              <a:gd name="connsiteX36" fmla="*/ 5419 w 10000"/>
              <a:gd name="connsiteY36" fmla="*/ 9998 h 10000"/>
              <a:gd name="connsiteX37" fmla="*/ 5290 w 10000"/>
              <a:gd name="connsiteY37" fmla="*/ 9931 h 10000"/>
              <a:gd name="connsiteX38" fmla="*/ 5298 w 10000"/>
              <a:gd name="connsiteY38" fmla="*/ 9682 h 10000"/>
              <a:gd name="connsiteX39" fmla="*/ 5511 w 10000"/>
              <a:gd name="connsiteY39" fmla="*/ 9243 h 10000"/>
              <a:gd name="connsiteX40" fmla="*/ 5524 w 10000"/>
              <a:gd name="connsiteY40" fmla="*/ 8712 h 10000"/>
              <a:gd name="connsiteX41" fmla="*/ 5284 w 10000"/>
              <a:gd name="connsiteY41" fmla="*/ 8190 h 10000"/>
              <a:gd name="connsiteX42" fmla="*/ 4875 w 10000"/>
              <a:gd name="connsiteY42" fmla="*/ 7921 h 10000"/>
              <a:gd name="connsiteX43" fmla="*/ 4445 w 10000"/>
              <a:gd name="connsiteY43" fmla="*/ 7943 h 10000"/>
              <a:gd name="connsiteX44" fmla="*/ 4036 w 10000"/>
              <a:gd name="connsiteY44" fmla="*/ 8290 h 10000"/>
              <a:gd name="connsiteX45" fmla="*/ 3860 w 10000"/>
              <a:gd name="connsiteY45" fmla="*/ 9098 h 10000"/>
              <a:gd name="connsiteX46" fmla="*/ 4096 w 10000"/>
              <a:gd name="connsiteY46" fmla="*/ 9682 h 10000"/>
              <a:gd name="connsiteX47" fmla="*/ 4127 w 10000"/>
              <a:gd name="connsiteY47" fmla="*/ 9893 h 10000"/>
              <a:gd name="connsiteX48" fmla="*/ 3989 w 10000"/>
              <a:gd name="connsiteY48" fmla="*/ 10000 h 10000"/>
              <a:gd name="connsiteX49" fmla="*/ 2927 w 10000"/>
              <a:gd name="connsiteY49" fmla="*/ 9998 h 10000"/>
              <a:gd name="connsiteX50" fmla="*/ 1139 w 10000"/>
              <a:gd name="connsiteY50" fmla="*/ 9998 h 10000"/>
              <a:gd name="connsiteX51" fmla="*/ 1093 w 10000"/>
              <a:gd name="connsiteY51" fmla="*/ 9944 h 10000"/>
              <a:gd name="connsiteX52" fmla="*/ 1093 w 10000"/>
              <a:gd name="connsiteY52" fmla="*/ 5893 h 10000"/>
              <a:gd name="connsiteX53" fmla="*/ 926 w 10000"/>
              <a:gd name="connsiteY53" fmla="*/ 5502 h 10000"/>
              <a:gd name="connsiteX54" fmla="*/ 512 w 10000"/>
              <a:gd name="connsiteY54" fmla="*/ 5551 h 10000"/>
              <a:gd name="connsiteX55" fmla="*/ 1 w 10000"/>
              <a:gd name="connsiteY55" fmla="*/ 5800 h 10000"/>
              <a:gd name="connsiteX56" fmla="*/ 650 w 10000"/>
              <a:gd name="connsiteY56" fmla="*/ 4550 h 10000"/>
              <a:gd name="connsiteX57" fmla="*/ 1068 w 10000"/>
              <a:gd name="connsiteY57" fmla="*/ 4293 h 10000"/>
              <a:gd name="connsiteX58" fmla="*/ 1093 w 10000"/>
              <a:gd name="connsiteY58" fmla="*/ 4086 h 10000"/>
              <a:gd name="connsiteX59" fmla="*/ 1093 w 10000"/>
              <a:gd name="connsiteY59" fmla="*/ 1083 h 10000"/>
              <a:gd name="connsiteX60" fmla="*/ 1093 w 10000"/>
              <a:gd name="connsiteY60" fmla="*/ 1083 h 10000"/>
              <a:gd name="connsiteX0" fmla="*/ 1104 w 10011"/>
              <a:gd name="connsiteY0" fmla="*/ 1083 h 10000"/>
              <a:gd name="connsiteX1" fmla="*/ 1104 w 10011"/>
              <a:gd name="connsiteY1" fmla="*/ 66 h 10000"/>
              <a:gd name="connsiteX2" fmla="*/ 1151 w 10011"/>
              <a:gd name="connsiteY2" fmla="*/ 6 h 10000"/>
              <a:gd name="connsiteX3" fmla="*/ 3992 w 10011"/>
              <a:gd name="connsiteY3" fmla="*/ 8 h 10000"/>
              <a:gd name="connsiteX4" fmla="*/ 4138 w 10011"/>
              <a:gd name="connsiteY4" fmla="*/ 268 h 10000"/>
              <a:gd name="connsiteX5" fmla="*/ 4090 w 10011"/>
              <a:gd name="connsiteY5" fmla="*/ 348 h 10000"/>
              <a:gd name="connsiteX6" fmla="*/ 3873 w 10011"/>
              <a:gd name="connsiteY6" fmla="*/ 896 h 10000"/>
              <a:gd name="connsiteX7" fmla="*/ 3927 w 10011"/>
              <a:gd name="connsiteY7" fmla="*/ 1461 h 10000"/>
              <a:gd name="connsiteX8" fmla="*/ 4309 w 10011"/>
              <a:gd name="connsiteY8" fmla="*/ 1985 h 10000"/>
              <a:gd name="connsiteX9" fmla="*/ 4881 w 10011"/>
              <a:gd name="connsiteY9" fmla="*/ 2087 h 10000"/>
              <a:gd name="connsiteX10" fmla="*/ 5278 w 10011"/>
              <a:gd name="connsiteY10" fmla="*/ 1836 h 10000"/>
              <a:gd name="connsiteX11" fmla="*/ 5532 w 10011"/>
              <a:gd name="connsiteY11" fmla="*/ 1305 h 10000"/>
              <a:gd name="connsiteX12" fmla="*/ 5548 w 10011"/>
              <a:gd name="connsiteY12" fmla="*/ 912 h 10000"/>
              <a:gd name="connsiteX13" fmla="*/ 5316 w 10011"/>
              <a:gd name="connsiteY13" fmla="*/ 332 h 10000"/>
              <a:gd name="connsiteX14" fmla="*/ 5273 w 10011"/>
              <a:gd name="connsiteY14" fmla="*/ 128 h 10000"/>
              <a:gd name="connsiteX15" fmla="*/ 5425 w 10011"/>
              <a:gd name="connsiteY15" fmla="*/ 1 h 10000"/>
              <a:gd name="connsiteX16" fmla="*/ 5623 w 10011"/>
              <a:gd name="connsiteY16" fmla="*/ 1 h 10000"/>
              <a:gd name="connsiteX17" fmla="*/ 6046 w 10011"/>
              <a:gd name="connsiteY17" fmla="*/ 1 h 10000"/>
              <a:gd name="connsiteX18" fmla="*/ 8183 w 10011"/>
              <a:gd name="connsiteY18" fmla="*/ 1 h 10000"/>
              <a:gd name="connsiteX19" fmla="*/ 8277 w 10011"/>
              <a:gd name="connsiteY19" fmla="*/ 6 h 10000"/>
              <a:gd name="connsiteX20" fmla="*/ 8314 w 10011"/>
              <a:gd name="connsiteY20" fmla="*/ 52 h 10000"/>
              <a:gd name="connsiteX21" fmla="*/ 8314 w 10011"/>
              <a:gd name="connsiteY21" fmla="*/ 119 h 10000"/>
              <a:gd name="connsiteX22" fmla="*/ 8314 w 10011"/>
              <a:gd name="connsiteY22" fmla="*/ 4104 h 10000"/>
              <a:gd name="connsiteX23" fmla="*/ 8433 w 10011"/>
              <a:gd name="connsiteY23" fmla="*/ 4459 h 10000"/>
              <a:gd name="connsiteX24" fmla="*/ 8790 w 10011"/>
              <a:gd name="connsiteY24" fmla="*/ 4533 h 10000"/>
              <a:gd name="connsiteX25" fmla="*/ 8923 w 10011"/>
              <a:gd name="connsiteY25" fmla="*/ 4419 h 10000"/>
              <a:gd name="connsiteX26" fmla="*/ 9538 w 10011"/>
              <a:gd name="connsiteY26" fmla="*/ 4235 h 10000"/>
              <a:gd name="connsiteX27" fmla="*/ 9938 w 10011"/>
              <a:gd name="connsiteY27" fmla="*/ 4632 h 10000"/>
              <a:gd name="connsiteX28" fmla="*/ 9986 w 10011"/>
              <a:gd name="connsiteY28" fmla="*/ 5218 h 10000"/>
              <a:gd name="connsiteX29" fmla="*/ 9719 w 10011"/>
              <a:gd name="connsiteY29" fmla="*/ 5673 h 10000"/>
              <a:gd name="connsiteX30" fmla="*/ 9196 w 10011"/>
              <a:gd name="connsiteY30" fmla="*/ 5773 h 10000"/>
              <a:gd name="connsiteX31" fmla="*/ 8887 w 10011"/>
              <a:gd name="connsiteY31" fmla="*/ 5544 h 10000"/>
              <a:gd name="connsiteX32" fmla="*/ 8533 w 10011"/>
              <a:gd name="connsiteY32" fmla="*/ 5473 h 10000"/>
              <a:gd name="connsiteX33" fmla="*/ 8314 w 10011"/>
              <a:gd name="connsiteY33" fmla="*/ 5882 h 10000"/>
              <a:gd name="connsiteX34" fmla="*/ 8314 w 10011"/>
              <a:gd name="connsiteY34" fmla="*/ 9938 h 10000"/>
              <a:gd name="connsiteX35" fmla="*/ 8263 w 10011"/>
              <a:gd name="connsiteY35" fmla="*/ 9998 h 10000"/>
              <a:gd name="connsiteX36" fmla="*/ 5430 w 10011"/>
              <a:gd name="connsiteY36" fmla="*/ 9998 h 10000"/>
              <a:gd name="connsiteX37" fmla="*/ 5301 w 10011"/>
              <a:gd name="connsiteY37" fmla="*/ 9931 h 10000"/>
              <a:gd name="connsiteX38" fmla="*/ 5309 w 10011"/>
              <a:gd name="connsiteY38" fmla="*/ 9682 h 10000"/>
              <a:gd name="connsiteX39" fmla="*/ 5522 w 10011"/>
              <a:gd name="connsiteY39" fmla="*/ 9243 h 10000"/>
              <a:gd name="connsiteX40" fmla="*/ 5535 w 10011"/>
              <a:gd name="connsiteY40" fmla="*/ 8712 h 10000"/>
              <a:gd name="connsiteX41" fmla="*/ 5295 w 10011"/>
              <a:gd name="connsiteY41" fmla="*/ 8190 h 10000"/>
              <a:gd name="connsiteX42" fmla="*/ 4886 w 10011"/>
              <a:gd name="connsiteY42" fmla="*/ 7921 h 10000"/>
              <a:gd name="connsiteX43" fmla="*/ 4456 w 10011"/>
              <a:gd name="connsiteY43" fmla="*/ 7943 h 10000"/>
              <a:gd name="connsiteX44" fmla="*/ 4047 w 10011"/>
              <a:gd name="connsiteY44" fmla="*/ 8290 h 10000"/>
              <a:gd name="connsiteX45" fmla="*/ 3871 w 10011"/>
              <a:gd name="connsiteY45" fmla="*/ 9098 h 10000"/>
              <a:gd name="connsiteX46" fmla="*/ 4107 w 10011"/>
              <a:gd name="connsiteY46" fmla="*/ 9682 h 10000"/>
              <a:gd name="connsiteX47" fmla="*/ 4138 w 10011"/>
              <a:gd name="connsiteY47" fmla="*/ 9893 h 10000"/>
              <a:gd name="connsiteX48" fmla="*/ 4000 w 10011"/>
              <a:gd name="connsiteY48" fmla="*/ 10000 h 10000"/>
              <a:gd name="connsiteX49" fmla="*/ 2938 w 10011"/>
              <a:gd name="connsiteY49" fmla="*/ 9998 h 10000"/>
              <a:gd name="connsiteX50" fmla="*/ 1150 w 10011"/>
              <a:gd name="connsiteY50" fmla="*/ 9998 h 10000"/>
              <a:gd name="connsiteX51" fmla="*/ 1104 w 10011"/>
              <a:gd name="connsiteY51" fmla="*/ 9944 h 10000"/>
              <a:gd name="connsiteX52" fmla="*/ 1104 w 10011"/>
              <a:gd name="connsiteY52" fmla="*/ 5893 h 10000"/>
              <a:gd name="connsiteX53" fmla="*/ 937 w 10011"/>
              <a:gd name="connsiteY53" fmla="*/ 5502 h 10000"/>
              <a:gd name="connsiteX54" fmla="*/ 523 w 10011"/>
              <a:gd name="connsiteY54" fmla="*/ 5551 h 10000"/>
              <a:gd name="connsiteX55" fmla="*/ 12 w 10011"/>
              <a:gd name="connsiteY55" fmla="*/ 5800 h 10000"/>
              <a:gd name="connsiteX56" fmla="*/ 1079 w 10011"/>
              <a:gd name="connsiteY56" fmla="*/ 4293 h 10000"/>
              <a:gd name="connsiteX57" fmla="*/ 1104 w 10011"/>
              <a:gd name="connsiteY57" fmla="*/ 4086 h 10000"/>
              <a:gd name="connsiteX58" fmla="*/ 1104 w 10011"/>
              <a:gd name="connsiteY58" fmla="*/ 1083 h 10000"/>
              <a:gd name="connsiteX59" fmla="*/ 1104 w 10011"/>
              <a:gd name="connsiteY59" fmla="*/ 1083 h 10000"/>
              <a:gd name="connsiteX0" fmla="*/ 583 w 9490"/>
              <a:gd name="connsiteY0" fmla="*/ 1083 h 10000"/>
              <a:gd name="connsiteX1" fmla="*/ 583 w 9490"/>
              <a:gd name="connsiteY1" fmla="*/ 66 h 10000"/>
              <a:gd name="connsiteX2" fmla="*/ 630 w 9490"/>
              <a:gd name="connsiteY2" fmla="*/ 6 h 10000"/>
              <a:gd name="connsiteX3" fmla="*/ 3471 w 9490"/>
              <a:gd name="connsiteY3" fmla="*/ 8 h 10000"/>
              <a:gd name="connsiteX4" fmla="*/ 3617 w 9490"/>
              <a:gd name="connsiteY4" fmla="*/ 268 h 10000"/>
              <a:gd name="connsiteX5" fmla="*/ 3569 w 9490"/>
              <a:gd name="connsiteY5" fmla="*/ 348 h 10000"/>
              <a:gd name="connsiteX6" fmla="*/ 3352 w 9490"/>
              <a:gd name="connsiteY6" fmla="*/ 896 h 10000"/>
              <a:gd name="connsiteX7" fmla="*/ 3406 w 9490"/>
              <a:gd name="connsiteY7" fmla="*/ 1461 h 10000"/>
              <a:gd name="connsiteX8" fmla="*/ 3788 w 9490"/>
              <a:gd name="connsiteY8" fmla="*/ 1985 h 10000"/>
              <a:gd name="connsiteX9" fmla="*/ 4360 w 9490"/>
              <a:gd name="connsiteY9" fmla="*/ 2087 h 10000"/>
              <a:gd name="connsiteX10" fmla="*/ 4757 w 9490"/>
              <a:gd name="connsiteY10" fmla="*/ 1836 h 10000"/>
              <a:gd name="connsiteX11" fmla="*/ 5011 w 9490"/>
              <a:gd name="connsiteY11" fmla="*/ 1305 h 10000"/>
              <a:gd name="connsiteX12" fmla="*/ 5027 w 9490"/>
              <a:gd name="connsiteY12" fmla="*/ 912 h 10000"/>
              <a:gd name="connsiteX13" fmla="*/ 4795 w 9490"/>
              <a:gd name="connsiteY13" fmla="*/ 332 h 10000"/>
              <a:gd name="connsiteX14" fmla="*/ 4752 w 9490"/>
              <a:gd name="connsiteY14" fmla="*/ 128 h 10000"/>
              <a:gd name="connsiteX15" fmla="*/ 4904 w 9490"/>
              <a:gd name="connsiteY15" fmla="*/ 1 h 10000"/>
              <a:gd name="connsiteX16" fmla="*/ 5102 w 9490"/>
              <a:gd name="connsiteY16" fmla="*/ 1 h 10000"/>
              <a:gd name="connsiteX17" fmla="*/ 5525 w 9490"/>
              <a:gd name="connsiteY17" fmla="*/ 1 h 10000"/>
              <a:gd name="connsiteX18" fmla="*/ 7662 w 9490"/>
              <a:gd name="connsiteY18" fmla="*/ 1 h 10000"/>
              <a:gd name="connsiteX19" fmla="*/ 7756 w 9490"/>
              <a:gd name="connsiteY19" fmla="*/ 6 h 10000"/>
              <a:gd name="connsiteX20" fmla="*/ 7793 w 9490"/>
              <a:gd name="connsiteY20" fmla="*/ 52 h 10000"/>
              <a:gd name="connsiteX21" fmla="*/ 7793 w 9490"/>
              <a:gd name="connsiteY21" fmla="*/ 119 h 10000"/>
              <a:gd name="connsiteX22" fmla="*/ 7793 w 9490"/>
              <a:gd name="connsiteY22" fmla="*/ 4104 h 10000"/>
              <a:gd name="connsiteX23" fmla="*/ 7912 w 9490"/>
              <a:gd name="connsiteY23" fmla="*/ 4459 h 10000"/>
              <a:gd name="connsiteX24" fmla="*/ 8269 w 9490"/>
              <a:gd name="connsiteY24" fmla="*/ 4533 h 10000"/>
              <a:gd name="connsiteX25" fmla="*/ 8402 w 9490"/>
              <a:gd name="connsiteY25" fmla="*/ 4419 h 10000"/>
              <a:gd name="connsiteX26" fmla="*/ 9017 w 9490"/>
              <a:gd name="connsiteY26" fmla="*/ 4235 h 10000"/>
              <a:gd name="connsiteX27" fmla="*/ 9417 w 9490"/>
              <a:gd name="connsiteY27" fmla="*/ 4632 h 10000"/>
              <a:gd name="connsiteX28" fmla="*/ 9465 w 9490"/>
              <a:gd name="connsiteY28" fmla="*/ 5218 h 10000"/>
              <a:gd name="connsiteX29" fmla="*/ 9198 w 9490"/>
              <a:gd name="connsiteY29" fmla="*/ 5673 h 10000"/>
              <a:gd name="connsiteX30" fmla="*/ 8675 w 9490"/>
              <a:gd name="connsiteY30" fmla="*/ 5773 h 10000"/>
              <a:gd name="connsiteX31" fmla="*/ 8366 w 9490"/>
              <a:gd name="connsiteY31" fmla="*/ 5544 h 10000"/>
              <a:gd name="connsiteX32" fmla="*/ 8012 w 9490"/>
              <a:gd name="connsiteY32" fmla="*/ 5473 h 10000"/>
              <a:gd name="connsiteX33" fmla="*/ 7793 w 9490"/>
              <a:gd name="connsiteY33" fmla="*/ 5882 h 10000"/>
              <a:gd name="connsiteX34" fmla="*/ 7793 w 9490"/>
              <a:gd name="connsiteY34" fmla="*/ 9938 h 10000"/>
              <a:gd name="connsiteX35" fmla="*/ 7742 w 9490"/>
              <a:gd name="connsiteY35" fmla="*/ 9998 h 10000"/>
              <a:gd name="connsiteX36" fmla="*/ 4909 w 9490"/>
              <a:gd name="connsiteY36" fmla="*/ 9998 h 10000"/>
              <a:gd name="connsiteX37" fmla="*/ 4780 w 9490"/>
              <a:gd name="connsiteY37" fmla="*/ 9931 h 10000"/>
              <a:gd name="connsiteX38" fmla="*/ 4788 w 9490"/>
              <a:gd name="connsiteY38" fmla="*/ 9682 h 10000"/>
              <a:gd name="connsiteX39" fmla="*/ 5001 w 9490"/>
              <a:gd name="connsiteY39" fmla="*/ 9243 h 10000"/>
              <a:gd name="connsiteX40" fmla="*/ 5014 w 9490"/>
              <a:gd name="connsiteY40" fmla="*/ 8712 h 10000"/>
              <a:gd name="connsiteX41" fmla="*/ 4774 w 9490"/>
              <a:gd name="connsiteY41" fmla="*/ 8190 h 10000"/>
              <a:gd name="connsiteX42" fmla="*/ 4365 w 9490"/>
              <a:gd name="connsiteY42" fmla="*/ 7921 h 10000"/>
              <a:gd name="connsiteX43" fmla="*/ 3935 w 9490"/>
              <a:gd name="connsiteY43" fmla="*/ 7943 h 10000"/>
              <a:gd name="connsiteX44" fmla="*/ 3526 w 9490"/>
              <a:gd name="connsiteY44" fmla="*/ 8290 h 10000"/>
              <a:gd name="connsiteX45" fmla="*/ 3350 w 9490"/>
              <a:gd name="connsiteY45" fmla="*/ 9098 h 10000"/>
              <a:gd name="connsiteX46" fmla="*/ 3586 w 9490"/>
              <a:gd name="connsiteY46" fmla="*/ 9682 h 10000"/>
              <a:gd name="connsiteX47" fmla="*/ 3617 w 9490"/>
              <a:gd name="connsiteY47" fmla="*/ 9893 h 10000"/>
              <a:gd name="connsiteX48" fmla="*/ 3479 w 9490"/>
              <a:gd name="connsiteY48" fmla="*/ 10000 h 10000"/>
              <a:gd name="connsiteX49" fmla="*/ 2417 w 9490"/>
              <a:gd name="connsiteY49" fmla="*/ 9998 h 10000"/>
              <a:gd name="connsiteX50" fmla="*/ 629 w 9490"/>
              <a:gd name="connsiteY50" fmla="*/ 9998 h 10000"/>
              <a:gd name="connsiteX51" fmla="*/ 583 w 9490"/>
              <a:gd name="connsiteY51" fmla="*/ 9944 h 10000"/>
              <a:gd name="connsiteX52" fmla="*/ 583 w 9490"/>
              <a:gd name="connsiteY52" fmla="*/ 5893 h 10000"/>
              <a:gd name="connsiteX53" fmla="*/ 416 w 9490"/>
              <a:gd name="connsiteY53" fmla="*/ 5502 h 10000"/>
              <a:gd name="connsiteX54" fmla="*/ 2 w 9490"/>
              <a:gd name="connsiteY54" fmla="*/ 5551 h 10000"/>
              <a:gd name="connsiteX55" fmla="*/ 558 w 9490"/>
              <a:gd name="connsiteY55" fmla="*/ 4293 h 10000"/>
              <a:gd name="connsiteX56" fmla="*/ 583 w 9490"/>
              <a:gd name="connsiteY56" fmla="*/ 4086 h 10000"/>
              <a:gd name="connsiteX57" fmla="*/ 583 w 9490"/>
              <a:gd name="connsiteY57" fmla="*/ 1083 h 10000"/>
              <a:gd name="connsiteX58" fmla="*/ 583 w 9490"/>
              <a:gd name="connsiteY58" fmla="*/ 1083 h 10000"/>
              <a:gd name="connsiteX0" fmla="*/ 177 w 9563"/>
              <a:gd name="connsiteY0" fmla="*/ 1083 h 10000"/>
              <a:gd name="connsiteX1" fmla="*/ 177 w 9563"/>
              <a:gd name="connsiteY1" fmla="*/ 66 h 10000"/>
              <a:gd name="connsiteX2" fmla="*/ 227 w 9563"/>
              <a:gd name="connsiteY2" fmla="*/ 6 h 10000"/>
              <a:gd name="connsiteX3" fmla="*/ 3221 w 9563"/>
              <a:gd name="connsiteY3" fmla="*/ 8 h 10000"/>
              <a:gd name="connsiteX4" fmla="*/ 3374 w 9563"/>
              <a:gd name="connsiteY4" fmla="*/ 268 h 10000"/>
              <a:gd name="connsiteX5" fmla="*/ 3324 w 9563"/>
              <a:gd name="connsiteY5" fmla="*/ 348 h 10000"/>
              <a:gd name="connsiteX6" fmla="*/ 3095 w 9563"/>
              <a:gd name="connsiteY6" fmla="*/ 896 h 10000"/>
              <a:gd name="connsiteX7" fmla="*/ 3152 w 9563"/>
              <a:gd name="connsiteY7" fmla="*/ 1461 h 10000"/>
              <a:gd name="connsiteX8" fmla="*/ 3555 w 9563"/>
              <a:gd name="connsiteY8" fmla="*/ 1985 h 10000"/>
              <a:gd name="connsiteX9" fmla="*/ 4157 w 9563"/>
              <a:gd name="connsiteY9" fmla="*/ 2087 h 10000"/>
              <a:gd name="connsiteX10" fmla="*/ 4576 w 9563"/>
              <a:gd name="connsiteY10" fmla="*/ 1836 h 10000"/>
              <a:gd name="connsiteX11" fmla="*/ 4843 w 9563"/>
              <a:gd name="connsiteY11" fmla="*/ 1305 h 10000"/>
              <a:gd name="connsiteX12" fmla="*/ 4860 w 9563"/>
              <a:gd name="connsiteY12" fmla="*/ 912 h 10000"/>
              <a:gd name="connsiteX13" fmla="*/ 4616 w 9563"/>
              <a:gd name="connsiteY13" fmla="*/ 332 h 10000"/>
              <a:gd name="connsiteX14" fmla="*/ 4570 w 9563"/>
              <a:gd name="connsiteY14" fmla="*/ 128 h 10000"/>
              <a:gd name="connsiteX15" fmla="*/ 4731 w 9563"/>
              <a:gd name="connsiteY15" fmla="*/ 1 h 10000"/>
              <a:gd name="connsiteX16" fmla="*/ 4939 w 9563"/>
              <a:gd name="connsiteY16" fmla="*/ 1 h 10000"/>
              <a:gd name="connsiteX17" fmla="*/ 5385 w 9563"/>
              <a:gd name="connsiteY17" fmla="*/ 1 h 10000"/>
              <a:gd name="connsiteX18" fmla="*/ 7637 w 9563"/>
              <a:gd name="connsiteY18" fmla="*/ 1 h 10000"/>
              <a:gd name="connsiteX19" fmla="*/ 7736 w 9563"/>
              <a:gd name="connsiteY19" fmla="*/ 6 h 10000"/>
              <a:gd name="connsiteX20" fmla="*/ 7775 w 9563"/>
              <a:gd name="connsiteY20" fmla="*/ 52 h 10000"/>
              <a:gd name="connsiteX21" fmla="*/ 7775 w 9563"/>
              <a:gd name="connsiteY21" fmla="*/ 119 h 10000"/>
              <a:gd name="connsiteX22" fmla="*/ 7775 w 9563"/>
              <a:gd name="connsiteY22" fmla="*/ 4104 h 10000"/>
              <a:gd name="connsiteX23" fmla="*/ 7900 w 9563"/>
              <a:gd name="connsiteY23" fmla="*/ 4459 h 10000"/>
              <a:gd name="connsiteX24" fmla="*/ 8276 w 9563"/>
              <a:gd name="connsiteY24" fmla="*/ 4533 h 10000"/>
              <a:gd name="connsiteX25" fmla="*/ 8417 w 9563"/>
              <a:gd name="connsiteY25" fmla="*/ 4419 h 10000"/>
              <a:gd name="connsiteX26" fmla="*/ 9065 w 9563"/>
              <a:gd name="connsiteY26" fmla="*/ 4235 h 10000"/>
              <a:gd name="connsiteX27" fmla="*/ 9486 w 9563"/>
              <a:gd name="connsiteY27" fmla="*/ 4632 h 10000"/>
              <a:gd name="connsiteX28" fmla="*/ 9537 w 9563"/>
              <a:gd name="connsiteY28" fmla="*/ 5218 h 10000"/>
              <a:gd name="connsiteX29" fmla="*/ 9255 w 9563"/>
              <a:gd name="connsiteY29" fmla="*/ 5673 h 10000"/>
              <a:gd name="connsiteX30" fmla="*/ 8704 w 9563"/>
              <a:gd name="connsiteY30" fmla="*/ 5773 h 10000"/>
              <a:gd name="connsiteX31" fmla="*/ 8379 w 9563"/>
              <a:gd name="connsiteY31" fmla="*/ 5544 h 10000"/>
              <a:gd name="connsiteX32" fmla="*/ 8006 w 9563"/>
              <a:gd name="connsiteY32" fmla="*/ 5473 h 10000"/>
              <a:gd name="connsiteX33" fmla="*/ 7775 w 9563"/>
              <a:gd name="connsiteY33" fmla="*/ 5882 h 10000"/>
              <a:gd name="connsiteX34" fmla="*/ 7775 w 9563"/>
              <a:gd name="connsiteY34" fmla="*/ 9938 h 10000"/>
              <a:gd name="connsiteX35" fmla="*/ 7721 w 9563"/>
              <a:gd name="connsiteY35" fmla="*/ 9998 h 10000"/>
              <a:gd name="connsiteX36" fmla="*/ 4736 w 9563"/>
              <a:gd name="connsiteY36" fmla="*/ 9998 h 10000"/>
              <a:gd name="connsiteX37" fmla="*/ 4600 w 9563"/>
              <a:gd name="connsiteY37" fmla="*/ 9931 h 10000"/>
              <a:gd name="connsiteX38" fmla="*/ 4608 w 9563"/>
              <a:gd name="connsiteY38" fmla="*/ 9682 h 10000"/>
              <a:gd name="connsiteX39" fmla="*/ 4833 w 9563"/>
              <a:gd name="connsiteY39" fmla="*/ 9243 h 10000"/>
              <a:gd name="connsiteX40" fmla="*/ 4846 w 9563"/>
              <a:gd name="connsiteY40" fmla="*/ 8712 h 10000"/>
              <a:gd name="connsiteX41" fmla="*/ 4594 w 9563"/>
              <a:gd name="connsiteY41" fmla="*/ 8190 h 10000"/>
              <a:gd name="connsiteX42" fmla="*/ 4163 w 9563"/>
              <a:gd name="connsiteY42" fmla="*/ 7921 h 10000"/>
              <a:gd name="connsiteX43" fmla="*/ 3709 w 9563"/>
              <a:gd name="connsiteY43" fmla="*/ 7943 h 10000"/>
              <a:gd name="connsiteX44" fmla="*/ 3278 w 9563"/>
              <a:gd name="connsiteY44" fmla="*/ 8290 h 10000"/>
              <a:gd name="connsiteX45" fmla="*/ 3093 w 9563"/>
              <a:gd name="connsiteY45" fmla="*/ 9098 h 10000"/>
              <a:gd name="connsiteX46" fmla="*/ 3342 w 9563"/>
              <a:gd name="connsiteY46" fmla="*/ 9682 h 10000"/>
              <a:gd name="connsiteX47" fmla="*/ 3374 w 9563"/>
              <a:gd name="connsiteY47" fmla="*/ 9893 h 10000"/>
              <a:gd name="connsiteX48" fmla="*/ 3229 w 9563"/>
              <a:gd name="connsiteY48" fmla="*/ 10000 h 10000"/>
              <a:gd name="connsiteX49" fmla="*/ 2110 w 9563"/>
              <a:gd name="connsiteY49" fmla="*/ 9998 h 10000"/>
              <a:gd name="connsiteX50" fmla="*/ 226 w 9563"/>
              <a:gd name="connsiteY50" fmla="*/ 9998 h 10000"/>
              <a:gd name="connsiteX51" fmla="*/ 177 w 9563"/>
              <a:gd name="connsiteY51" fmla="*/ 9944 h 10000"/>
              <a:gd name="connsiteX52" fmla="*/ 177 w 9563"/>
              <a:gd name="connsiteY52" fmla="*/ 5893 h 10000"/>
              <a:gd name="connsiteX53" fmla="*/ 1 w 9563"/>
              <a:gd name="connsiteY53" fmla="*/ 5502 h 10000"/>
              <a:gd name="connsiteX54" fmla="*/ 151 w 9563"/>
              <a:gd name="connsiteY54" fmla="*/ 4293 h 10000"/>
              <a:gd name="connsiteX55" fmla="*/ 177 w 9563"/>
              <a:gd name="connsiteY55" fmla="*/ 4086 h 10000"/>
              <a:gd name="connsiteX56" fmla="*/ 177 w 9563"/>
              <a:gd name="connsiteY56" fmla="*/ 1083 h 10000"/>
              <a:gd name="connsiteX57" fmla="*/ 177 w 9563"/>
              <a:gd name="connsiteY57" fmla="*/ 1083 h 10000"/>
              <a:gd name="connsiteX0" fmla="*/ 27 w 9842"/>
              <a:gd name="connsiteY0" fmla="*/ 1083 h 10000"/>
              <a:gd name="connsiteX1" fmla="*/ 27 w 9842"/>
              <a:gd name="connsiteY1" fmla="*/ 66 h 10000"/>
              <a:gd name="connsiteX2" fmla="*/ 79 w 9842"/>
              <a:gd name="connsiteY2" fmla="*/ 6 h 10000"/>
              <a:gd name="connsiteX3" fmla="*/ 3210 w 9842"/>
              <a:gd name="connsiteY3" fmla="*/ 8 h 10000"/>
              <a:gd name="connsiteX4" fmla="*/ 3370 w 9842"/>
              <a:gd name="connsiteY4" fmla="*/ 268 h 10000"/>
              <a:gd name="connsiteX5" fmla="*/ 3318 w 9842"/>
              <a:gd name="connsiteY5" fmla="*/ 348 h 10000"/>
              <a:gd name="connsiteX6" fmla="*/ 3078 w 9842"/>
              <a:gd name="connsiteY6" fmla="*/ 896 h 10000"/>
              <a:gd name="connsiteX7" fmla="*/ 3138 w 9842"/>
              <a:gd name="connsiteY7" fmla="*/ 1461 h 10000"/>
              <a:gd name="connsiteX8" fmla="*/ 3559 w 9842"/>
              <a:gd name="connsiteY8" fmla="*/ 1985 h 10000"/>
              <a:gd name="connsiteX9" fmla="*/ 4189 w 9842"/>
              <a:gd name="connsiteY9" fmla="*/ 2087 h 10000"/>
              <a:gd name="connsiteX10" fmla="*/ 4627 w 9842"/>
              <a:gd name="connsiteY10" fmla="*/ 1836 h 10000"/>
              <a:gd name="connsiteX11" fmla="*/ 4906 w 9842"/>
              <a:gd name="connsiteY11" fmla="*/ 1305 h 10000"/>
              <a:gd name="connsiteX12" fmla="*/ 4924 w 9842"/>
              <a:gd name="connsiteY12" fmla="*/ 912 h 10000"/>
              <a:gd name="connsiteX13" fmla="*/ 4669 w 9842"/>
              <a:gd name="connsiteY13" fmla="*/ 332 h 10000"/>
              <a:gd name="connsiteX14" fmla="*/ 4621 w 9842"/>
              <a:gd name="connsiteY14" fmla="*/ 128 h 10000"/>
              <a:gd name="connsiteX15" fmla="*/ 4789 w 9842"/>
              <a:gd name="connsiteY15" fmla="*/ 1 h 10000"/>
              <a:gd name="connsiteX16" fmla="*/ 5007 w 9842"/>
              <a:gd name="connsiteY16" fmla="*/ 1 h 10000"/>
              <a:gd name="connsiteX17" fmla="*/ 5473 w 9842"/>
              <a:gd name="connsiteY17" fmla="*/ 1 h 10000"/>
              <a:gd name="connsiteX18" fmla="*/ 7828 w 9842"/>
              <a:gd name="connsiteY18" fmla="*/ 1 h 10000"/>
              <a:gd name="connsiteX19" fmla="*/ 7932 w 9842"/>
              <a:gd name="connsiteY19" fmla="*/ 6 h 10000"/>
              <a:gd name="connsiteX20" fmla="*/ 7972 w 9842"/>
              <a:gd name="connsiteY20" fmla="*/ 52 h 10000"/>
              <a:gd name="connsiteX21" fmla="*/ 7972 w 9842"/>
              <a:gd name="connsiteY21" fmla="*/ 119 h 10000"/>
              <a:gd name="connsiteX22" fmla="*/ 7972 w 9842"/>
              <a:gd name="connsiteY22" fmla="*/ 4104 h 10000"/>
              <a:gd name="connsiteX23" fmla="*/ 8103 w 9842"/>
              <a:gd name="connsiteY23" fmla="*/ 4459 h 10000"/>
              <a:gd name="connsiteX24" fmla="*/ 8496 w 9842"/>
              <a:gd name="connsiteY24" fmla="*/ 4533 h 10000"/>
              <a:gd name="connsiteX25" fmla="*/ 8644 w 9842"/>
              <a:gd name="connsiteY25" fmla="*/ 4419 h 10000"/>
              <a:gd name="connsiteX26" fmla="*/ 9321 w 9842"/>
              <a:gd name="connsiteY26" fmla="*/ 4235 h 10000"/>
              <a:gd name="connsiteX27" fmla="*/ 9761 w 9842"/>
              <a:gd name="connsiteY27" fmla="*/ 4632 h 10000"/>
              <a:gd name="connsiteX28" fmla="*/ 9815 w 9842"/>
              <a:gd name="connsiteY28" fmla="*/ 5218 h 10000"/>
              <a:gd name="connsiteX29" fmla="*/ 9520 w 9842"/>
              <a:gd name="connsiteY29" fmla="*/ 5673 h 10000"/>
              <a:gd name="connsiteX30" fmla="*/ 8944 w 9842"/>
              <a:gd name="connsiteY30" fmla="*/ 5773 h 10000"/>
              <a:gd name="connsiteX31" fmla="*/ 8604 w 9842"/>
              <a:gd name="connsiteY31" fmla="*/ 5544 h 10000"/>
              <a:gd name="connsiteX32" fmla="*/ 8214 w 9842"/>
              <a:gd name="connsiteY32" fmla="*/ 5473 h 10000"/>
              <a:gd name="connsiteX33" fmla="*/ 7972 w 9842"/>
              <a:gd name="connsiteY33" fmla="*/ 5882 h 10000"/>
              <a:gd name="connsiteX34" fmla="*/ 7972 w 9842"/>
              <a:gd name="connsiteY34" fmla="*/ 9938 h 10000"/>
              <a:gd name="connsiteX35" fmla="*/ 7916 w 9842"/>
              <a:gd name="connsiteY35" fmla="*/ 9998 h 10000"/>
              <a:gd name="connsiteX36" fmla="*/ 4794 w 9842"/>
              <a:gd name="connsiteY36" fmla="*/ 9998 h 10000"/>
              <a:gd name="connsiteX37" fmla="*/ 4652 w 9842"/>
              <a:gd name="connsiteY37" fmla="*/ 9931 h 10000"/>
              <a:gd name="connsiteX38" fmla="*/ 4661 w 9842"/>
              <a:gd name="connsiteY38" fmla="*/ 9682 h 10000"/>
              <a:gd name="connsiteX39" fmla="*/ 4896 w 9842"/>
              <a:gd name="connsiteY39" fmla="*/ 9243 h 10000"/>
              <a:gd name="connsiteX40" fmla="*/ 4909 w 9842"/>
              <a:gd name="connsiteY40" fmla="*/ 8712 h 10000"/>
              <a:gd name="connsiteX41" fmla="*/ 4646 w 9842"/>
              <a:gd name="connsiteY41" fmla="*/ 8190 h 10000"/>
              <a:gd name="connsiteX42" fmla="*/ 4195 w 9842"/>
              <a:gd name="connsiteY42" fmla="*/ 7921 h 10000"/>
              <a:gd name="connsiteX43" fmla="*/ 3720 w 9842"/>
              <a:gd name="connsiteY43" fmla="*/ 7943 h 10000"/>
              <a:gd name="connsiteX44" fmla="*/ 3270 w 9842"/>
              <a:gd name="connsiteY44" fmla="*/ 8290 h 10000"/>
              <a:gd name="connsiteX45" fmla="*/ 3076 w 9842"/>
              <a:gd name="connsiteY45" fmla="*/ 9098 h 10000"/>
              <a:gd name="connsiteX46" fmla="*/ 3337 w 9842"/>
              <a:gd name="connsiteY46" fmla="*/ 9682 h 10000"/>
              <a:gd name="connsiteX47" fmla="*/ 3370 w 9842"/>
              <a:gd name="connsiteY47" fmla="*/ 9893 h 10000"/>
              <a:gd name="connsiteX48" fmla="*/ 3219 w 9842"/>
              <a:gd name="connsiteY48" fmla="*/ 10000 h 10000"/>
              <a:gd name="connsiteX49" fmla="*/ 2048 w 9842"/>
              <a:gd name="connsiteY49" fmla="*/ 9998 h 10000"/>
              <a:gd name="connsiteX50" fmla="*/ 78 w 9842"/>
              <a:gd name="connsiteY50" fmla="*/ 9998 h 10000"/>
              <a:gd name="connsiteX51" fmla="*/ 27 w 9842"/>
              <a:gd name="connsiteY51" fmla="*/ 9944 h 10000"/>
              <a:gd name="connsiteX52" fmla="*/ 27 w 9842"/>
              <a:gd name="connsiteY52" fmla="*/ 5893 h 10000"/>
              <a:gd name="connsiteX53" fmla="*/ 0 w 9842"/>
              <a:gd name="connsiteY53" fmla="*/ 4293 h 10000"/>
              <a:gd name="connsiteX54" fmla="*/ 27 w 9842"/>
              <a:gd name="connsiteY54" fmla="*/ 4086 h 10000"/>
              <a:gd name="connsiteX55" fmla="*/ 27 w 9842"/>
              <a:gd name="connsiteY55" fmla="*/ 1083 h 10000"/>
              <a:gd name="connsiteX56" fmla="*/ 27 w 9842"/>
              <a:gd name="connsiteY56" fmla="*/ 1083 h 10000"/>
              <a:gd name="connsiteX0" fmla="*/ 1 w 9974"/>
              <a:gd name="connsiteY0" fmla="*/ 1083 h 10000"/>
              <a:gd name="connsiteX1" fmla="*/ 1 w 9974"/>
              <a:gd name="connsiteY1" fmla="*/ 66 h 10000"/>
              <a:gd name="connsiteX2" fmla="*/ 54 w 9974"/>
              <a:gd name="connsiteY2" fmla="*/ 6 h 10000"/>
              <a:gd name="connsiteX3" fmla="*/ 3236 w 9974"/>
              <a:gd name="connsiteY3" fmla="*/ 8 h 10000"/>
              <a:gd name="connsiteX4" fmla="*/ 3398 w 9974"/>
              <a:gd name="connsiteY4" fmla="*/ 268 h 10000"/>
              <a:gd name="connsiteX5" fmla="*/ 3345 w 9974"/>
              <a:gd name="connsiteY5" fmla="*/ 348 h 10000"/>
              <a:gd name="connsiteX6" fmla="*/ 3101 w 9974"/>
              <a:gd name="connsiteY6" fmla="*/ 896 h 10000"/>
              <a:gd name="connsiteX7" fmla="*/ 3162 w 9974"/>
              <a:gd name="connsiteY7" fmla="*/ 1461 h 10000"/>
              <a:gd name="connsiteX8" fmla="*/ 3590 w 9974"/>
              <a:gd name="connsiteY8" fmla="*/ 1985 h 10000"/>
              <a:gd name="connsiteX9" fmla="*/ 4230 w 9974"/>
              <a:gd name="connsiteY9" fmla="*/ 2087 h 10000"/>
              <a:gd name="connsiteX10" fmla="*/ 4675 w 9974"/>
              <a:gd name="connsiteY10" fmla="*/ 1836 h 10000"/>
              <a:gd name="connsiteX11" fmla="*/ 4959 w 9974"/>
              <a:gd name="connsiteY11" fmla="*/ 1305 h 10000"/>
              <a:gd name="connsiteX12" fmla="*/ 4977 w 9974"/>
              <a:gd name="connsiteY12" fmla="*/ 912 h 10000"/>
              <a:gd name="connsiteX13" fmla="*/ 4718 w 9974"/>
              <a:gd name="connsiteY13" fmla="*/ 332 h 10000"/>
              <a:gd name="connsiteX14" fmla="*/ 4669 w 9974"/>
              <a:gd name="connsiteY14" fmla="*/ 128 h 10000"/>
              <a:gd name="connsiteX15" fmla="*/ 4840 w 9974"/>
              <a:gd name="connsiteY15" fmla="*/ 1 h 10000"/>
              <a:gd name="connsiteX16" fmla="*/ 5061 w 9974"/>
              <a:gd name="connsiteY16" fmla="*/ 1 h 10000"/>
              <a:gd name="connsiteX17" fmla="*/ 5535 w 9974"/>
              <a:gd name="connsiteY17" fmla="*/ 1 h 10000"/>
              <a:gd name="connsiteX18" fmla="*/ 7928 w 9974"/>
              <a:gd name="connsiteY18" fmla="*/ 1 h 10000"/>
              <a:gd name="connsiteX19" fmla="*/ 8033 w 9974"/>
              <a:gd name="connsiteY19" fmla="*/ 6 h 10000"/>
              <a:gd name="connsiteX20" fmla="*/ 8074 w 9974"/>
              <a:gd name="connsiteY20" fmla="*/ 52 h 10000"/>
              <a:gd name="connsiteX21" fmla="*/ 8074 w 9974"/>
              <a:gd name="connsiteY21" fmla="*/ 119 h 10000"/>
              <a:gd name="connsiteX22" fmla="*/ 8074 w 9974"/>
              <a:gd name="connsiteY22" fmla="*/ 4104 h 10000"/>
              <a:gd name="connsiteX23" fmla="*/ 8207 w 9974"/>
              <a:gd name="connsiteY23" fmla="*/ 4459 h 10000"/>
              <a:gd name="connsiteX24" fmla="*/ 8606 w 9974"/>
              <a:gd name="connsiteY24" fmla="*/ 4533 h 10000"/>
              <a:gd name="connsiteX25" fmla="*/ 8757 w 9974"/>
              <a:gd name="connsiteY25" fmla="*/ 4419 h 10000"/>
              <a:gd name="connsiteX26" fmla="*/ 9445 w 9974"/>
              <a:gd name="connsiteY26" fmla="*/ 4235 h 10000"/>
              <a:gd name="connsiteX27" fmla="*/ 9892 w 9974"/>
              <a:gd name="connsiteY27" fmla="*/ 4632 h 10000"/>
              <a:gd name="connsiteX28" fmla="*/ 9947 w 9974"/>
              <a:gd name="connsiteY28" fmla="*/ 5218 h 10000"/>
              <a:gd name="connsiteX29" fmla="*/ 9647 w 9974"/>
              <a:gd name="connsiteY29" fmla="*/ 5673 h 10000"/>
              <a:gd name="connsiteX30" fmla="*/ 9062 w 9974"/>
              <a:gd name="connsiteY30" fmla="*/ 5773 h 10000"/>
              <a:gd name="connsiteX31" fmla="*/ 8716 w 9974"/>
              <a:gd name="connsiteY31" fmla="*/ 5544 h 10000"/>
              <a:gd name="connsiteX32" fmla="*/ 8320 w 9974"/>
              <a:gd name="connsiteY32" fmla="*/ 5473 h 10000"/>
              <a:gd name="connsiteX33" fmla="*/ 8074 w 9974"/>
              <a:gd name="connsiteY33" fmla="*/ 5882 h 10000"/>
              <a:gd name="connsiteX34" fmla="*/ 8074 w 9974"/>
              <a:gd name="connsiteY34" fmla="*/ 9938 h 10000"/>
              <a:gd name="connsiteX35" fmla="*/ 8017 w 9974"/>
              <a:gd name="connsiteY35" fmla="*/ 9998 h 10000"/>
              <a:gd name="connsiteX36" fmla="*/ 4845 w 9974"/>
              <a:gd name="connsiteY36" fmla="*/ 9998 h 10000"/>
              <a:gd name="connsiteX37" fmla="*/ 4701 w 9974"/>
              <a:gd name="connsiteY37" fmla="*/ 9931 h 10000"/>
              <a:gd name="connsiteX38" fmla="*/ 4710 w 9974"/>
              <a:gd name="connsiteY38" fmla="*/ 9682 h 10000"/>
              <a:gd name="connsiteX39" fmla="*/ 4949 w 9974"/>
              <a:gd name="connsiteY39" fmla="*/ 9243 h 10000"/>
              <a:gd name="connsiteX40" fmla="*/ 4962 w 9974"/>
              <a:gd name="connsiteY40" fmla="*/ 8712 h 10000"/>
              <a:gd name="connsiteX41" fmla="*/ 4695 w 9974"/>
              <a:gd name="connsiteY41" fmla="*/ 8190 h 10000"/>
              <a:gd name="connsiteX42" fmla="*/ 4236 w 9974"/>
              <a:gd name="connsiteY42" fmla="*/ 7921 h 10000"/>
              <a:gd name="connsiteX43" fmla="*/ 3754 w 9974"/>
              <a:gd name="connsiteY43" fmla="*/ 7943 h 10000"/>
              <a:gd name="connsiteX44" fmla="*/ 3296 w 9974"/>
              <a:gd name="connsiteY44" fmla="*/ 8290 h 10000"/>
              <a:gd name="connsiteX45" fmla="*/ 3099 w 9974"/>
              <a:gd name="connsiteY45" fmla="*/ 9098 h 10000"/>
              <a:gd name="connsiteX46" fmla="*/ 3365 w 9974"/>
              <a:gd name="connsiteY46" fmla="*/ 9682 h 10000"/>
              <a:gd name="connsiteX47" fmla="*/ 3398 w 9974"/>
              <a:gd name="connsiteY47" fmla="*/ 9893 h 10000"/>
              <a:gd name="connsiteX48" fmla="*/ 3245 w 9974"/>
              <a:gd name="connsiteY48" fmla="*/ 10000 h 10000"/>
              <a:gd name="connsiteX49" fmla="*/ 2055 w 9974"/>
              <a:gd name="connsiteY49" fmla="*/ 9998 h 10000"/>
              <a:gd name="connsiteX50" fmla="*/ 53 w 9974"/>
              <a:gd name="connsiteY50" fmla="*/ 9998 h 10000"/>
              <a:gd name="connsiteX51" fmla="*/ 1 w 9974"/>
              <a:gd name="connsiteY51" fmla="*/ 9944 h 10000"/>
              <a:gd name="connsiteX52" fmla="*/ 1 w 9974"/>
              <a:gd name="connsiteY52" fmla="*/ 5893 h 10000"/>
              <a:gd name="connsiteX53" fmla="*/ 1 w 9974"/>
              <a:gd name="connsiteY53" fmla="*/ 4086 h 10000"/>
              <a:gd name="connsiteX54" fmla="*/ 1 w 9974"/>
              <a:gd name="connsiteY54" fmla="*/ 1083 h 10000"/>
              <a:gd name="connsiteX55" fmla="*/ 1 w 9974"/>
              <a:gd name="connsiteY55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4707 w 10000"/>
              <a:gd name="connsiteY41" fmla="*/ 8190 h 10000"/>
              <a:gd name="connsiteX42" fmla="*/ 3764 w 10000"/>
              <a:gd name="connsiteY42" fmla="*/ 7943 h 10000"/>
              <a:gd name="connsiteX43" fmla="*/ 3305 w 10000"/>
              <a:gd name="connsiteY43" fmla="*/ 8290 h 10000"/>
              <a:gd name="connsiteX44" fmla="*/ 3107 w 10000"/>
              <a:gd name="connsiteY44" fmla="*/ 9098 h 10000"/>
              <a:gd name="connsiteX45" fmla="*/ 3374 w 10000"/>
              <a:gd name="connsiteY45" fmla="*/ 9682 h 10000"/>
              <a:gd name="connsiteX46" fmla="*/ 3407 w 10000"/>
              <a:gd name="connsiteY46" fmla="*/ 9893 h 10000"/>
              <a:gd name="connsiteX47" fmla="*/ 3253 w 10000"/>
              <a:gd name="connsiteY47" fmla="*/ 10000 h 10000"/>
              <a:gd name="connsiteX48" fmla="*/ 2060 w 10000"/>
              <a:gd name="connsiteY48" fmla="*/ 9998 h 10000"/>
              <a:gd name="connsiteX49" fmla="*/ 53 w 10000"/>
              <a:gd name="connsiteY49" fmla="*/ 9998 h 10000"/>
              <a:gd name="connsiteX50" fmla="*/ 1 w 10000"/>
              <a:gd name="connsiteY50" fmla="*/ 9944 h 10000"/>
              <a:gd name="connsiteX51" fmla="*/ 1 w 10000"/>
              <a:gd name="connsiteY51" fmla="*/ 5893 h 10000"/>
              <a:gd name="connsiteX52" fmla="*/ 1 w 10000"/>
              <a:gd name="connsiteY52" fmla="*/ 4086 h 10000"/>
              <a:gd name="connsiteX53" fmla="*/ 1 w 10000"/>
              <a:gd name="connsiteY53" fmla="*/ 1083 h 10000"/>
              <a:gd name="connsiteX54" fmla="*/ 1 w 10000"/>
              <a:gd name="connsiteY54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4975 w 10000"/>
              <a:gd name="connsiteY40" fmla="*/ 8712 h 10000"/>
              <a:gd name="connsiteX41" fmla="*/ 3764 w 10000"/>
              <a:gd name="connsiteY41" fmla="*/ 7943 h 10000"/>
              <a:gd name="connsiteX42" fmla="*/ 3305 w 10000"/>
              <a:gd name="connsiteY42" fmla="*/ 8290 h 10000"/>
              <a:gd name="connsiteX43" fmla="*/ 3107 w 10000"/>
              <a:gd name="connsiteY43" fmla="*/ 9098 h 10000"/>
              <a:gd name="connsiteX44" fmla="*/ 3374 w 10000"/>
              <a:gd name="connsiteY44" fmla="*/ 9682 h 10000"/>
              <a:gd name="connsiteX45" fmla="*/ 3407 w 10000"/>
              <a:gd name="connsiteY45" fmla="*/ 9893 h 10000"/>
              <a:gd name="connsiteX46" fmla="*/ 3253 w 10000"/>
              <a:gd name="connsiteY46" fmla="*/ 10000 h 10000"/>
              <a:gd name="connsiteX47" fmla="*/ 2060 w 10000"/>
              <a:gd name="connsiteY47" fmla="*/ 9998 h 10000"/>
              <a:gd name="connsiteX48" fmla="*/ 53 w 10000"/>
              <a:gd name="connsiteY48" fmla="*/ 9998 h 10000"/>
              <a:gd name="connsiteX49" fmla="*/ 1 w 10000"/>
              <a:gd name="connsiteY49" fmla="*/ 9944 h 10000"/>
              <a:gd name="connsiteX50" fmla="*/ 1 w 10000"/>
              <a:gd name="connsiteY50" fmla="*/ 5893 h 10000"/>
              <a:gd name="connsiteX51" fmla="*/ 1 w 10000"/>
              <a:gd name="connsiteY51" fmla="*/ 4086 h 10000"/>
              <a:gd name="connsiteX52" fmla="*/ 1 w 10000"/>
              <a:gd name="connsiteY52" fmla="*/ 1083 h 10000"/>
              <a:gd name="connsiteX53" fmla="*/ 1 w 10000"/>
              <a:gd name="connsiteY53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4962 w 10000"/>
              <a:gd name="connsiteY39" fmla="*/ 9243 h 10000"/>
              <a:gd name="connsiteX40" fmla="*/ 3764 w 10000"/>
              <a:gd name="connsiteY40" fmla="*/ 7943 h 10000"/>
              <a:gd name="connsiteX41" fmla="*/ 3305 w 10000"/>
              <a:gd name="connsiteY41" fmla="*/ 8290 h 10000"/>
              <a:gd name="connsiteX42" fmla="*/ 3107 w 10000"/>
              <a:gd name="connsiteY42" fmla="*/ 9098 h 10000"/>
              <a:gd name="connsiteX43" fmla="*/ 3374 w 10000"/>
              <a:gd name="connsiteY43" fmla="*/ 9682 h 10000"/>
              <a:gd name="connsiteX44" fmla="*/ 3407 w 10000"/>
              <a:gd name="connsiteY44" fmla="*/ 9893 h 10000"/>
              <a:gd name="connsiteX45" fmla="*/ 3253 w 10000"/>
              <a:gd name="connsiteY45" fmla="*/ 10000 h 10000"/>
              <a:gd name="connsiteX46" fmla="*/ 2060 w 10000"/>
              <a:gd name="connsiteY46" fmla="*/ 9998 h 10000"/>
              <a:gd name="connsiteX47" fmla="*/ 53 w 10000"/>
              <a:gd name="connsiteY47" fmla="*/ 9998 h 10000"/>
              <a:gd name="connsiteX48" fmla="*/ 1 w 10000"/>
              <a:gd name="connsiteY48" fmla="*/ 9944 h 10000"/>
              <a:gd name="connsiteX49" fmla="*/ 1 w 10000"/>
              <a:gd name="connsiteY49" fmla="*/ 5893 h 10000"/>
              <a:gd name="connsiteX50" fmla="*/ 1 w 10000"/>
              <a:gd name="connsiteY50" fmla="*/ 4086 h 10000"/>
              <a:gd name="connsiteX51" fmla="*/ 1 w 10000"/>
              <a:gd name="connsiteY51" fmla="*/ 1083 h 10000"/>
              <a:gd name="connsiteX52" fmla="*/ 1 w 10000"/>
              <a:gd name="connsiteY52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4722 w 10000"/>
              <a:gd name="connsiteY38" fmla="*/ 9682 h 10000"/>
              <a:gd name="connsiteX39" fmla="*/ 3764 w 10000"/>
              <a:gd name="connsiteY39" fmla="*/ 7943 h 10000"/>
              <a:gd name="connsiteX40" fmla="*/ 3305 w 10000"/>
              <a:gd name="connsiteY40" fmla="*/ 8290 h 10000"/>
              <a:gd name="connsiteX41" fmla="*/ 3107 w 10000"/>
              <a:gd name="connsiteY41" fmla="*/ 9098 h 10000"/>
              <a:gd name="connsiteX42" fmla="*/ 3374 w 10000"/>
              <a:gd name="connsiteY42" fmla="*/ 9682 h 10000"/>
              <a:gd name="connsiteX43" fmla="*/ 3407 w 10000"/>
              <a:gd name="connsiteY43" fmla="*/ 9893 h 10000"/>
              <a:gd name="connsiteX44" fmla="*/ 3253 w 10000"/>
              <a:gd name="connsiteY44" fmla="*/ 10000 h 10000"/>
              <a:gd name="connsiteX45" fmla="*/ 2060 w 10000"/>
              <a:gd name="connsiteY45" fmla="*/ 9998 h 10000"/>
              <a:gd name="connsiteX46" fmla="*/ 53 w 10000"/>
              <a:gd name="connsiteY46" fmla="*/ 9998 h 10000"/>
              <a:gd name="connsiteX47" fmla="*/ 1 w 10000"/>
              <a:gd name="connsiteY47" fmla="*/ 9944 h 10000"/>
              <a:gd name="connsiteX48" fmla="*/ 1 w 10000"/>
              <a:gd name="connsiteY48" fmla="*/ 5893 h 10000"/>
              <a:gd name="connsiteX49" fmla="*/ 1 w 10000"/>
              <a:gd name="connsiteY49" fmla="*/ 4086 h 10000"/>
              <a:gd name="connsiteX50" fmla="*/ 1 w 10000"/>
              <a:gd name="connsiteY50" fmla="*/ 1083 h 10000"/>
              <a:gd name="connsiteX51" fmla="*/ 1 w 10000"/>
              <a:gd name="connsiteY51" fmla="*/ 1083 h 10000"/>
              <a:gd name="connsiteX0" fmla="*/ 1 w 10000"/>
              <a:gd name="connsiteY0" fmla="*/ 1083 h 10102"/>
              <a:gd name="connsiteX1" fmla="*/ 1 w 10000"/>
              <a:gd name="connsiteY1" fmla="*/ 66 h 10102"/>
              <a:gd name="connsiteX2" fmla="*/ 54 w 10000"/>
              <a:gd name="connsiteY2" fmla="*/ 6 h 10102"/>
              <a:gd name="connsiteX3" fmla="*/ 3244 w 10000"/>
              <a:gd name="connsiteY3" fmla="*/ 8 h 10102"/>
              <a:gd name="connsiteX4" fmla="*/ 3407 w 10000"/>
              <a:gd name="connsiteY4" fmla="*/ 268 h 10102"/>
              <a:gd name="connsiteX5" fmla="*/ 3354 w 10000"/>
              <a:gd name="connsiteY5" fmla="*/ 348 h 10102"/>
              <a:gd name="connsiteX6" fmla="*/ 3109 w 10000"/>
              <a:gd name="connsiteY6" fmla="*/ 896 h 10102"/>
              <a:gd name="connsiteX7" fmla="*/ 3170 w 10000"/>
              <a:gd name="connsiteY7" fmla="*/ 1461 h 10102"/>
              <a:gd name="connsiteX8" fmla="*/ 3599 w 10000"/>
              <a:gd name="connsiteY8" fmla="*/ 1985 h 10102"/>
              <a:gd name="connsiteX9" fmla="*/ 4241 w 10000"/>
              <a:gd name="connsiteY9" fmla="*/ 2087 h 10102"/>
              <a:gd name="connsiteX10" fmla="*/ 4687 w 10000"/>
              <a:gd name="connsiteY10" fmla="*/ 1836 h 10102"/>
              <a:gd name="connsiteX11" fmla="*/ 4972 w 10000"/>
              <a:gd name="connsiteY11" fmla="*/ 1305 h 10102"/>
              <a:gd name="connsiteX12" fmla="*/ 4990 w 10000"/>
              <a:gd name="connsiteY12" fmla="*/ 912 h 10102"/>
              <a:gd name="connsiteX13" fmla="*/ 4730 w 10000"/>
              <a:gd name="connsiteY13" fmla="*/ 332 h 10102"/>
              <a:gd name="connsiteX14" fmla="*/ 4681 w 10000"/>
              <a:gd name="connsiteY14" fmla="*/ 128 h 10102"/>
              <a:gd name="connsiteX15" fmla="*/ 4853 w 10000"/>
              <a:gd name="connsiteY15" fmla="*/ 1 h 10102"/>
              <a:gd name="connsiteX16" fmla="*/ 5074 w 10000"/>
              <a:gd name="connsiteY16" fmla="*/ 1 h 10102"/>
              <a:gd name="connsiteX17" fmla="*/ 5549 w 10000"/>
              <a:gd name="connsiteY17" fmla="*/ 1 h 10102"/>
              <a:gd name="connsiteX18" fmla="*/ 7949 w 10000"/>
              <a:gd name="connsiteY18" fmla="*/ 1 h 10102"/>
              <a:gd name="connsiteX19" fmla="*/ 8054 w 10000"/>
              <a:gd name="connsiteY19" fmla="*/ 6 h 10102"/>
              <a:gd name="connsiteX20" fmla="*/ 8095 w 10000"/>
              <a:gd name="connsiteY20" fmla="*/ 52 h 10102"/>
              <a:gd name="connsiteX21" fmla="*/ 8095 w 10000"/>
              <a:gd name="connsiteY21" fmla="*/ 119 h 10102"/>
              <a:gd name="connsiteX22" fmla="*/ 8095 w 10000"/>
              <a:gd name="connsiteY22" fmla="*/ 4104 h 10102"/>
              <a:gd name="connsiteX23" fmla="*/ 8228 w 10000"/>
              <a:gd name="connsiteY23" fmla="*/ 4459 h 10102"/>
              <a:gd name="connsiteX24" fmla="*/ 8628 w 10000"/>
              <a:gd name="connsiteY24" fmla="*/ 4533 h 10102"/>
              <a:gd name="connsiteX25" fmla="*/ 8780 w 10000"/>
              <a:gd name="connsiteY25" fmla="*/ 4419 h 10102"/>
              <a:gd name="connsiteX26" fmla="*/ 9470 w 10000"/>
              <a:gd name="connsiteY26" fmla="*/ 4235 h 10102"/>
              <a:gd name="connsiteX27" fmla="*/ 9918 w 10000"/>
              <a:gd name="connsiteY27" fmla="*/ 4632 h 10102"/>
              <a:gd name="connsiteX28" fmla="*/ 9973 w 10000"/>
              <a:gd name="connsiteY28" fmla="*/ 5218 h 10102"/>
              <a:gd name="connsiteX29" fmla="*/ 9672 w 10000"/>
              <a:gd name="connsiteY29" fmla="*/ 5673 h 10102"/>
              <a:gd name="connsiteX30" fmla="*/ 9086 w 10000"/>
              <a:gd name="connsiteY30" fmla="*/ 5773 h 10102"/>
              <a:gd name="connsiteX31" fmla="*/ 8739 w 10000"/>
              <a:gd name="connsiteY31" fmla="*/ 5544 h 10102"/>
              <a:gd name="connsiteX32" fmla="*/ 8342 w 10000"/>
              <a:gd name="connsiteY32" fmla="*/ 5473 h 10102"/>
              <a:gd name="connsiteX33" fmla="*/ 8095 w 10000"/>
              <a:gd name="connsiteY33" fmla="*/ 5882 h 10102"/>
              <a:gd name="connsiteX34" fmla="*/ 8095 w 10000"/>
              <a:gd name="connsiteY34" fmla="*/ 9938 h 10102"/>
              <a:gd name="connsiteX35" fmla="*/ 8038 w 10000"/>
              <a:gd name="connsiteY35" fmla="*/ 9998 h 10102"/>
              <a:gd name="connsiteX36" fmla="*/ 4858 w 10000"/>
              <a:gd name="connsiteY36" fmla="*/ 9998 h 10102"/>
              <a:gd name="connsiteX37" fmla="*/ 4713 w 10000"/>
              <a:gd name="connsiteY37" fmla="*/ 9931 h 10102"/>
              <a:gd name="connsiteX38" fmla="*/ 3764 w 10000"/>
              <a:gd name="connsiteY38" fmla="*/ 7943 h 10102"/>
              <a:gd name="connsiteX39" fmla="*/ 3305 w 10000"/>
              <a:gd name="connsiteY39" fmla="*/ 8290 h 10102"/>
              <a:gd name="connsiteX40" fmla="*/ 3107 w 10000"/>
              <a:gd name="connsiteY40" fmla="*/ 9098 h 10102"/>
              <a:gd name="connsiteX41" fmla="*/ 3374 w 10000"/>
              <a:gd name="connsiteY41" fmla="*/ 9682 h 10102"/>
              <a:gd name="connsiteX42" fmla="*/ 3407 w 10000"/>
              <a:gd name="connsiteY42" fmla="*/ 9893 h 10102"/>
              <a:gd name="connsiteX43" fmla="*/ 3253 w 10000"/>
              <a:gd name="connsiteY43" fmla="*/ 10000 h 10102"/>
              <a:gd name="connsiteX44" fmla="*/ 2060 w 10000"/>
              <a:gd name="connsiteY44" fmla="*/ 9998 h 10102"/>
              <a:gd name="connsiteX45" fmla="*/ 53 w 10000"/>
              <a:gd name="connsiteY45" fmla="*/ 9998 h 10102"/>
              <a:gd name="connsiteX46" fmla="*/ 1 w 10000"/>
              <a:gd name="connsiteY46" fmla="*/ 9944 h 10102"/>
              <a:gd name="connsiteX47" fmla="*/ 1 w 10000"/>
              <a:gd name="connsiteY47" fmla="*/ 5893 h 10102"/>
              <a:gd name="connsiteX48" fmla="*/ 1 w 10000"/>
              <a:gd name="connsiteY48" fmla="*/ 4086 h 10102"/>
              <a:gd name="connsiteX49" fmla="*/ 1 w 10000"/>
              <a:gd name="connsiteY49" fmla="*/ 1083 h 10102"/>
              <a:gd name="connsiteX50" fmla="*/ 1 w 10000"/>
              <a:gd name="connsiteY50" fmla="*/ 1083 h 10102"/>
              <a:gd name="connsiteX0" fmla="*/ 1 w 10000"/>
              <a:gd name="connsiteY0" fmla="*/ 1083 h 10077"/>
              <a:gd name="connsiteX1" fmla="*/ 1 w 10000"/>
              <a:gd name="connsiteY1" fmla="*/ 66 h 10077"/>
              <a:gd name="connsiteX2" fmla="*/ 54 w 10000"/>
              <a:gd name="connsiteY2" fmla="*/ 6 h 10077"/>
              <a:gd name="connsiteX3" fmla="*/ 3244 w 10000"/>
              <a:gd name="connsiteY3" fmla="*/ 8 h 10077"/>
              <a:gd name="connsiteX4" fmla="*/ 3407 w 10000"/>
              <a:gd name="connsiteY4" fmla="*/ 268 h 10077"/>
              <a:gd name="connsiteX5" fmla="*/ 3354 w 10000"/>
              <a:gd name="connsiteY5" fmla="*/ 348 h 10077"/>
              <a:gd name="connsiteX6" fmla="*/ 3109 w 10000"/>
              <a:gd name="connsiteY6" fmla="*/ 896 h 10077"/>
              <a:gd name="connsiteX7" fmla="*/ 3170 w 10000"/>
              <a:gd name="connsiteY7" fmla="*/ 1461 h 10077"/>
              <a:gd name="connsiteX8" fmla="*/ 3599 w 10000"/>
              <a:gd name="connsiteY8" fmla="*/ 1985 h 10077"/>
              <a:gd name="connsiteX9" fmla="*/ 4241 w 10000"/>
              <a:gd name="connsiteY9" fmla="*/ 2087 h 10077"/>
              <a:gd name="connsiteX10" fmla="*/ 4687 w 10000"/>
              <a:gd name="connsiteY10" fmla="*/ 1836 h 10077"/>
              <a:gd name="connsiteX11" fmla="*/ 4972 w 10000"/>
              <a:gd name="connsiteY11" fmla="*/ 1305 h 10077"/>
              <a:gd name="connsiteX12" fmla="*/ 4990 w 10000"/>
              <a:gd name="connsiteY12" fmla="*/ 912 h 10077"/>
              <a:gd name="connsiteX13" fmla="*/ 4730 w 10000"/>
              <a:gd name="connsiteY13" fmla="*/ 332 h 10077"/>
              <a:gd name="connsiteX14" fmla="*/ 4681 w 10000"/>
              <a:gd name="connsiteY14" fmla="*/ 128 h 10077"/>
              <a:gd name="connsiteX15" fmla="*/ 4853 w 10000"/>
              <a:gd name="connsiteY15" fmla="*/ 1 h 10077"/>
              <a:gd name="connsiteX16" fmla="*/ 5074 w 10000"/>
              <a:gd name="connsiteY16" fmla="*/ 1 h 10077"/>
              <a:gd name="connsiteX17" fmla="*/ 5549 w 10000"/>
              <a:gd name="connsiteY17" fmla="*/ 1 h 10077"/>
              <a:gd name="connsiteX18" fmla="*/ 7949 w 10000"/>
              <a:gd name="connsiteY18" fmla="*/ 1 h 10077"/>
              <a:gd name="connsiteX19" fmla="*/ 8054 w 10000"/>
              <a:gd name="connsiteY19" fmla="*/ 6 h 10077"/>
              <a:gd name="connsiteX20" fmla="*/ 8095 w 10000"/>
              <a:gd name="connsiteY20" fmla="*/ 52 h 10077"/>
              <a:gd name="connsiteX21" fmla="*/ 8095 w 10000"/>
              <a:gd name="connsiteY21" fmla="*/ 119 h 10077"/>
              <a:gd name="connsiteX22" fmla="*/ 8095 w 10000"/>
              <a:gd name="connsiteY22" fmla="*/ 4104 h 10077"/>
              <a:gd name="connsiteX23" fmla="*/ 8228 w 10000"/>
              <a:gd name="connsiteY23" fmla="*/ 4459 h 10077"/>
              <a:gd name="connsiteX24" fmla="*/ 8628 w 10000"/>
              <a:gd name="connsiteY24" fmla="*/ 4533 h 10077"/>
              <a:gd name="connsiteX25" fmla="*/ 8780 w 10000"/>
              <a:gd name="connsiteY25" fmla="*/ 4419 h 10077"/>
              <a:gd name="connsiteX26" fmla="*/ 9470 w 10000"/>
              <a:gd name="connsiteY26" fmla="*/ 4235 h 10077"/>
              <a:gd name="connsiteX27" fmla="*/ 9918 w 10000"/>
              <a:gd name="connsiteY27" fmla="*/ 4632 h 10077"/>
              <a:gd name="connsiteX28" fmla="*/ 9973 w 10000"/>
              <a:gd name="connsiteY28" fmla="*/ 5218 h 10077"/>
              <a:gd name="connsiteX29" fmla="*/ 9672 w 10000"/>
              <a:gd name="connsiteY29" fmla="*/ 5673 h 10077"/>
              <a:gd name="connsiteX30" fmla="*/ 9086 w 10000"/>
              <a:gd name="connsiteY30" fmla="*/ 5773 h 10077"/>
              <a:gd name="connsiteX31" fmla="*/ 8739 w 10000"/>
              <a:gd name="connsiteY31" fmla="*/ 5544 h 10077"/>
              <a:gd name="connsiteX32" fmla="*/ 8342 w 10000"/>
              <a:gd name="connsiteY32" fmla="*/ 5473 h 10077"/>
              <a:gd name="connsiteX33" fmla="*/ 8095 w 10000"/>
              <a:gd name="connsiteY33" fmla="*/ 5882 h 10077"/>
              <a:gd name="connsiteX34" fmla="*/ 8095 w 10000"/>
              <a:gd name="connsiteY34" fmla="*/ 9938 h 10077"/>
              <a:gd name="connsiteX35" fmla="*/ 8038 w 10000"/>
              <a:gd name="connsiteY35" fmla="*/ 9998 h 10077"/>
              <a:gd name="connsiteX36" fmla="*/ 4858 w 10000"/>
              <a:gd name="connsiteY36" fmla="*/ 9998 h 10077"/>
              <a:gd name="connsiteX37" fmla="*/ 4713 w 10000"/>
              <a:gd name="connsiteY37" fmla="*/ 9931 h 10077"/>
              <a:gd name="connsiteX38" fmla="*/ 3305 w 10000"/>
              <a:gd name="connsiteY38" fmla="*/ 8290 h 10077"/>
              <a:gd name="connsiteX39" fmla="*/ 3107 w 10000"/>
              <a:gd name="connsiteY39" fmla="*/ 9098 h 10077"/>
              <a:gd name="connsiteX40" fmla="*/ 3374 w 10000"/>
              <a:gd name="connsiteY40" fmla="*/ 9682 h 10077"/>
              <a:gd name="connsiteX41" fmla="*/ 3407 w 10000"/>
              <a:gd name="connsiteY41" fmla="*/ 9893 h 10077"/>
              <a:gd name="connsiteX42" fmla="*/ 3253 w 10000"/>
              <a:gd name="connsiteY42" fmla="*/ 10000 h 10077"/>
              <a:gd name="connsiteX43" fmla="*/ 2060 w 10000"/>
              <a:gd name="connsiteY43" fmla="*/ 9998 h 10077"/>
              <a:gd name="connsiteX44" fmla="*/ 53 w 10000"/>
              <a:gd name="connsiteY44" fmla="*/ 9998 h 10077"/>
              <a:gd name="connsiteX45" fmla="*/ 1 w 10000"/>
              <a:gd name="connsiteY45" fmla="*/ 9944 h 10077"/>
              <a:gd name="connsiteX46" fmla="*/ 1 w 10000"/>
              <a:gd name="connsiteY46" fmla="*/ 5893 h 10077"/>
              <a:gd name="connsiteX47" fmla="*/ 1 w 10000"/>
              <a:gd name="connsiteY47" fmla="*/ 4086 h 10077"/>
              <a:gd name="connsiteX48" fmla="*/ 1 w 10000"/>
              <a:gd name="connsiteY48" fmla="*/ 1083 h 10077"/>
              <a:gd name="connsiteX49" fmla="*/ 1 w 10000"/>
              <a:gd name="connsiteY49" fmla="*/ 1083 h 10077"/>
              <a:gd name="connsiteX0" fmla="*/ 1 w 10000"/>
              <a:gd name="connsiteY0" fmla="*/ 1083 h 10020"/>
              <a:gd name="connsiteX1" fmla="*/ 1 w 10000"/>
              <a:gd name="connsiteY1" fmla="*/ 66 h 10020"/>
              <a:gd name="connsiteX2" fmla="*/ 54 w 10000"/>
              <a:gd name="connsiteY2" fmla="*/ 6 h 10020"/>
              <a:gd name="connsiteX3" fmla="*/ 3244 w 10000"/>
              <a:gd name="connsiteY3" fmla="*/ 8 h 10020"/>
              <a:gd name="connsiteX4" fmla="*/ 3407 w 10000"/>
              <a:gd name="connsiteY4" fmla="*/ 268 h 10020"/>
              <a:gd name="connsiteX5" fmla="*/ 3354 w 10000"/>
              <a:gd name="connsiteY5" fmla="*/ 348 h 10020"/>
              <a:gd name="connsiteX6" fmla="*/ 3109 w 10000"/>
              <a:gd name="connsiteY6" fmla="*/ 896 h 10020"/>
              <a:gd name="connsiteX7" fmla="*/ 3170 w 10000"/>
              <a:gd name="connsiteY7" fmla="*/ 1461 h 10020"/>
              <a:gd name="connsiteX8" fmla="*/ 3599 w 10000"/>
              <a:gd name="connsiteY8" fmla="*/ 1985 h 10020"/>
              <a:gd name="connsiteX9" fmla="*/ 4241 w 10000"/>
              <a:gd name="connsiteY9" fmla="*/ 2087 h 10020"/>
              <a:gd name="connsiteX10" fmla="*/ 4687 w 10000"/>
              <a:gd name="connsiteY10" fmla="*/ 1836 h 10020"/>
              <a:gd name="connsiteX11" fmla="*/ 4972 w 10000"/>
              <a:gd name="connsiteY11" fmla="*/ 1305 h 10020"/>
              <a:gd name="connsiteX12" fmla="*/ 4990 w 10000"/>
              <a:gd name="connsiteY12" fmla="*/ 912 h 10020"/>
              <a:gd name="connsiteX13" fmla="*/ 4730 w 10000"/>
              <a:gd name="connsiteY13" fmla="*/ 332 h 10020"/>
              <a:gd name="connsiteX14" fmla="*/ 4681 w 10000"/>
              <a:gd name="connsiteY14" fmla="*/ 128 h 10020"/>
              <a:gd name="connsiteX15" fmla="*/ 4853 w 10000"/>
              <a:gd name="connsiteY15" fmla="*/ 1 h 10020"/>
              <a:gd name="connsiteX16" fmla="*/ 5074 w 10000"/>
              <a:gd name="connsiteY16" fmla="*/ 1 h 10020"/>
              <a:gd name="connsiteX17" fmla="*/ 5549 w 10000"/>
              <a:gd name="connsiteY17" fmla="*/ 1 h 10020"/>
              <a:gd name="connsiteX18" fmla="*/ 7949 w 10000"/>
              <a:gd name="connsiteY18" fmla="*/ 1 h 10020"/>
              <a:gd name="connsiteX19" fmla="*/ 8054 w 10000"/>
              <a:gd name="connsiteY19" fmla="*/ 6 h 10020"/>
              <a:gd name="connsiteX20" fmla="*/ 8095 w 10000"/>
              <a:gd name="connsiteY20" fmla="*/ 52 h 10020"/>
              <a:gd name="connsiteX21" fmla="*/ 8095 w 10000"/>
              <a:gd name="connsiteY21" fmla="*/ 119 h 10020"/>
              <a:gd name="connsiteX22" fmla="*/ 8095 w 10000"/>
              <a:gd name="connsiteY22" fmla="*/ 4104 h 10020"/>
              <a:gd name="connsiteX23" fmla="*/ 8228 w 10000"/>
              <a:gd name="connsiteY23" fmla="*/ 4459 h 10020"/>
              <a:gd name="connsiteX24" fmla="*/ 8628 w 10000"/>
              <a:gd name="connsiteY24" fmla="*/ 4533 h 10020"/>
              <a:gd name="connsiteX25" fmla="*/ 8780 w 10000"/>
              <a:gd name="connsiteY25" fmla="*/ 4419 h 10020"/>
              <a:gd name="connsiteX26" fmla="*/ 9470 w 10000"/>
              <a:gd name="connsiteY26" fmla="*/ 4235 h 10020"/>
              <a:gd name="connsiteX27" fmla="*/ 9918 w 10000"/>
              <a:gd name="connsiteY27" fmla="*/ 4632 h 10020"/>
              <a:gd name="connsiteX28" fmla="*/ 9973 w 10000"/>
              <a:gd name="connsiteY28" fmla="*/ 5218 h 10020"/>
              <a:gd name="connsiteX29" fmla="*/ 9672 w 10000"/>
              <a:gd name="connsiteY29" fmla="*/ 5673 h 10020"/>
              <a:gd name="connsiteX30" fmla="*/ 9086 w 10000"/>
              <a:gd name="connsiteY30" fmla="*/ 5773 h 10020"/>
              <a:gd name="connsiteX31" fmla="*/ 8739 w 10000"/>
              <a:gd name="connsiteY31" fmla="*/ 5544 h 10020"/>
              <a:gd name="connsiteX32" fmla="*/ 8342 w 10000"/>
              <a:gd name="connsiteY32" fmla="*/ 5473 h 10020"/>
              <a:gd name="connsiteX33" fmla="*/ 8095 w 10000"/>
              <a:gd name="connsiteY33" fmla="*/ 5882 h 10020"/>
              <a:gd name="connsiteX34" fmla="*/ 8095 w 10000"/>
              <a:gd name="connsiteY34" fmla="*/ 9938 h 10020"/>
              <a:gd name="connsiteX35" fmla="*/ 8038 w 10000"/>
              <a:gd name="connsiteY35" fmla="*/ 9998 h 10020"/>
              <a:gd name="connsiteX36" fmla="*/ 4858 w 10000"/>
              <a:gd name="connsiteY36" fmla="*/ 9998 h 10020"/>
              <a:gd name="connsiteX37" fmla="*/ 4713 w 10000"/>
              <a:gd name="connsiteY37" fmla="*/ 9931 h 10020"/>
              <a:gd name="connsiteX38" fmla="*/ 3107 w 10000"/>
              <a:gd name="connsiteY38" fmla="*/ 9098 h 10020"/>
              <a:gd name="connsiteX39" fmla="*/ 3374 w 10000"/>
              <a:gd name="connsiteY39" fmla="*/ 9682 h 10020"/>
              <a:gd name="connsiteX40" fmla="*/ 3407 w 10000"/>
              <a:gd name="connsiteY40" fmla="*/ 9893 h 10020"/>
              <a:gd name="connsiteX41" fmla="*/ 3253 w 10000"/>
              <a:gd name="connsiteY41" fmla="*/ 10000 h 10020"/>
              <a:gd name="connsiteX42" fmla="*/ 2060 w 10000"/>
              <a:gd name="connsiteY42" fmla="*/ 9998 h 10020"/>
              <a:gd name="connsiteX43" fmla="*/ 53 w 10000"/>
              <a:gd name="connsiteY43" fmla="*/ 9998 h 10020"/>
              <a:gd name="connsiteX44" fmla="*/ 1 w 10000"/>
              <a:gd name="connsiteY44" fmla="*/ 9944 h 10020"/>
              <a:gd name="connsiteX45" fmla="*/ 1 w 10000"/>
              <a:gd name="connsiteY45" fmla="*/ 5893 h 10020"/>
              <a:gd name="connsiteX46" fmla="*/ 1 w 10000"/>
              <a:gd name="connsiteY46" fmla="*/ 4086 h 10020"/>
              <a:gd name="connsiteX47" fmla="*/ 1 w 10000"/>
              <a:gd name="connsiteY47" fmla="*/ 1083 h 10020"/>
              <a:gd name="connsiteX48" fmla="*/ 1 w 10000"/>
              <a:gd name="connsiteY48" fmla="*/ 1083 h 1002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374 w 10000"/>
              <a:gd name="connsiteY38" fmla="*/ 9682 h 10000"/>
              <a:gd name="connsiteX39" fmla="*/ 3407 w 10000"/>
              <a:gd name="connsiteY39" fmla="*/ 9893 h 10000"/>
              <a:gd name="connsiteX40" fmla="*/ 3253 w 10000"/>
              <a:gd name="connsiteY40" fmla="*/ 10000 h 10000"/>
              <a:gd name="connsiteX41" fmla="*/ 2060 w 10000"/>
              <a:gd name="connsiteY41" fmla="*/ 9998 h 10000"/>
              <a:gd name="connsiteX42" fmla="*/ 53 w 10000"/>
              <a:gd name="connsiteY42" fmla="*/ 9998 h 10000"/>
              <a:gd name="connsiteX43" fmla="*/ 1 w 10000"/>
              <a:gd name="connsiteY43" fmla="*/ 9944 h 10000"/>
              <a:gd name="connsiteX44" fmla="*/ 1 w 10000"/>
              <a:gd name="connsiteY44" fmla="*/ 5893 h 10000"/>
              <a:gd name="connsiteX45" fmla="*/ 1 w 10000"/>
              <a:gd name="connsiteY45" fmla="*/ 4086 h 10000"/>
              <a:gd name="connsiteX46" fmla="*/ 1 w 10000"/>
              <a:gd name="connsiteY46" fmla="*/ 1083 h 10000"/>
              <a:gd name="connsiteX47" fmla="*/ 1 w 10000"/>
              <a:gd name="connsiteY47" fmla="*/ 1083 h 10000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4713 w 10000"/>
              <a:gd name="connsiteY37" fmla="*/ 9931 h 10000"/>
              <a:gd name="connsiteX38" fmla="*/ 3407 w 10000"/>
              <a:gd name="connsiteY38" fmla="*/ 9893 h 10000"/>
              <a:gd name="connsiteX39" fmla="*/ 3253 w 10000"/>
              <a:gd name="connsiteY39" fmla="*/ 10000 h 10000"/>
              <a:gd name="connsiteX40" fmla="*/ 2060 w 10000"/>
              <a:gd name="connsiteY40" fmla="*/ 9998 h 10000"/>
              <a:gd name="connsiteX41" fmla="*/ 53 w 10000"/>
              <a:gd name="connsiteY41" fmla="*/ 9998 h 10000"/>
              <a:gd name="connsiteX42" fmla="*/ 1 w 10000"/>
              <a:gd name="connsiteY42" fmla="*/ 9944 h 10000"/>
              <a:gd name="connsiteX43" fmla="*/ 1 w 10000"/>
              <a:gd name="connsiteY43" fmla="*/ 5893 h 10000"/>
              <a:gd name="connsiteX44" fmla="*/ 1 w 10000"/>
              <a:gd name="connsiteY44" fmla="*/ 4086 h 10000"/>
              <a:gd name="connsiteX45" fmla="*/ 1 w 10000"/>
              <a:gd name="connsiteY45" fmla="*/ 1083 h 10000"/>
              <a:gd name="connsiteX46" fmla="*/ 1 w 10000"/>
              <a:gd name="connsiteY46" fmla="*/ 1083 h 10000"/>
              <a:gd name="connsiteX0" fmla="*/ 1 w 10000"/>
              <a:gd name="connsiteY0" fmla="*/ 1083 h 10004"/>
              <a:gd name="connsiteX1" fmla="*/ 1 w 10000"/>
              <a:gd name="connsiteY1" fmla="*/ 66 h 10004"/>
              <a:gd name="connsiteX2" fmla="*/ 54 w 10000"/>
              <a:gd name="connsiteY2" fmla="*/ 6 h 10004"/>
              <a:gd name="connsiteX3" fmla="*/ 3244 w 10000"/>
              <a:gd name="connsiteY3" fmla="*/ 8 h 10004"/>
              <a:gd name="connsiteX4" fmla="*/ 3407 w 10000"/>
              <a:gd name="connsiteY4" fmla="*/ 268 h 10004"/>
              <a:gd name="connsiteX5" fmla="*/ 3354 w 10000"/>
              <a:gd name="connsiteY5" fmla="*/ 348 h 10004"/>
              <a:gd name="connsiteX6" fmla="*/ 3109 w 10000"/>
              <a:gd name="connsiteY6" fmla="*/ 896 h 10004"/>
              <a:gd name="connsiteX7" fmla="*/ 3170 w 10000"/>
              <a:gd name="connsiteY7" fmla="*/ 1461 h 10004"/>
              <a:gd name="connsiteX8" fmla="*/ 3599 w 10000"/>
              <a:gd name="connsiteY8" fmla="*/ 1985 h 10004"/>
              <a:gd name="connsiteX9" fmla="*/ 4241 w 10000"/>
              <a:gd name="connsiteY9" fmla="*/ 2087 h 10004"/>
              <a:gd name="connsiteX10" fmla="*/ 4687 w 10000"/>
              <a:gd name="connsiteY10" fmla="*/ 1836 h 10004"/>
              <a:gd name="connsiteX11" fmla="*/ 4972 w 10000"/>
              <a:gd name="connsiteY11" fmla="*/ 1305 h 10004"/>
              <a:gd name="connsiteX12" fmla="*/ 4990 w 10000"/>
              <a:gd name="connsiteY12" fmla="*/ 912 h 10004"/>
              <a:gd name="connsiteX13" fmla="*/ 4730 w 10000"/>
              <a:gd name="connsiteY13" fmla="*/ 332 h 10004"/>
              <a:gd name="connsiteX14" fmla="*/ 4681 w 10000"/>
              <a:gd name="connsiteY14" fmla="*/ 128 h 10004"/>
              <a:gd name="connsiteX15" fmla="*/ 4853 w 10000"/>
              <a:gd name="connsiteY15" fmla="*/ 1 h 10004"/>
              <a:gd name="connsiteX16" fmla="*/ 5074 w 10000"/>
              <a:gd name="connsiteY16" fmla="*/ 1 h 10004"/>
              <a:gd name="connsiteX17" fmla="*/ 5549 w 10000"/>
              <a:gd name="connsiteY17" fmla="*/ 1 h 10004"/>
              <a:gd name="connsiteX18" fmla="*/ 7949 w 10000"/>
              <a:gd name="connsiteY18" fmla="*/ 1 h 10004"/>
              <a:gd name="connsiteX19" fmla="*/ 8054 w 10000"/>
              <a:gd name="connsiteY19" fmla="*/ 6 h 10004"/>
              <a:gd name="connsiteX20" fmla="*/ 8095 w 10000"/>
              <a:gd name="connsiteY20" fmla="*/ 52 h 10004"/>
              <a:gd name="connsiteX21" fmla="*/ 8095 w 10000"/>
              <a:gd name="connsiteY21" fmla="*/ 119 h 10004"/>
              <a:gd name="connsiteX22" fmla="*/ 8095 w 10000"/>
              <a:gd name="connsiteY22" fmla="*/ 4104 h 10004"/>
              <a:gd name="connsiteX23" fmla="*/ 8228 w 10000"/>
              <a:gd name="connsiteY23" fmla="*/ 4459 h 10004"/>
              <a:gd name="connsiteX24" fmla="*/ 8628 w 10000"/>
              <a:gd name="connsiteY24" fmla="*/ 4533 h 10004"/>
              <a:gd name="connsiteX25" fmla="*/ 8780 w 10000"/>
              <a:gd name="connsiteY25" fmla="*/ 4419 h 10004"/>
              <a:gd name="connsiteX26" fmla="*/ 9470 w 10000"/>
              <a:gd name="connsiteY26" fmla="*/ 4235 h 10004"/>
              <a:gd name="connsiteX27" fmla="*/ 9918 w 10000"/>
              <a:gd name="connsiteY27" fmla="*/ 4632 h 10004"/>
              <a:gd name="connsiteX28" fmla="*/ 9973 w 10000"/>
              <a:gd name="connsiteY28" fmla="*/ 5218 h 10004"/>
              <a:gd name="connsiteX29" fmla="*/ 9672 w 10000"/>
              <a:gd name="connsiteY29" fmla="*/ 5673 h 10004"/>
              <a:gd name="connsiteX30" fmla="*/ 9086 w 10000"/>
              <a:gd name="connsiteY30" fmla="*/ 5773 h 10004"/>
              <a:gd name="connsiteX31" fmla="*/ 8739 w 10000"/>
              <a:gd name="connsiteY31" fmla="*/ 5544 h 10004"/>
              <a:gd name="connsiteX32" fmla="*/ 8342 w 10000"/>
              <a:gd name="connsiteY32" fmla="*/ 5473 h 10004"/>
              <a:gd name="connsiteX33" fmla="*/ 8095 w 10000"/>
              <a:gd name="connsiteY33" fmla="*/ 5882 h 10004"/>
              <a:gd name="connsiteX34" fmla="*/ 8095 w 10000"/>
              <a:gd name="connsiteY34" fmla="*/ 9938 h 10004"/>
              <a:gd name="connsiteX35" fmla="*/ 8038 w 10000"/>
              <a:gd name="connsiteY35" fmla="*/ 9998 h 10004"/>
              <a:gd name="connsiteX36" fmla="*/ 4858 w 10000"/>
              <a:gd name="connsiteY36" fmla="*/ 9998 h 10004"/>
              <a:gd name="connsiteX37" fmla="*/ 4713 w 10000"/>
              <a:gd name="connsiteY37" fmla="*/ 9931 h 10004"/>
              <a:gd name="connsiteX38" fmla="*/ 3253 w 10000"/>
              <a:gd name="connsiteY38" fmla="*/ 10000 h 10004"/>
              <a:gd name="connsiteX39" fmla="*/ 2060 w 10000"/>
              <a:gd name="connsiteY39" fmla="*/ 9998 h 10004"/>
              <a:gd name="connsiteX40" fmla="*/ 53 w 10000"/>
              <a:gd name="connsiteY40" fmla="*/ 9998 h 10004"/>
              <a:gd name="connsiteX41" fmla="*/ 1 w 10000"/>
              <a:gd name="connsiteY41" fmla="*/ 9944 h 10004"/>
              <a:gd name="connsiteX42" fmla="*/ 1 w 10000"/>
              <a:gd name="connsiteY42" fmla="*/ 5893 h 10004"/>
              <a:gd name="connsiteX43" fmla="*/ 1 w 10000"/>
              <a:gd name="connsiteY43" fmla="*/ 4086 h 10004"/>
              <a:gd name="connsiteX44" fmla="*/ 1 w 10000"/>
              <a:gd name="connsiteY44" fmla="*/ 1083 h 10004"/>
              <a:gd name="connsiteX45" fmla="*/ 1 w 10000"/>
              <a:gd name="connsiteY45" fmla="*/ 1083 h 10004"/>
              <a:gd name="connsiteX0" fmla="*/ 1 w 10000"/>
              <a:gd name="connsiteY0" fmla="*/ 1083 h 10000"/>
              <a:gd name="connsiteX1" fmla="*/ 1 w 10000"/>
              <a:gd name="connsiteY1" fmla="*/ 66 h 10000"/>
              <a:gd name="connsiteX2" fmla="*/ 54 w 10000"/>
              <a:gd name="connsiteY2" fmla="*/ 6 h 10000"/>
              <a:gd name="connsiteX3" fmla="*/ 3244 w 10000"/>
              <a:gd name="connsiteY3" fmla="*/ 8 h 10000"/>
              <a:gd name="connsiteX4" fmla="*/ 3407 w 10000"/>
              <a:gd name="connsiteY4" fmla="*/ 268 h 10000"/>
              <a:gd name="connsiteX5" fmla="*/ 3354 w 10000"/>
              <a:gd name="connsiteY5" fmla="*/ 348 h 10000"/>
              <a:gd name="connsiteX6" fmla="*/ 3109 w 10000"/>
              <a:gd name="connsiteY6" fmla="*/ 896 h 10000"/>
              <a:gd name="connsiteX7" fmla="*/ 3170 w 10000"/>
              <a:gd name="connsiteY7" fmla="*/ 1461 h 10000"/>
              <a:gd name="connsiteX8" fmla="*/ 3599 w 10000"/>
              <a:gd name="connsiteY8" fmla="*/ 1985 h 10000"/>
              <a:gd name="connsiteX9" fmla="*/ 4241 w 10000"/>
              <a:gd name="connsiteY9" fmla="*/ 2087 h 10000"/>
              <a:gd name="connsiteX10" fmla="*/ 4687 w 10000"/>
              <a:gd name="connsiteY10" fmla="*/ 1836 h 10000"/>
              <a:gd name="connsiteX11" fmla="*/ 4972 w 10000"/>
              <a:gd name="connsiteY11" fmla="*/ 1305 h 10000"/>
              <a:gd name="connsiteX12" fmla="*/ 4990 w 10000"/>
              <a:gd name="connsiteY12" fmla="*/ 912 h 10000"/>
              <a:gd name="connsiteX13" fmla="*/ 4730 w 10000"/>
              <a:gd name="connsiteY13" fmla="*/ 332 h 10000"/>
              <a:gd name="connsiteX14" fmla="*/ 4681 w 10000"/>
              <a:gd name="connsiteY14" fmla="*/ 128 h 10000"/>
              <a:gd name="connsiteX15" fmla="*/ 4853 w 10000"/>
              <a:gd name="connsiteY15" fmla="*/ 1 h 10000"/>
              <a:gd name="connsiteX16" fmla="*/ 5074 w 10000"/>
              <a:gd name="connsiteY16" fmla="*/ 1 h 10000"/>
              <a:gd name="connsiteX17" fmla="*/ 5549 w 10000"/>
              <a:gd name="connsiteY17" fmla="*/ 1 h 10000"/>
              <a:gd name="connsiteX18" fmla="*/ 7949 w 10000"/>
              <a:gd name="connsiteY18" fmla="*/ 1 h 10000"/>
              <a:gd name="connsiteX19" fmla="*/ 8054 w 10000"/>
              <a:gd name="connsiteY19" fmla="*/ 6 h 10000"/>
              <a:gd name="connsiteX20" fmla="*/ 8095 w 10000"/>
              <a:gd name="connsiteY20" fmla="*/ 52 h 10000"/>
              <a:gd name="connsiteX21" fmla="*/ 8095 w 10000"/>
              <a:gd name="connsiteY21" fmla="*/ 119 h 10000"/>
              <a:gd name="connsiteX22" fmla="*/ 8095 w 10000"/>
              <a:gd name="connsiteY22" fmla="*/ 4104 h 10000"/>
              <a:gd name="connsiteX23" fmla="*/ 8228 w 10000"/>
              <a:gd name="connsiteY23" fmla="*/ 4459 h 10000"/>
              <a:gd name="connsiteX24" fmla="*/ 8628 w 10000"/>
              <a:gd name="connsiteY24" fmla="*/ 4533 h 10000"/>
              <a:gd name="connsiteX25" fmla="*/ 8780 w 10000"/>
              <a:gd name="connsiteY25" fmla="*/ 4419 h 10000"/>
              <a:gd name="connsiteX26" fmla="*/ 9470 w 10000"/>
              <a:gd name="connsiteY26" fmla="*/ 4235 h 10000"/>
              <a:gd name="connsiteX27" fmla="*/ 9918 w 10000"/>
              <a:gd name="connsiteY27" fmla="*/ 4632 h 10000"/>
              <a:gd name="connsiteX28" fmla="*/ 9973 w 10000"/>
              <a:gd name="connsiteY28" fmla="*/ 5218 h 10000"/>
              <a:gd name="connsiteX29" fmla="*/ 9672 w 10000"/>
              <a:gd name="connsiteY29" fmla="*/ 5673 h 10000"/>
              <a:gd name="connsiteX30" fmla="*/ 9086 w 10000"/>
              <a:gd name="connsiteY30" fmla="*/ 5773 h 10000"/>
              <a:gd name="connsiteX31" fmla="*/ 8739 w 10000"/>
              <a:gd name="connsiteY31" fmla="*/ 5544 h 10000"/>
              <a:gd name="connsiteX32" fmla="*/ 8342 w 10000"/>
              <a:gd name="connsiteY32" fmla="*/ 5473 h 10000"/>
              <a:gd name="connsiteX33" fmla="*/ 8095 w 10000"/>
              <a:gd name="connsiteY33" fmla="*/ 5882 h 10000"/>
              <a:gd name="connsiteX34" fmla="*/ 8095 w 10000"/>
              <a:gd name="connsiteY34" fmla="*/ 9938 h 10000"/>
              <a:gd name="connsiteX35" fmla="*/ 8038 w 10000"/>
              <a:gd name="connsiteY35" fmla="*/ 9998 h 10000"/>
              <a:gd name="connsiteX36" fmla="*/ 4858 w 10000"/>
              <a:gd name="connsiteY36" fmla="*/ 9998 h 10000"/>
              <a:gd name="connsiteX37" fmla="*/ 3253 w 10000"/>
              <a:gd name="connsiteY37" fmla="*/ 10000 h 10000"/>
              <a:gd name="connsiteX38" fmla="*/ 2060 w 10000"/>
              <a:gd name="connsiteY38" fmla="*/ 9998 h 10000"/>
              <a:gd name="connsiteX39" fmla="*/ 53 w 10000"/>
              <a:gd name="connsiteY39" fmla="*/ 9998 h 10000"/>
              <a:gd name="connsiteX40" fmla="*/ 1 w 10000"/>
              <a:gd name="connsiteY40" fmla="*/ 9944 h 10000"/>
              <a:gd name="connsiteX41" fmla="*/ 1 w 10000"/>
              <a:gd name="connsiteY41" fmla="*/ 5893 h 10000"/>
              <a:gd name="connsiteX42" fmla="*/ 1 w 10000"/>
              <a:gd name="connsiteY42" fmla="*/ 4086 h 10000"/>
              <a:gd name="connsiteX43" fmla="*/ 1 w 10000"/>
              <a:gd name="connsiteY43" fmla="*/ 1083 h 10000"/>
              <a:gd name="connsiteX44" fmla="*/ 1 w 10000"/>
              <a:gd name="connsiteY44" fmla="*/ 108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000" h="10000">
                <a:moveTo>
                  <a:pt x="1" y="1083"/>
                </a:moveTo>
                <a:lnTo>
                  <a:pt x="1" y="66"/>
                </a:lnTo>
                <a:cubicBezTo>
                  <a:pt x="0" y="23"/>
                  <a:pt x="14" y="6"/>
                  <a:pt x="54" y="6"/>
                </a:cubicBezTo>
                <a:lnTo>
                  <a:pt x="3244" y="8"/>
                </a:lnTo>
                <a:cubicBezTo>
                  <a:pt x="3379" y="8"/>
                  <a:pt x="3457" y="130"/>
                  <a:pt x="3407" y="268"/>
                </a:cubicBezTo>
                <a:cubicBezTo>
                  <a:pt x="3398" y="299"/>
                  <a:pt x="3374" y="323"/>
                  <a:pt x="3354" y="348"/>
                </a:cubicBezTo>
                <a:cubicBezTo>
                  <a:pt x="3223" y="505"/>
                  <a:pt x="3141" y="685"/>
                  <a:pt x="3109" y="896"/>
                </a:cubicBezTo>
                <a:cubicBezTo>
                  <a:pt x="3082" y="1092"/>
                  <a:pt x="3101" y="1278"/>
                  <a:pt x="3170" y="1461"/>
                </a:cubicBezTo>
                <a:cubicBezTo>
                  <a:pt x="3255" y="1692"/>
                  <a:pt x="3400" y="1867"/>
                  <a:pt x="3599" y="1985"/>
                </a:cubicBezTo>
                <a:cubicBezTo>
                  <a:pt x="3799" y="2103"/>
                  <a:pt x="4014" y="2140"/>
                  <a:pt x="4241" y="2087"/>
                </a:cubicBezTo>
                <a:cubicBezTo>
                  <a:pt x="4411" y="2047"/>
                  <a:pt x="4561" y="1965"/>
                  <a:pt x="4687" y="1836"/>
                </a:cubicBezTo>
                <a:cubicBezTo>
                  <a:pt x="4832" y="1692"/>
                  <a:pt x="4927" y="1516"/>
                  <a:pt x="4972" y="1305"/>
                </a:cubicBezTo>
                <a:cubicBezTo>
                  <a:pt x="5001" y="1174"/>
                  <a:pt x="5007" y="1045"/>
                  <a:pt x="4990" y="912"/>
                </a:cubicBezTo>
                <a:cubicBezTo>
                  <a:pt x="4960" y="688"/>
                  <a:pt x="4873" y="492"/>
                  <a:pt x="4730" y="332"/>
                </a:cubicBezTo>
                <a:cubicBezTo>
                  <a:pt x="4676" y="270"/>
                  <a:pt x="4664" y="203"/>
                  <a:pt x="4681" y="128"/>
                </a:cubicBezTo>
                <a:cubicBezTo>
                  <a:pt x="4699" y="59"/>
                  <a:pt x="4776" y="3"/>
                  <a:pt x="4853" y="1"/>
                </a:cubicBezTo>
                <a:cubicBezTo>
                  <a:pt x="4925" y="-1"/>
                  <a:pt x="5001" y="1"/>
                  <a:pt x="5074" y="1"/>
                </a:cubicBezTo>
                <a:lnTo>
                  <a:pt x="5549" y="1"/>
                </a:lnTo>
                <a:lnTo>
                  <a:pt x="7949" y="1"/>
                </a:lnTo>
                <a:cubicBezTo>
                  <a:pt x="7983" y="1"/>
                  <a:pt x="8018" y="6"/>
                  <a:pt x="8054" y="6"/>
                </a:cubicBezTo>
                <a:cubicBezTo>
                  <a:pt x="8085" y="6"/>
                  <a:pt x="8097" y="19"/>
                  <a:pt x="8095" y="52"/>
                </a:cubicBezTo>
                <a:cubicBezTo>
                  <a:pt x="8093" y="75"/>
                  <a:pt x="8095" y="97"/>
                  <a:pt x="8095" y="119"/>
                </a:cubicBezTo>
                <a:lnTo>
                  <a:pt x="8095" y="4104"/>
                </a:lnTo>
                <a:cubicBezTo>
                  <a:pt x="8093" y="4244"/>
                  <a:pt x="8137" y="4362"/>
                  <a:pt x="8228" y="4459"/>
                </a:cubicBezTo>
                <a:cubicBezTo>
                  <a:pt x="8327" y="4559"/>
                  <a:pt x="8508" y="4599"/>
                  <a:pt x="8628" y="4533"/>
                </a:cubicBezTo>
                <a:cubicBezTo>
                  <a:pt x="8680" y="4504"/>
                  <a:pt x="8733" y="4464"/>
                  <a:pt x="8780" y="4419"/>
                </a:cubicBezTo>
                <a:cubicBezTo>
                  <a:pt x="8980" y="4228"/>
                  <a:pt x="9206" y="4155"/>
                  <a:pt x="9470" y="4235"/>
                </a:cubicBezTo>
                <a:cubicBezTo>
                  <a:pt x="9671" y="4295"/>
                  <a:pt x="9820" y="4430"/>
                  <a:pt x="9918" y="4632"/>
                </a:cubicBezTo>
                <a:cubicBezTo>
                  <a:pt x="10004" y="4817"/>
                  <a:pt x="10024" y="5016"/>
                  <a:pt x="9973" y="5218"/>
                </a:cubicBezTo>
                <a:cubicBezTo>
                  <a:pt x="9926" y="5411"/>
                  <a:pt x="9824" y="5564"/>
                  <a:pt x="9672" y="5673"/>
                </a:cubicBezTo>
                <a:cubicBezTo>
                  <a:pt x="9493" y="5800"/>
                  <a:pt x="9295" y="5835"/>
                  <a:pt x="9086" y="5773"/>
                </a:cubicBezTo>
                <a:cubicBezTo>
                  <a:pt x="8950" y="5733"/>
                  <a:pt x="8842" y="5646"/>
                  <a:pt x="8739" y="5544"/>
                </a:cubicBezTo>
                <a:cubicBezTo>
                  <a:pt x="8622" y="5433"/>
                  <a:pt x="8486" y="5406"/>
                  <a:pt x="8342" y="5473"/>
                </a:cubicBezTo>
                <a:cubicBezTo>
                  <a:pt x="8177" y="5549"/>
                  <a:pt x="8097" y="5691"/>
                  <a:pt x="8095" y="5882"/>
                </a:cubicBezTo>
                <a:cubicBezTo>
                  <a:pt x="8093" y="6553"/>
                  <a:pt x="8095" y="9267"/>
                  <a:pt x="8095" y="9938"/>
                </a:cubicBezTo>
                <a:cubicBezTo>
                  <a:pt x="8095" y="10000"/>
                  <a:pt x="8095" y="10000"/>
                  <a:pt x="8038" y="9998"/>
                </a:cubicBezTo>
                <a:lnTo>
                  <a:pt x="4858" y="9998"/>
                </a:lnTo>
                <a:lnTo>
                  <a:pt x="3253" y="10000"/>
                </a:lnTo>
                <a:lnTo>
                  <a:pt x="2060" y="9998"/>
                </a:lnTo>
                <a:lnTo>
                  <a:pt x="53" y="9998"/>
                </a:lnTo>
                <a:cubicBezTo>
                  <a:pt x="14" y="10000"/>
                  <a:pt x="1" y="9984"/>
                  <a:pt x="1" y="9944"/>
                </a:cubicBezTo>
                <a:lnTo>
                  <a:pt x="1" y="5893"/>
                </a:lnTo>
                <a:lnTo>
                  <a:pt x="1" y="4086"/>
                </a:lnTo>
                <a:lnTo>
                  <a:pt x="1" y="1083"/>
                </a:lnTo>
                <a:lnTo>
                  <a:pt x="1" y="1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4">
            <a:extLst>
              <a:ext uri="{FF2B5EF4-FFF2-40B4-BE49-F238E27FC236}">
                <a16:creationId xmlns:a16="http://schemas.microsoft.com/office/drawing/2014/main" id="{4F45F532-5C87-4F72-AEB6-2C1AC1BF028D}"/>
              </a:ext>
            </a:extLst>
          </p:cNvPr>
          <p:cNvSpPr txBox="1"/>
          <p:nvPr/>
        </p:nvSpPr>
        <p:spPr>
          <a:xfrm>
            <a:off x="909868" y="768992"/>
            <a:ext cx="3385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B050"/>
                </a:solidFill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SOLU</a:t>
            </a:r>
            <a:r>
              <a:rPr lang="en-US" sz="5400" b="1" dirty="0"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TION</a:t>
            </a:r>
            <a:endParaRPr kumimoji="0" lang="ru-RU" sz="5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E186C30-5BD3-449D-9428-5FC5DD4234D7}"/>
              </a:ext>
            </a:extLst>
          </p:cNvPr>
          <p:cNvCxnSpPr>
            <a:cxnSpLocks/>
          </p:cNvCxnSpPr>
          <p:nvPr/>
        </p:nvCxnSpPr>
        <p:spPr>
          <a:xfrm flipV="1">
            <a:off x="7356402" y="2634018"/>
            <a:ext cx="586595" cy="569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0E1CC67-1E8A-4078-8437-567A9A049FF3}"/>
              </a:ext>
            </a:extLst>
          </p:cNvPr>
          <p:cNvCxnSpPr>
            <a:cxnSpLocks/>
          </p:cNvCxnSpPr>
          <p:nvPr/>
        </p:nvCxnSpPr>
        <p:spPr>
          <a:xfrm>
            <a:off x="7942997" y="1692322"/>
            <a:ext cx="0" cy="4280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52956" y="914852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9</a:t>
            </a:r>
          </a:p>
        </p:txBody>
      </p:sp>
      <p:grpSp>
        <p:nvGrpSpPr>
          <p:cNvPr id="75" name="Groupe 74"/>
          <p:cNvGrpSpPr/>
          <p:nvPr/>
        </p:nvGrpSpPr>
        <p:grpSpPr>
          <a:xfrm>
            <a:off x="-138005" y="3447285"/>
            <a:ext cx="591048" cy="3015734"/>
            <a:chOff x="-93718" y="3610524"/>
            <a:chExt cx="591048" cy="3015734"/>
          </a:xfrm>
        </p:grpSpPr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11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2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13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05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6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07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99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0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01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03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2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94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95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96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88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89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90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1" name="Groupe 80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82" name="Groupe 81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84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85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86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7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83" name="Image 8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175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cxnSp>
        <p:nvCxnSpPr>
          <p:cNvPr id="4" name="Connecteur droit 3"/>
          <p:cNvCxnSpPr/>
          <p:nvPr/>
        </p:nvCxnSpPr>
        <p:spPr>
          <a:xfrm>
            <a:off x="7356402" y="3435486"/>
            <a:ext cx="5865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8200574" y="3105769"/>
            <a:ext cx="3159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b="1" dirty="0" smtClean="0"/>
              <a:t>Communication entre les différents établissement</a:t>
            </a:r>
            <a:endParaRPr lang="fr-CM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7370050" y="4108817"/>
            <a:ext cx="572947" cy="1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8244119" y="3921570"/>
            <a:ext cx="2685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b="1" dirty="0" smtClean="0"/>
              <a:t>Sécurisation des dossiers</a:t>
            </a:r>
            <a:r>
              <a:rPr lang="fr-BE" b="1" dirty="0" smtClean="0"/>
              <a:t> patients</a:t>
            </a:r>
            <a:endParaRPr lang="fr-CM" dirty="0"/>
          </a:p>
        </p:txBody>
      </p:sp>
      <p:cxnSp>
        <p:nvCxnSpPr>
          <p:cNvPr id="14" name="Connecteur droit 13"/>
          <p:cNvCxnSpPr>
            <a:stCxn id="63" idx="25"/>
          </p:cNvCxnSpPr>
          <p:nvPr/>
        </p:nvCxnSpPr>
        <p:spPr>
          <a:xfrm>
            <a:off x="7620850" y="4385790"/>
            <a:ext cx="322147" cy="3927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8302177" y="4698323"/>
            <a:ext cx="2075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b="1" dirty="0" smtClean="0"/>
              <a:t>Traçabilité de chaque action </a:t>
            </a:r>
            <a:r>
              <a:rPr lang="fr-CM" dirty="0" smtClean="0"/>
              <a:t> </a:t>
            </a:r>
            <a:endParaRPr lang="fr-CM" dirty="0"/>
          </a:p>
        </p:txBody>
      </p:sp>
      <p:sp>
        <p:nvSpPr>
          <p:cNvPr id="8" name="ZoneTexte 7"/>
          <p:cNvSpPr txBox="1"/>
          <p:nvPr/>
        </p:nvSpPr>
        <p:spPr>
          <a:xfrm>
            <a:off x="6229996" y="4674692"/>
            <a:ext cx="142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>
                <a:solidFill>
                  <a:srgbClr val="00B050"/>
                </a:solidFill>
                <a:latin typeface="Elephant" panose="02020904090505020303" pitchFamily="18" charset="0"/>
              </a:rPr>
              <a:t>MedShare</a:t>
            </a:r>
          </a:p>
        </p:txBody>
      </p:sp>
      <p:sp>
        <p:nvSpPr>
          <p:cNvPr id="124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459551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51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15F9E255-61F9-4DFF-8290-1A613DA1B5BB}"/>
              </a:ext>
            </a:extLst>
          </p:cNvPr>
          <p:cNvSpPr/>
          <p:nvPr/>
        </p:nvSpPr>
        <p:spPr>
          <a:xfrm>
            <a:off x="959961" y="5633437"/>
            <a:ext cx="3766861" cy="239629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91D7154-7104-477A-A267-29B7F59277CF}"/>
              </a:ext>
            </a:extLst>
          </p:cNvPr>
          <p:cNvGrpSpPr/>
          <p:nvPr/>
        </p:nvGrpSpPr>
        <p:grpSpPr>
          <a:xfrm>
            <a:off x="1367355" y="1428826"/>
            <a:ext cx="3359467" cy="4325468"/>
            <a:chOff x="2050732" y="1266266"/>
            <a:chExt cx="3359467" cy="4325468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B83C53-B05F-482A-82A1-BE0464743B39}"/>
                </a:ext>
              </a:extLst>
            </p:cNvPr>
            <p:cNvGrpSpPr/>
            <p:nvPr/>
          </p:nvGrpSpPr>
          <p:grpSpPr>
            <a:xfrm>
              <a:off x="2050732" y="1266266"/>
              <a:ext cx="3359467" cy="4325468"/>
              <a:chOff x="5230813" y="2312988"/>
              <a:chExt cx="1733550" cy="2232025"/>
            </a:xfrm>
            <a:grpFill/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9BA7F78A-5B92-4949-8F8C-8ECC299BC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3513" y="4191001"/>
                <a:ext cx="41275" cy="60325"/>
              </a:xfrm>
              <a:custGeom>
                <a:avLst/>
                <a:gdLst>
                  <a:gd name="T0" fmla="*/ 0 w 13"/>
                  <a:gd name="T1" fmla="*/ 3 h 19"/>
                  <a:gd name="T2" fmla="*/ 4 w 13"/>
                  <a:gd name="T3" fmla="*/ 0 h 19"/>
                  <a:gd name="T4" fmla="*/ 10 w 13"/>
                  <a:gd name="T5" fmla="*/ 5 h 19"/>
                  <a:gd name="T6" fmla="*/ 5 w 13"/>
                  <a:gd name="T7" fmla="*/ 18 h 19"/>
                  <a:gd name="T8" fmla="*/ 0 w 13"/>
                  <a:gd name="T9" fmla="*/ 15 h 19"/>
                  <a:gd name="T10" fmla="*/ 0 w 13"/>
                  <a:gd name="T11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19">
                    <a:moveTo>
                      <a:pt x="0" y="3"/>
                    </a:moveTo>
                    <a:cubicBezTo>
                      <a:pt x="2" y="2"/>
                      <a:pt x="3" y="1"/>
                      <a:pt x="4" y="0"/>
                    </a:cubicBezTo>
                    <a:cubicBezTo>
                      <a:pt x="6" y="2"/>
                      <a:pt x="8" y="3"/>
                      <a:pt x="10" y="5"/>
                    </a:cubicBezTo>
                    <a:cubicBezTo>
                      <a:pt x="13" y="10"/>
                      <a:pt x="11" y="17"/>
                      <a:pt x="5" y="18"/>
                    </a:cubicBezTo>
                    <a:cubicBezTo>
                      <a:pt x="4" y="19"/>
                      <a:pt x="2" y="17"/>
                      <a:pt x="0" y="15"/>
                    </a:cubicBezTo>
                    <a:cubicBezTo>
                      <a:pt x="7" y="11"/>
                      <a:pt x="5" y="7"/>
                      <a:pt x="0" y="3"/>
                    </a:cubicBez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F5C40D60-8578-40FF-BE1E-194917DCC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5426" y="2944813"/>
                <a:ext cx="28575" cy="34925"/>
              </a:xfrm>
              <a:custGeom>
                <a:avLst/>
                <a:gdLst>
                  <a:gd name="T0" fmla="*/ 0 w 9"/>
                  <a:gd name="T1" fmla="*/ 10 h 11"/>
                  <a:gd name="T2" fmla="*/ 2 w 9"/>
                  <a:gd name="T3" fmla="*/ 1 h 11"/>
                  <a:gd name="T4" fmla="*/ 8 w 9"/>
                  <a:gd name="T5" fmla="*/ 1 h 11"/>
                  <a:gd name="T6" fmla="*/ 9 w 9"/>
                  <a:gd name="T7" fmla="*/ 3 h 11"/>
                  <a:gd name="T8" fmla="*/ 8 w 9"/>
                  <a:gd name="T9" fmla="*/ 4 h 11"/>
                  <a:gd name="T10" fmla="*/ 2 w 9"/>
                  <a:gd name="T11" fmla="*/ 11 h 11"/>
                  <a:gd name="T12" fmla="*/ 0 w 9"/>
                  <a:gd name="T13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1">
                    <a:moveTo>
                      <a:pt x="0" y="10"/>
                    </a:moveTo>
                    <a:cubicBezTo>
                      <a:pt x="1" y="7"/>
                      <a:pt x="1" y="4"/>
                      <a:pt x="2" y="1"/>
                    </a:cubicBezTo>
                    <a:cubicBezTo>
                      <a:pt x="2" y="0"/>
                      <a:pt x="6" y="1"/>
                      <a:pt x="8" y="1"/>
                    </a:cubicBezTo>
                    <a:cubicBezTo>
                      <a:pt x="9" y="1"/>
                      <a:pt x="9" y="2"/>
                      <a:pt x="9" y="3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3" y="3"/>
                      <a:pt x="2" y="7"/>
                      <a:pt x="2" y="11"/>
                    </a:cubicBezTo>
                    <a:cubicBezTo>
                      <a:pt x="1" y="11"/>
                      <a:pt x="1" y="10"/>
                      <a:pt x="0" y="10"/>
                    </a:cubicBez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8">
                <a:extLst>
                  <a:ext uri="{FF2B5EF4-FFF2-40B4-BE49-F238E27FC236}">
                    <a16:creationId xmlns:a16="http://schemas.microsoft.com/office/drawing/2014/main" id="{C390EA27-1FE2-4756-A3F0-21C98E0E4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7101" y="3649663"/>
                <a:ext cx="622300" cy="611188"/>
              </a:xfrm>
              <a:custGeom>
                <a:avLst/>
                <a:gdLst>
                  <a:gd name="T0" fmla="*/ 145 w 195"/>
                  <a:gd name="T1" fmla="*/ 111 h 192"/>
                  <a:gd name="T2" fmla="*/ 109 w 195"/>
                  <a:gd name="T3" fmla="*/ 179 h 192"/>
                  <a:gd name="T4" fmla="*/ 82 w 195"/>
                  <a:gd name="T5" fmla="*/ 183 h 192"/>
                  <a:gd name="T6" fmla="*/ 7 w 195"/>
                  <a:gd name="T7" fmla="*/ 107 h 192"/>
                  <a:gd name="T8" fmla="*/ 6 w 195"/>
                  <a:gd name="T9" fmla="*/ 84 h 192"/>
                  <a:gd name="T10" fmla="*/ 30 w 195"/>
                  <a:gd name="T11" fmla="*/ 85 h 192"/>
                  <a:gd name="T12" fmla="*/ 87 w 195"/>
                  <a:gd name="T13" fmla="*/ 142 h 192"/>
                  <a:gd name="T14" fmla="*/ 91 w 195"/>
                  <a:gd name="T15" fmla="*/ 146 h 192"/>
                  <a:gd name="T16" fmla="*/ 102 w 195"/>
                  <a:gd name="T17" fmla="*/ 124 h 192"/>
                  <a:gd name="T18" fmla="*/ 148 w 195"/>
                  <a:gd name="T19" fmla="*/ 39 h 192"/>
                  <a:gd name="T20" fmla="*/ 163 w 195"/>
                  <a:gd name="T21" fmla="*/ 11 h 192"/>
                  <a:gd name="T22" fmla="*/ 185 w 195"/>
                  <a:gd name="T23" fmla="*/ 3 h 192"/>
                  <a:gd name="T24" fmla="*/ 191 w 195"/>
                  <a:gd name="T25" fmla="*/ 26 h 192"/>
                  <a:gd name="T26" fmla="*/ 162 w 195"/>
                  <a:gd name="T27" fmla="*/ 79 h 192"/>
                  <a:gd name="T28" fmla="*/ 145 w 195"/>
                  <a:gd name="T29" fmla="*/ 111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5" h="192">
                    <a:moveTo>
                      <a:pt x="145" y="111"/>
                    </a:moveTo>
                    <a:cubicBezTo>
                      <a:pt x="133" y="134"/>
                      <a:pt x="121" y="157"/>
                      <a:pt x="109" y="179"/>
                    </a:cubicBezTo>
                    <a:cubicBezTo>
                      <a:pt x="103" y="190"/>
                      <a:pt x="91" y="192"/>
                      <a:pt x="82" y="183"/>
                    </a:cubicBezTo>
                    <a:cubicBezTo>
                      <a:pt x="57" y="158"/>
                      <a:pt x="32" y="132"/>
                      <a:pt x="7" y="107"/>
                    </a:cubicBezTo>
                    <a:cubicBezTo>
                      <a:pt x="0" y="100"/>
                      <a:pt x="1" y="89"/>
                      <a:pt x="6" y="84"/>
                    </a:cubicBezTo>
                    <a:cubicBezTo>
                      <a:pt x="13" y="77"/>
                      <a:pt x="23" y="78"/>
                      <a:pt x="30" y="85"/>
                    </a:cubicBezTo>
                    <a:cubicBezTo>
                      <a:pt x="49" y="104"/>
                      <a:pt x="68" y="123"/>
                      <a:pt x="87" y="142"/>
                    </a:cubicBezTo>
                    <a:cubicBezTo>
                      <a:pt x="88" y="143"/>
                      <a:pt x="89" y="144"/>
                      <a:pt x="91" y="146"/>
                    </a:cubicBezTo>
                    <a:cubicBezTo>
                      <a:pt x="95" y="138"/>
                      <a:pt x="98" y="131"/>
                      <a:pt x="102" y="124"/>
                    </a:cubicBezTo>
                    <a:cubicBezTo>
                      <a:pt x="117" y="96"/>
                      <a:pt x="132" y="68"/>
                      <a:pt x="148" y="39"/>
                    </a:cubicBezTo>
                    <a:cubicBezTo>
                      <a:pt x="153" y="30"/>
                      <a:pt x="158" y="20"/>
                      <a:pt x="163" y="11"/>
                    </a:cubicBezTo>
                    <a:cubicBezTo>
                      <a:pt x="168" y="1"/>
                      <a:pt x="178" y="0"/>
                      <a:pt x="185" y="3"/>
                    </a:cubicBezTo>
                    <a:cubicBezTo>
                      <a:pt x="193" y="7"/>
                      <a:pt x="195" y="18"/>
                      <a:pt x="191" y="26"/>
                    </a:cubicBezTo>
                    <a:cubicBezTo>
                      <a:pt x="182" y="44"/>
                      <a:pt x="172" y="62"/>
                      <a:pt x="162" y="79"/>
                    </a:cubicBezTo>
                    <a:cubicBezTo>
                      <a:pt x="161" y="82"/>
                      <a:pt x="149" y="105"/>
                      <a:pt x="145" y="111"/>
                    </a:cubicBezTo>
                    <a:close/>
                  </a:path>
                </a:pathLst>
              </a:custGeom>
              <a:grpFill/>
              <a:ln>
                <a:solidFill>
                  <a:schemeClr val="tx2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 9">
                <a:extLst>
                  <a:ext uri="{FF2B5EF4-FFF2-40B4-BE49-F238E27FC236}">
                    <a16:creationId xmlns:a16="http://schemas.microsoft.com/office/drawing/2014/main" id="{9AEF8173-5C3F-4A95-AFA5-151718BC36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0813" y="2312988"/>
                <a:ext cx="1733550" cy="2232025"/>
              </a:xfrm>
              <a:custGeom>
                <a:avLst/>
                <a:gdLst>
                  <a:gd name="T0" fmla="*/ 519 w 543"/>
                  <a:gd name="T1" fmla="*/ 420 h 700"/>
                  <a:gd name="T2" fmla="*/ 452 w 543"/>
                  <a:gd name="T3" fmla="*/ 344 h 700"/>
                  <a:gd name="T4" fmla="*/ 451 w 543"/>
                  <a:gd name="T5" fmla="*/ 131 h 700"/>
                  <a:gd name="T6" fmla="*/ 353 w 543"/>
                  <a:gd name="T7" fmla="*/ 120 h 700"/>
                  <a:gd name="T8" fmla="*/ 350 w 543"/>
                  <a:gd name="T9" fmla="*/ 120 h 700"/>
                  <a:gd name="T10" fmla="*/ 347 w 543"/>
                  <a:gd name="T11" fmla="*/ 93 h 700"/>
                  <a:gd name="T12" fmla="*/ 309 w 543"/>
                  <a:gd name="T13" fmla="*/ 76 h 700"/>
                  <a:gd name="T14" fmla="*/ 273 w 543"/>
                  <a:gd name="T15" fmla="*/ 18 h 700"/>
                  <a:gd name="T16" fmla="*/ 261 w 543"/>
                  <a:gd name="T17" fmla="*/ 10 h 700"/>
                  <a:gd name="T18" fmla="*/ 234 w 543"/>
                  <a:gd name="T19" fmla="*/ 2 h 700"/>
                  <a:gd name="T20" fmla="*/ 231 w 543"/>
                  <a:gd name="T21" fmla="*/ 2 h 700"/>
                  <a:gd name="T22" fmla="*/ 150 w 543"/>
                  <a:gd name="T23" fmla="*/ 69 h 700"/>
                  <a:gd name="T24" fmla="*/ 123 w 543"/>
                  <a:gd name="T25" fmla="*/ 75 h 700"/>
                  <a:gd name="T26" fmla="*/ 105 w 543"/>
                  <a:gd name="T27" fmla="*/ 114 h 700"/>
                  <a:gd name="T28" fmla="*/ 18 w 543"/>
                  <a:gd name="T29" fmla="*/ 120 h 700"/>
                  <a:gd name="T30" fmla="*/ 0 w 543"/>
                  <a:gd name="T31" fmla="*/ 371 h 700"/>
                  <a:gd name="T32" fmla="*/ 0 w 543"/>
                  <a:gd name="T33" fmla="*/ 606 h 700"/>
                  <a:gd name="T34" fmla="*/ 0 w 543"/>
                  <a:gd name="T35" fmla="*/ 607 h 700"/>
                  <a:gd name="T36" fmla="*/ 19 w 543"/>
                  <a:gd name="T37" fmla="*/ 621 h 700"/>
                  <a:gd name="T38" fmla="*/ 206 w 543"/>
                  <a:gd name="T39" fmla="*/ 625 h 700"/>
                  <a:gd name="T40" fmla="*/ 321 w 543"/>
                  <a:gd name="T41" fmla="*/ 695 h 700"/>
                  <a:gd name="T42" fmla="*/ 478 w 543"/>
                  <a:gd name="T43" fmla="*/ 651 h 700"/>
                  <a:gd name="T44" fmla="*/ 538 w 543"/>
                  <a:gd name="T45" fmla="*/ 473 h 700"/>
                  <a:gd name="T46" fmla="*/ 215 w 543"/>
                  <a:gd name="T47" fmla="*/ 35 h 700"/>
                  <a:gd name="T48" fmla="*/ 255 w 543"/>
                  <a:gd name="T49" fmla="*/ 45 h 700"/>
                  <a:gd name="T50" fmla="*/ 261 w 543"/>
                  <a:gd name="T51" fmla="*/ 51 h 700"/>
                  <a:gd name="T52" fmla="*/ 271 w 543"/>
                  <a:gd name="T53" fmla="*/ 76 h 700"/>
                  <a:gd name="T54" fmla="*/ 181 w 543"/>
                  <a:gd name="T55" fmla="*/ 75 h 700"/>
                  <a:gd name="T56" fmla="*/ 137 w 543"/>
                  <a:gd name="T57" fmla="*/ 107 h 700"/>
                  <a:gd name="T58" fmla="*/ 309 w 543"/>
                  <a:gd name="T59" fmla="*/ 108 h 700"/>
                  <a:gd name="T60" fmla="*/ 315 w 543"/>
                  <a:gd name="T61" fmla="*/ 160 h 700"/>
                  <a:gd name="T62" fmla="*/ 261 w 543"/>
                  <a:gd name="T63" fmla="*/ 166 h 700"/>
                  <a:gd name="T64" fmla="*/ 136 w 543"/>
                  <a:gd name="T65" fmla="*/ 160 h 700"/>
                  <a:gd name="T66" fmla="*/ 183 w 543"/>
                  <a:gd name="T67" fmla="*/ 588 h 700"/>
                  <a:gd name="T68" fmla="*/ 32 w 543"/>
                  <a:gd name="T69" fmla="*/ 290 h 700"/>
                  <a:gd name="T70" fmla="*/ 38 w 543"/>
                  <a:gd name="T71" fmla="*/ 152 h 700"/>
                  <a:gd name="T72" fmla="*/ 105 w 543"/>
                  <a:gd name="T73" fmla="*/ 158 h 700"/>
                  <a:gd name="T74" fmla="*/ 123 w 543"/>
                  <a:gd name="T75" fmla="*/ 197 h 700"/>
                  <a:gd name="T76" fmla="*/ 329 w 543"/>
                  <a:gd name="T77" fmla="*/ 197 h 700"/>
                  <a:gd name="T78" fmla="*/ 347 w 543"/>
                  <a:gd name="T79" fmla="*/ 158 h 700"/>
                  <a:gd name="T80" fmla="*/ 382 w 543"/>
                  <a:gd name="T81" fmla="*/ 152 h 700"/>
                  <a:gd name="T82" fmla="*/ 420 w 543"/>
                  <a:gd name="T83" fmla="*/ 157 h 700"/>
                  <a:gd name="T84" fmla="*/ 420 w 543"/>
                  <a:gd name="T85" fmla="*/ 327 h 700"/>
                  <a:gd name="T86" fmla="*/ 404 w 543"/>
                  <a:gd name="T87" fmla="*/ 329 h 700"/>
                  <a:gd name="T88" fmla="*/ 276 w 543"/>
                  <a:gd name="T89" fmla="*/ 339 h 700"/>
                  <a:gd name="T90" fmla="*/ 175 w 543"/>
                  <a:gd name="T91" fmla="*/ 452 h 700"/>
                  <a:gd name="T92" fmla="*/ 507 w 543"/>
                  <a:gd name="T93" fmla="*/ 536 h 700"/>
                  <a:gd name="T94" fmla="*/ 391 w 543"/>
                  <a:gd name="T95" fmla="*/ 661 h 700"/>
                  <a:gd name="T96" fmla="*/ 282 w 543"/>
                  <a:gd name="T97" fmla="*/ 648 h 700"/>
                  <a:gd name="T98" fmla="*/ 211 w 543"/>
                  <a:gd name="T99" fmla="*/ 572 h 700"/>
                  <a:gd name="T100" fmla="*/ 278 w 543"/>
                  <a:gd name="T101" fmla="*/ 374 h 700"/>
                  <a:gd name="T102" fmla="*/ 481 w 543"/>
                  <a:gd name="T103" fmla="*/ 421 h 700"/>
                  <a:gd name="T104" fmla="*/ 507 w 543"/>
                  <a:gd name="T105" fmla="*/ 536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43" h="700">
                    <a:moveTo>
                      <a:pt x="538" y="473"/>
                    </a:moveTo>
                    <a:cubicBezTo>
                      <a:pt x="534" y="454"/>
                      <a:pt x="528" y="437"/>
                      <a:pt x="519" y="420"/>
                    </a:cubicBezTo>
                    <a:cubicBezTo>
                      <a:pt x="504" y="393"/>
                      <a:pt x="483" y="370"/>
                      <a:pt x="457" y="353"/>
                    </a:cubicBezTo>
                    <a:cubicBezTo>
                      <a:pt x="453" y="351"/>
                      <a:pt x="452" y="348"/>
                      <a:pt x="452" y="344"/>
                    </a:cubicBezTo>
                    <a:cubicBezTo>
                      <a:pt x="452" y="276"/>
                      <a:pt x="452" y="208"/>
                      <a:pt x="452" y="140"/>
                    </a:cubicBezTo>
                    <a:cubicBezTo>
                      <a:pt x="452" y="137"/>
                      <a:pt x="452" y="134"/>
                      <a:pt x="451" y="131"/>
                    </a:cubicBezTo>
                    <a:cubicBezTo>
                      <a:pt x="448" y="123"/>
                      <a:pt x="442" y="120"/>
                      <a:pt x="434" y="120"/>
                    </a:cubicBezTo>
                    <a:cubicBezTo>
                      <a:pt x="407" y="120"/>
                      <a:pt x="380" y="120"/>
                      <a:pt x="353" y="120"/>
                    </a:cubicBezTo>
                    <a:cubicBezTo>
                      <a:pt x="352" y="120"/>
                      <a:pt x="351" y="120"/>
                      <a:pt x="350" y="120"/>
                    </a:cubicBezTo>
                    <a:cubicBezTo>
                      <a:pt x="350" y="120"/>
                      <a:pt x="350" y="120"/>
                      <a:pt x="350" y="120"/>
                    </a:cubicBezTo>
                    <a:cubicBezTo>
                      <a:pt x="347" y="120"/>
                      <a:pt x="347" y="119"/>
                      <a:pt x="347" y="114"/>
                    </a:cubicBezTo>
                    <a:cubicBezTo>
                      <a:pt x="347" y="107"/>
                      <a:pt x="347" y="100"/>
                      <a:pt x="347" y="93"/>
                    </a:cubicBezTo>
                    <a:cubicBezTo>
                      <a:pt x="347" y="81"/>
                      <a:pt x="341" y="76"/>
                      <a:pt x="329" y="76"/>
                    </a:cubicBezTo>
                    <a:cubicBezTo>
                      <a:pt x="322" y="75"/>
                      <a:pt x="316" y="75"/>
                      <a:pt x="309" y="76"/>
                    </a:cubicBezTo>
                    <a:cubicBezTo>
                      <a:pt x="304" y="76"/>
                      <a:pt x="303" y="74"/>
                      <a:pt x="302" y="69"/>
                    </a:cubicBezTo>
                    <a:cubicBezTo>
                      <a:pt x="300" y="48"/>
                      <a:pt x="290" y="31"/>
                      <a:pt x="273" y="18"/>
                    </a:cubicBezTo>
                    <a:cubicBezTo>
                      <a:pt x="269" y="15"/>
                      <a:pt x="265" y="13"/>
                      <a:pt x="261" y="10"/>
                    </a:cubicBezTo>
                    <a:cubicBezTo>
                      <a:pt x="261" y="10"/>
                      <a:pt x="261" y="10"/>
                      <a:pt x="261" y="10"/>
                    </a:cubicBezTo>
                    <a:cubicBezTo>
                      <a:pt x="259" y="9"/>
                      <a:pt x="257" y="8"/>
                      <a:pt x="255" y="8"/>
                    </a:cubicBezTo>
                    <a:cubicBezTo>
                      <a:pt x="249" y="5"/>
                      <a:pt x="242" y="3"/>
                      <a:pt x="234" y="2"/>
                    </a:cubicBezTo>
                    <a:cubicBezTo>
                      <a:pt x="233" y="2"/>
                      <a:pt x="232" y="2"/>
                      <a:pt x="231" y="2"/>
                    </a:cubicBezTo>
                    <a:cubicBezTo>
                      <a:pt x="231" y="2"/>
                      <a:pt x="231" y="2"/>
                      <a:pt x="231" y="2"/>
                    </a:cubicBezTo>
                    <a:cubicBezTo>
                      <a:pt x="212" y="0"/>
                      <a:pt x="194" y="6"/>
                      <a:pt x="179" y="18"/>
                    </a:cubicBezTo>
                    <a:cubicBezTo>
                      <a:pt x="162" y="31"/>
                      <a:pt x="152" y="48"/>
                      <a:pt x="150" y="69"/>
                    </a:cubicBezTo>
                    <a:cubicBezTo>
                      <a:pt x="149" y="74"/>
                      <a:pt x="148" y="76"/>
                      <a:pt x="143" y="75"/>
                    </a:cubicBezTo>
                    <a:cubicBezTo>
                      <a:pt x="136" y="75"/>
                      <a:pt x="129" y="75"/>
                      <a:pt x="123" y="75"/>
                    </a:cubicBezTo>
                    <a:cubicBezTo>
                      <a:pt x="111" y="75"/>
                      <a:pt x="105" y="81"/>
                      <a:pt x="105" y="93"/>
                    </a:cubicBezTo>
                    <a:cubicBezTo>
                      <a:pt x="105" y="100"/>
                      <a:pt x="105" y="107"/>
                      <a:pt x="105" y="114"/>
                    </a:cubicBezTo>
                    <a:cubicBezTo>
                      <a:pt x="105" y="120"/>
                      <a:pt x="105" y="120"/>
                      <a:pt x="98" y="120"/>
                    </a:cubicBezTo>
                    <a:cubicBezTo>
                      <a:pt x="72" y="120"/>
                      <a:pt x="45" y="121"/>
                      <a:pt x="18" y="120"/>
                    </a:cubicBezTo>
                    <a:cubicBezTo>
                      <a:pt x="7" y="120"/>
                      <a:pt x="0" y="127"/>
                      <a:pt x="0" y="139"/>
                    </a:cubicBezTo>
                    <a:cubicBezTo>
                      <a:pt x="0" y="216"/>
                      <a:pt x="0" y="293"/>
                      <a:pt x="0" y="371"/>
                    </a:cubicBezTo>
                    <a:cubicBezTo>
                      <a:pt x="0" y="448"/>
                      <a:pt x="0" y="526"/>
                      <a:pt x="0" y="603"/>
                    </a:cubicBezTo>
                    <a:cubicBezTo>
                      <a:pt x="0" y="604"/>
                      <a:pt x="0" y="605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1" y="609"/>
                      <a:pt x="1" y="610"/>
                      <a:pt x="1" y="611"/>
                    </a:cubicBezTo>
                    <a:cubicBezTo>
                      <a:pt x="4" y="619"/>
                      <a:pt x="11" y="621"/>
                      <a:pt x="19" y="621"/>
                    </a:cubicBezTo>
                    <a:cubicBezTo>
                      <a:pt x="78" y="621"/>
                      <a:pt x="138" y="621"/>
                      <a:pt x="197" y="621"/>
                    </a:cubicBezTo>
                    <a:cubicBezTo>
                      <a:pt x="201" y="621"/>
                      <a:pt x="203" y="622"/>
                      <a:pt x="206" y="625"/>
                    </a:cubicBezTo>
                    <a:cubicBezTo>
                      <a:pt x="216" y="636"/>
                      <a:pt x="226" y="647"/>
                      <a:pt x="237" y="657"/>
                    </a:cubicBezTo>
                    <a:cubicBezTo>
                      <a:pt x="261" y="677"/>
                      <a:pt x="290" y="689"/>
                      <a:pt x="321" y="695"/>
                    </a:cubicBezTo>
                    <a:cubicBezTo>
                      <a:pt x="350" y="700"/>
                      <a:pt x="378" y="698"/>
                      <a:pt x="406" y="690"/>
                    </a:cubicBezTo>
                    <a:cubicBezTo>
                      <a:pt x="433" y="682"/>
                      <a:pt x="457" y="669"/>
                      <a:pt x="478" y="651"/>
                    </a:cubicBezTo>
                    <a:cubicBezTo>
                      <a:pt x="511" y="621"/>
                      <a:pt x="532" y="584"/>
                      <a:pt x="539" y="540"/>
                    </a:cubicBezTo>
                    <a:cubicBezTo>
                      <a:pt x="543" y="518"/>
                      <a:pt x="542" y="495"/>
                      <a:pt x="538" y="473"/>
                    </a:cubicBezTo>
                    <a:close/>
                    <a:moveTo>
                      <a:pt x="197" y="44"/>
                    </a:moveTo>
                    <a:cubicBezTo>
                      <a:pt x="202" y="40"/>
                      <a:pt x="209" y="36"/>
                      <a:pt x="215" y="35"/>
                    </a:cubicBezTo>
                    <a:cubicBezTo>
                      <a:pt x="215" y="35"/>
                      <a:pt x="215" y="35"/>
                      <a:pt x="215" y="35"/>
                    </a:cubicBezTo>
                    <a:cubicBezTo>
                      <a:pt x="229" y="32"/>
                      <a:pt x="244" y="35"/>
                      <a:pt x="255" y="45"/>
                    </a:cubicBezTo>
                    <a:cubicBezTo>
                      <a:pt x="257" y="46"/>
                      <a:pt x="259" y="48"/>
                      <a:pt x="261" y="50"/>
                    </a:cubicBezTo>
                    <a:cubicBezTo>
                      <a:pt x="261" y="50"/>
                      <a:pt x="261" y="51"/>
                      <a:pt x="261" y="51"/>
                    </a:cubicBezTo>
                    <a:cubicBezTo>
                      <a:pt x="261" y="51"/>
                      <a:pt x="261" y="51"/>
                      <a:pt x="261" y="51"/>
                    </a:cubicBezTo>
                    <a:cubicBezTo>
                      <a:pt x="267" y="57"/>
                      <a:pt x="270" y="65"/>
                      <a:pt x="271" y="76"/>
                    </a:cubicBezTo>
                    <a:cubicBezTo>
                      <a:pt x="268" y="76"/>
                      <a:pt x="212" y="75"/>
                      <a:pt x="188" y="75"/>
                    </a:cubicBezTo>
                    <a:cubicBezTo>
                      <a:pt x="186" y="75"/>
                      <a:pt x="184" y="75"/>
                      <a:pt x="181" y="75"/>
                    </a:cubicBezTo>
                    <a:cubicBezTo>
                      <a:pt x="182" y="62"/>
                      <a:pt x="188" y="52"/>
                      <a:pt x="197" y="44"/>
                    </a:cubicBezTo>
                    <a:close/>
                    <a:moveTo>
                      <a:pt x="137" y="107"/>
                    </a:moveTo>
                    <a:cubicBezTo>
                      <a:pt x="139" y="107"/>
                      <a:pt x="141" y="107"/>
                      <a:pt x="142" y="107"/>
                    </a:cubicBezTo>
                    <a:cubicBezTo>
                      <a:pt x="167" y="107"/>
                      <a:pt x="278" y="108"/>
                      <a:pt x="309" y="108"/>
                    </a:cubicBezTo>
                    <a:cubicBezTo>
                      <a:pt x="311" y="108"/>
                      <a:pt x="313" y="108"/>
                      <a:pt x="315" y="108"/>
                    </a:cubicBezTo>
                    <a:cubicBezTo>
                      <a:pt x="315" y="110"/>
                      <a:pt x="315" y="145"/>
                      <a:pt x="315" y="160"/>
                    </a:cubicBezTo>
                    <a:cubicBezTo>
                      <a:pt x="315" y="165"/>
                      <a:pt x="314" y="166"/>
                      <a:pt x="310" y="166"/>
                    </a:cubicBezTo>
                    <a:cubicBezTo>
                      <a:pt x="293" y="166"/>
                      <a:pt x="261" y="166"/>
                      <a:pt x="261" y="166"/>
                    </a:cubicBezTo>
                    <a:cubicBezTo>
                      <a:pt x="221" y="165"/>
                      <a:pt x="182" y="165"/>
                      <a:pt x="142" y="166"/>
                    </a:cubicBezTo>
                    <a:cubicBezTo>
                      <a:pt x="138" y="166"/>
                      <a:pt x="136" y="165"/>
                      <a:pt x="136" y="160"/>
                    </a:cubicBezTo>
                    <a:cubicBezTo>
                      <a:pt x="137" y="144"/>
                      <a:pt x="137" y="123"/>
                      <a:pt x="137" y="107"/>
                    </a:cubicBezTo>
                    <a:close/>
                    <a:moveTo>
                      <a:pt x="183" y="588"/>
                    </a:moveTo>
                    <a:cubicBezTo>
                      <a:pt x="159" y="589"/>
                      <a:pt x="31" y="587"/>
                      <a:pt x="31" y="587"/>
                    </a:cubicBezTo>
                    <a:cubicBezTo>
                      <a:pt x="31" y="587"/>
                      <a:pt x="32" y="374"/>
                      <a:pt x="32" y="290"/>
                    </a:cubicBezTo>
                    <a:cubicBezTo>
                      <a:pt x="32" y="246"/>
                      <a:pt x="32" y="202"/>
                      <a:pt x="32" y="158"/>
                    </a:cubicBezTo>
                    <a:cubicBezTo>
                      <a:pt x="32" y="154"/>
                      <a:pt x="33" y="152"/>
                      <a:pt x="38" y="152"/>
                    </a:cubicBezTo>
                    <a:cubicBezTo>
                      <a:pt x="58" y="152"/>
                      <a:pt x="79" y="152"/>
                      <a:pt x="99" y="152"/>
                    </a:cubicBezTo>
                    <a:cubicBezTo>
                      <a:pt x="104" y="152"/>
                      <a:pt x="105" y="154"/>
                      <a:pt x="105" y="158"/>
                    </a:cubicBezTo>
                    <a:cubicBezTo>
                      <a:pt x="105" y="165"/>
                      <a:pt x="105" y="173"/>
                      <a:pt x="105" y="180"/>
                    </a:cubicBezTo>
                    <a:cubicBezTo>
                      <a:pt x="105" y="190"/>
                      <a:pt x="113" y="197"/>
                      <a:pt x="123" y="197"/>
                    </a:cubicBezTo>
                    <a:cubicBezTo>
                      <a:pt x="154" y="197"/>
                      <a:pt x="184" y="197"/>
                      <a:pt x="215" y="197"/>
                    </a:cubicBezTo>
                    <a:cubicBezTo>
                      <a:pt x="215" y="197"/>
                      <a:pt x="291" y="197"/>
                      <a:pt x="329" y="197"/>
                    </a:cubicBezTo>
                    <a:cubicBezTo>
                      <a:pt x="339" y="197"/>
                      <a:pt x="347" y="191"/>
                      <a:pt x="347" y="180"/>
                    </a:cubicBezTo>
                    <a:cubicBezTo>
                      <a:pt x="347" y="173"/>
                      <a:pt x="347" y="165"/>
                      <a:pt x="347" y="158"/>
                    </a:cubicBezTo>
                    <a:cubicBezTo>
                      <a:pt x="347" y="154"/>
                      <a:pt x="348" y="152"/>
                      <a:pt x="352" y="152"/>
                    </a:cubicBezTo>
                    <a:cubicBezTo>
                      <a:pt x="362" y="152"/>
                      <a:pt x="382" y="152"/>
                      <a:pt x="382" y="152"/>
                    </a:cubicBezTo>
                    <a:cubicBezTo>
                      <a:pt x="393" y="152"/>
                      <a:pt x="404" y="152"/>
                      <a:pt x="416" y="152"/>
                    </a:cubicBezTo>
                    <a:cubicBezTo>
                      <a:pt x="419" y="152"/>
                      <a:pt x="420" y="153"/>
                      <a:pt x="420" y="157"/>
                    </a:cubicBezTo>
                    <a:cubicBezTo>
                      <a:pt x="420" y="168"/>
                      <a:pt x="420" y="179"/>
                      <a:pt x="420" y="190"/>
                    </a:cubicBezTo>
                    <a:cubicBezTo>
                      <a:pt x="420" y="235"/>
                      <a:pt x="420" y="281"/>
                      <a:pt x="420" y="327"/>
                    </a:cubicBezTo>
                    <a:cubicBezTo>
                      <a:pt x="420" y="329"/>
                      <a:pt x="420" y="331"/>
                      <a:pt x="420" y="334"/>
                    </a:cubicBezTo>
                    <a:cubicBezTo>
                      <a:pt x="414" y="332"/>
                      <a:pt x="409" y="331"/>
                      <a:pt x="404" y="329"/>
                    </a:cubicBezTo>
                    <a:cubicBezTo>
                      <a:pt x="378" y="321"/>
                      <a:pt x="351" y="321"/>
                      <a:pt x="324" y="324"/>
                    </a:cubicBezTo>
                    <a:cubicBezTo>
                      <a:pt x="308" y="327"/>
                      <a:pt x="292" y="332"/>
                      <a:pt x="276" y="339"/>
                    </a:cubicBezTo>
                    <a:cubicBezTo>
                      <a:pt x="275" y="339"/>
                      <a:pt x="261" y="346"/>
                      <a:pt x="261" y="346"/>
                    </a:cubicBezTo>
                    <a:cubicBezTo>
                      <a:pt x="220" y="371"/>
                      <a:pt x="190" y="406"/>
                      <a:pt x="175" y="452"/>
                    </a:cubicBezTo>
                    <a:cubicBezTo>
                      <a:pt x="160" y="498"/>
                      <a:pt x="164" y="544"/>
                      <a:pt x="183" y="588"/>
                    </a:cubicBezTo>
                    <a:close/>
                    <a:moveTo>
                      <a:pt x="507" y="536"/>
                    </a:moveTo>
                    <a:cubicBezTo>
                      <a:pt x="501" y="572"/>
                      <a:pt x="484" y="603"/>
                      <a:pt x="456" y="627"/>
                    </a:cubicBezTo>
                    <a:cubicBezTo>
                      <a:pt x="437" y="644"/>
                      <a:pt x="415" y="655"/>
                      <a:pt x="391" y="661"/>
                    </a:cubicBezTo>
                    <a:cubicBezTo>
                      <a:pt x="376" y="665"/>
                      <a:pt x="361" y="666"/>
                      <a:pt x="346" y="666"/>
                    </a:cubicBezTo>
                    <a:cubicBezTo>
                      <a:pt x="324" y="665"/>
                      <a:pt x="302" y="659"/>
                      <a:pt x="282" y="648"/>
                    </a:cubicBezTo>
                    <a:cubicBezTo>
                      <a:pt x="280" y="647"/>
                      <a:pt x="270" y="641"/>
                      <a:pt x="268" y="640"/>
                    </a:cubicBezTo>
                    <a:cubicBezTo>
                      <a:pt x="242" y="623"/>
                      <a:pt x="224" y="600"/>
                      <a:pt x="211" y="572"/>
                    </a:cubicBezTo>
                    <a:cubicBezTo>
                      <a:pt x="198" y="544"/>
                      <a:pt x="195" y="514"/>
                      <a:pt x="200" y="484"/>
                    </a:cubicBezTo>
                    <a:cubicBezTo>
                      <a:pt x="209" y="435"/>
                      <a:pt x="235" y="398"/>
                      <a:pt x="278" y="374"/>
                    </a:cubicBezTo>
                    <a:cubicBezTo>
                      <a:pt x="304" y="359"/>
                      <a:pt x="331" y="352"/>
                      <a:pt x="360" y="354"/>
                    </a:cubicBezTo>
                    <a:cubicBezTo>
                      <a:pt x="411" y="357"/>
                      <a:pt x="452" y="379"/>
                      <a:pt x="481" y="421"/>
                    </a:cubicBezTo>
                    <a:cubicBezTo>
                      <a:pt x="493" y="437"/>
                      <a:pt x="501" y="455"/>
                      <a:pt x="506" y="475"/>
                    </a:cubicBezTo>
                    <a:cubicBezTo>
                      <a:pt x="510" y="495"/>
                      <a:pt x="511" y="515"/>
                      <a:pt x="507" y="536"/>
                    </a:cubicBezTo>
                    <a:close/>
                  </a:path>
                </a:pathLst>
              </a:custGeom>
              <a:grpFill/>
              <a:ln>
                <a:solidFill>
                  <a:schemeClr val="tx2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5FD339-6624-469D-9E75-56140C89AEE5}"/>
                </a:ext>
              </a:extLst>
            </p:cNvPr>
            <p:cNvCxnSpPr/>
            <p:nvPr/>
          </p:nvCxnSpPr>
          <p:spPr>
            <a:xfrm>
              <a:off x="2489200" y="2743200"/>
              <a:ext cx="1859280" cy="0"/>
            </a:xfrm>
            <a:prstGeom prst="line">
              <a:avLst/>
            </a:prstGeom>
            <a:grpFill/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612B0EC-E1FC-452C-8A5D-8A96934ACE96}"/>
                </a:ext>
              </a:extLst>
            </p:cNvPr>
            <p:cNvCxnSpPr/>
            <p:nvPr/>
          </p:nvCxnSpPr>
          <p:spPr>
            <a:xfrm>
              <a:off x="2489200" y="3063240"/>
              <a:ext cx="1859280" cy="0"/>
            </a:xfrm>
            <a:prstGeom prst="line">
              <a:avLst/>
            </a:prstGeom>
            <a:grpFill/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1043069-413C-49D4-8B80-40AF0EAE5EE9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3383280"/>
              <a:ext cx="853440" cy="0"/>
            </a:xfrm>
            <a:prstGeom prst="line">
              <a:avLst/>
            </a:prstGeom>
            <a:grpFill/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97EB301-14C4-4DFE-B42B-473BC0BCD6F9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3693160"/>
              <a:ext cx="635000" cy="0"/>
            </a:xfrm>
            <a:prstGeom prst="line">
              <a:avLst/>
            </a:prstGeom>
            <a:grpFill/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C917EB-9D8B-4B59-A3AC-3DB6C8C02DE6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013200"/>
              <a:ext cx="477520" cy="0"/>
            </a:xfrm>
            <a:prstGeom prst="line">
              <a:avLst/>
            </a:prstGeom>
            <a:grpFill/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521A0EA-AC72-4870-82E3-4972FC968A8C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333240"/>
              <a:ext cx="426720" cy="0"/>
            </a:xfrm>
            <a:prstGeom prst="line">
              <a:avLst/>
            </a:prstGeom>
            <a:grpFill/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8334326-78D0-4D4C-A570-C3A654DA6E92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638040"/>
              <a:ext cx="426720" cy="0"/>
            </a:xfrm>
            <a:prstGeom prst="line">
              <a:avLst/>
            </a:prstGeom>
            <a:grpFill/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xtBox 4">
            <a:extLst>
              <a:ext uri="{FF2B5EF4-FFF2-40B4-BE49-F238E27FC236}">
                <a16:creationId xmlns:a16="http://schemas.microsoft.com/office/drawing/2014/main" id="{63DADC66-1C93-4176-9DED-06C31B2512F9}"/>
              </a:ext>
            </a:extLst>
          </p:cNvPr>
          <p:cNvSpPr txBox="1"/>
          <p:nvPr/>
        </p:nvSpPr>
        <p:spPr>
          <a:xfrm>
            <a:off x="4686237" y="2828835"/>
            <a:ext cx="6755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sz="7200" b="1" dirty="0">
                <a:solidFill>
                  <a:srgbClr val="00B050"/>
                </a:solidFill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METHO</a:t>
            </a:r>
            <a:r>
              <a:rPr lang="en-US" sz="7200" b="1" dirty="0"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DOLOGIE</a:t>
            </a:r>
            <a:endParaRPr kumimoji="0" lang="ru-RU" sz="6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55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441361" y="878146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10</a:t>
            </a:r>
          </a:p>
        </p:txBody>
      </p:sp>
      <p:grpSp>
        <p:nvGrpSpPr>
          <p:cNvPr id="185" name="Groupe 184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186" name="Groupe 185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221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22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23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7" name="Groupe 186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215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16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217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8" name="Groupe 187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209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10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211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213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2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204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05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206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0" name="Groupe 189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98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9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200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1" name="Groupe 190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92" name="Groupe 191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94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95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96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7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93" name="Image 19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72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11367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41308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CE75301D-8D72-4138-8F5D-E9E34FB49D51}"/>
              </a:ext>
            </a:extLst>
          </p:cNvPr>
          <p:cNvSpPr/>
          <p:nvPr/>
        </p:nvSpPr>
        <p:spPr>
          <a:xfrm>
            <a:off x="7235634" y="5654584"/>
            <a:ext cx="2812297" cy="179680"/>
          </a:xfrm>
          <a:prstGeom prst="ellipse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423196" y="794862"/>
            <a:ext cx="53607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CHOIX DU </a:t>
            </a:r>
            <a:r>
              <a:rPr lang="en-US" sz="4000" b="1" dirty="0">
                <a:solidFill>
                  <a:srgbClr val="00B05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LANGAGE DE</a:t>
            </a:r>
            <a:r>
              <a:rPr lang="en-US" sz="4000" b="1" dirty="0">
                <a:solidFill>
                  <a:srgbClr val="FFC00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40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MODELISATION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B6B5D-84A6-4EA6-9AB4-A42F13EA240B}"/>
              </a:ext>
            </a:extLst>
          </p:cNvPr>
          <p:cNvSpPr txBox="1"/>
          <p:nvPr/>
        </p:nvSpPr>
        <p:spPr>
          <a:xfrm>
            <a:off x="506329" y="2406002"/>
            <a:ext cx="5360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Booch, Merise, OOSE, SADT, SART, MACAO,… </a:t>
            </a:r>
          </a:p>
          <a:p>
            <a:pPr lvl="0">
              <a:defRPr/>
            </a:pPr>
            <a:r>
              <a:rPr lang="fr-FR" sz="2000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et </a:t>
            </a:r>
            <a:r>
              <a:rPr lang="fr-FR" sz="20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le langage UML (2,5,1)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922301" y="1388239"/>
            <a:ext cx="5393733" cy="4308307"/>
            <a:chOff x="2244725" y="2692929"/>
            <a:chExt cx="3076575" cy="2457450"/>
          </a:xfrm>
        </p:grpSpPr>
        <p:sp>
          <p:nvSpPr>
            <p:cNvPr id="23" name="Freeform 14"/>
            <p:cNvSpPr>
              <a:spLocks/>
            </p:cNvSpPr>
            <p:nvPr/>
          </p:nvSpPr>
          <p:spPr bwMode="auto">
            <a:xfrm>
              <a:off x="2244725" y="4442354"/>
              <a:ext cx="3076575" cy="369888"/>
            </a:xfrm>
            <a:custGeom>
              <a:avLst/>
              <a:gdLst>
                <a:gd name="T0" fmla="*/ 373 w 966"/>
                <a:gd name="T1" fmla="*/ 116 h 116"/>
                <a:gd name="T2" fmla="*/ 145 w 966"/>
                <a:gd name="T3" fmla="*/ 116 h 116"/>
                <a:gd name="T4" fmla="*/ 36 w 966"/>
                <a:gd name="T5" fmla="*/ 116 h 116"/>
                <a:gd name="T6" fmla="*/ 2 w 966"/>
                <a:gd name="T7" fmla="*/ 89 h 116"/>
                <a:gd name="T8" fmla="*/ 0 w 966"/>
                <a:gd name="T9" fmla="*/ 75 h 116"/>
                <a:gd name="T10" fmla="*/ 0 w 966"/>
                <a:gd name="T11" fmla="*/ 0 h 116"/>
                <a:gd name="T12" fmla="*/ 943 w 966"/>
                <a:gd name="T13" fmla="*/ 0 h 116"/>
                <a:gd name="T14" fmla="*/ 966 w 966"/>
                <a:gd name="T15" fmla="*/ 0 h 116"/>
                <a:gd name="T16" fmla="*/ 966 w 966"/>
                <a:gd name="T17" fmla="*/ 79 h 116"/>
                <a:gd name="T18" fmla="*/ 928 w 966"/>
                <a:gd name="T19" fmla="*/ 116 h 116"/>
                <a:gd name="T20" fmla="*/ 600 w 966"/>
                <a:gd name="T21" fmla="*/ 116 h 116"/>
                <a:gd name="T22" fmla="*/ 592 w 966"/>
                <a:gd name="T23" fmla="*/ 116 h 116"/>
                <a:gd name="T24" fmla="*/ 585 w 966"/>
                <a:gd name="T25" fmla="*/ 116 h 116"/>
                <a:gd name="T26" fmla="*/ 383 w 966"/>
                <a:gd name="T27" fmla="*/ 116 h 116"/>
                <a:gd name="T28" fmla="*/ 373 w 966"/>
                <a:gd name="T2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6" h="116">
                  <a:moveTo>
                    <a:pt x="373" y="116"/>
                  </a:moveTo>
                  <a:cubicBezTo>
                    <a:pt x="297" y="116"/>
                    <a:pt x="221" y="116"/>
                    <a:pt x="145" y="116"/>
                  </a:cubicBezTo>
                  <a:cubicBezTo>
                    <a:pt x="109" y="116"/>
                    <a:pt x="72" y="116"/>
                    <a:pt x="36" y="116"/>
                  </a:cubicBezTo>
                  <a:cubicBezTo>
                    <a:pt x="21" y="116"/>
                    <a:pt x="5" y="104"/>
                    <a:pt x="2" y="89"/>
                  </a:cubicBezTo>
                  <a:cubicBezTo>
                    <a:pt x="0" y="84"/>
                    <a:pt x="0" y="80"/>
                    <a:pt x="0" y="75"/>
                  </a:cubicBezTo>
                  <a:cubicBezTo>
                    <a:pt x="0" y="52"/>
                    <a:pt x="0" y="0"/>
                    <a:pt x="0" y="0"/>
                  </a:cubicBezTo>
                  <a:cubicBezTo>
                    <a:pt x="0" y="0"/>
                    <a:pt x="631" y="0"/>
                    <a:pt x="943" y="0"/>
                  </a:cubicBezTo>
                  <a:cubicBezTo>
                    <a:pt x="950" y="0"/>
                    <a:pt x="959" y="0"/>
                    <a:pt x="966" y="0"/>
                  </a:cubicBezTo>
                  <a:cubicBezTo>
                    <a:pt x="966" y="0"/>
                    <a:pt x="966" y="56"/>
                    <a:pt x="966" y="79"/>
                  </a:cubicBezTo>
                  <a:cubicBezTo>
                    <a:pt x="966" y="100"/>
                    <a:pt x="949" y="116"/>
                    <a:pt x="928" y="116"/>
                  </a:cubicBezTo>
                  <a:cubicBezTo>
                    <a:pt x="819" y="116"/>
                    <a:pt x="709" y="116"/>
                    <a:pt x="600" y="116"/>
                  </a:cubicBezTo>
                  <a:cubicBezTo>
                    <a:pt x="598" y="116"/>
                    <a:pt x="595" y="116"/>
                    <a:pt x="592" y="116"/>
                  </a:cubicBezTo>
                  <a:cubicBezTo>
                    <a:pt x="590" y="116"/>
                    <a:pt x="587" y="116"/>
                    <a:pt x="585" y="116"/>
                  </a:cubicBezTo>
                  <a:cubicBezTo>
                    <a:pt x="517" y="116"/>
                    <a:pt x="450" y="116"/>
                    <a:pt x="383" y="116"/>
                  </a:cubicBezTo>
                  <a:lnTo>
                    <a:pt x="373" y="116"/>
                  </a:lnTo>
                  <a:close/>
                </a:path>
              </a:pathLst>
            </a:custGeom>
            <a:solidFill>
              <a:srgbClr val="F5F6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2244725" y="2692929"/>
              <a:ext cx="3076575" cy="1749425"/>
            </a:xfrm>
            <a:custGeom>
              <a:avLst/>
              <a:gdLst>
                <a:gd name="T0" fmla="*/ 966 w 966"/>
                <a:gd name="T1" fmla="*/ 549 h 549"/>
                <a:gd name="T2" fmla="*/ 943 w 966"/>
                <a:gd name="T3" fmla="*/ 549 h 549"/>
                <a:gd name="T4" fmla="*/ 0 w 966"/>
                <a:gd name="T5" fmla="*/ 549 h 549"/>
                <a:gd name="T6" fmla="*/ 0 w 966"/>
                <a:gd name="T7" fmla="*/ 108 h 549"/>
                <a:gd name="T8" fmla="*/ 1 w 966"/>
                <a:gd name="T9" fmla="*/ 39 h 549"/>
                <a:gd name="T10" fmla="*/ 14 w 966"/>
                <a:gd name="T11" fmla="*/ 9 h 549"/>
                <a:gd name="T12" fmla="*/ 39 w 966"/>
                <a:gd name="T13" fmla="*/ 1 h 549"/>
                <a:gd name="T14" fmla="*/ 806 w 966"/>
                <a:gd name="T15" fmla="*/ 1 h 549"/>
                <a:gd name="T16" fmla="*/ 926 w 966"/>
                <a:gd name="T17" fmla="*/ 1 h 549"/>
                <a:gd name="T18" fmla="*/ 966 w 966"/>
                <a:gd name="T19" fmla="*/ 41 h 549"/>
                <a:gd name="T20" fmla="*/ 966 w 966"/>
                <a:gd name="T21" fmla="*/ 549 h 549"/>
                <a:gd name="T22" fmla="*/ 483 w 966"/>
                <a:gd name="T23" fmla="*/ 511 h 549"/>
                <a:gd name="T24" fmla="*/ 923 w 966"/>
                <a:gd name="T25" fmla="*/ 511 h 549"/>
                <a:gd name="T26" fmla="*/ 928 w 966"/>
                <a:gd name="T27" fmla="*/ 506 h 549"/>
                <a:gd name="T28" fmla="*/ 928 w 966"/>
                <a:gd name="T29" fmla="*/ 45 h 549"/>
                <a:gd name="T30" fmla="*/ 922 w 966"/>
                <a:gd name="T31" fmla="*/ 38 h 549"/>
                <a:gd name="T32" fmla="*/ 44 w 966"/>
                <a:gd name="T33" fmla="*/ 38 h 549"/>
                <a:gd name="T34" fmla="*/ 38 w 966"/>
                <a:gd name="T35" fmla="*/ 45 h 549"/>
                <a:gd name="T36" fmla="*/ 38 w 966"/>
                <a:gd name="T37" fmla="*/ 505 h 549"/>
                <a:gd name="T38" fmla="*/ 44 w 966"/>
                <a:gd name="T39" fmla="*/ 511 h 549"/>
                <a:gd name="T40" fmla="*/ 483 w 966"/>
                <a:gd name="T41" fmla="*/ 511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6" h="549">
                  <a:moveTo>
                    <a:pt x="966" y="549"/>
                  </a:moveTo>
                  <a:cubicBezTo>
                    <a:pt x="959" y="549"/>
                    <a:pt x="950" y="549"/>
                    <a:pt x="943" y="549"/>
                  </a:cubicBezTo>
                  <a:cubicBezTo>
                    <a:pt x="631" y="549"/>
                    <a:pt x="0" y="549"/>
                    <a:pt x="0" y="549"/>
                  </a:cubicBezTo>
                  <a:cubicBezTo>
                    <a:pt x="0" y="549"/>
                    <a:pt x="0" y="254"/>
                    <a:pt x="0" y="108"/>
                  </a:cubicBezTo>
                  <a:cubicBezTo>
                    <a:pt x="0" y="85"/>
                    <a:pt x="1" y="62"/>
                    <a:pt x="1" y="39"/>
                  </a:cubicBezTo>
                  <a:cubicBezTo>
                    <a:pt x="2" y="27"/>
                    <a:pt x="4" y="17"/>
                    <a:pt x="14" y="9"/>
                  </a:cubicBezTo>
                  <a:cubicBezTo>
                    <a:pt x="21" y="3"/>
                    <a:pt x="30" y="1"/>
                    <a:pt x="39" y="1"/>
                  </a:cubicBezTo>
                  <a:cubicBezTo>
                    <a:pt x="295" y="1"/>
                    <a:pt x="550" y="1"/>
                    <a:pt x="806" y="1"/>
                  </a:cubicBezTo>
                  <a:cubicBezTo>
                    <a:pt x="846" y="1"/>
                    <a:pt x="886" y="2"/>
                    <a:pt x="926" y="1"/>
                  </a:cubicBezTo>
                  <a:cubicBezTo>
                    <a:pt x="949" y="0"/>
                    <a:pt x="966" y="19"/>
                    <a:pt x="966" y="41"/>
                  </a:cubicBezTo>
                  <a:cubicBezTo>
                    <a:pt x="966" y="209"/>
                    <a:pt x="966" y="549"/>
                    <a:pt x="966" y="549"/>
                  </a:cubicBezTo>
                  <a:close/>
                  <a:moveTo>
                    <a:pt x="483" y="511"/>
                  </a:moveTo>
                  <a:cubicBezTo>
                    <a:pt x="630" y="511"/>
                    <a:pt x="776" y="511"/>
                    <a:pt x="923" y="511"/>
                  </a:cubicBezTo>
                  <a:cubicBezTo>
                    <a:pt x="926" y="511"/>
                    <a:pt x="928" y="511"/>
                    <a:pt x="928" y="506"/>
                  </a:cubicBezTo>
                  <a:cubicBezTo>
                    <a:pt x="928" y="352"/>
                    <a:pt x="928" y="199"/>
                    <a:pt x="928" y="45"/>
                  </a:cubicBezTo>
                  <a:cubicBezTo>
                    <a:pt x="928" y="37"/>
                    <a:pt x="929" y="38"/>
                    <a:pt x="922" y="38"/>
                  </a:cubicBezTo>
                  <a:cubicBezTo>
                    <a:pt x="629" y="38"/>
                    <a:pt x="337" y="38"/>
                    <a:pt x="44" y="38"/>
                  </a:cubicBezTo>
                  <a:cubicBezTo>
                    <a:pt x="37" y="38"/>
                    <a:pt x="38" y="37"/>
                    <a:pt x="38" y="45"/>
                  </a:cubicBezTo>
                  <a:cubicBezTo>
                    <a:pt x="38" y="198"/>
                    <a:pt x="38" y="351"/>
                    <a:pt x="38" y="505"/>
                  </a:cubicBezTo>
                  <a:cubicBezTo>
                    <a:pt x="38" y="511"/>
                    <a:pt x="38" y="511"/>
                    <a:pt x="44" y="511"/>
                  </a:cubicBezTo>
                  <a:cubicBezTo>
                    <a:pt x="190" y="511"/>
                    <a:pt x="337" y="511"/>
                    <a:pt x="483" y="5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6"/>
            <p:cNvSpPr>
              <a:spLocks/>
            </p:cNvSpPr>
            <p:nvPr/>
          </p:nvSpPr>
          <p:spPr bwMode="auto">
            <a:xfrm>
              <a:off x="3251200" y="4894792"/>
              <a:ext cx="1060450" cy="249238"/>
            </a:xfrm>
            <a:custGeom>
              <a:avLst/>
              <a:gdLst>
                <a:gd name="T0" fmla="*/ 278 w 333"/>
                <a:gd name="T1" fmla="*/ 0 h 78"/>
                <a:gd name="T2" fmla="*/ 282 w 333"/>
                <a:gd name="T3" fmla="*/ 34 h 78"/>
                <a:gd name="T4" fmla="*/ 288 w 333"/>
                <a:gd name="T5" fmla="*/ 60 h 78"/>
                <a:gd name="T6" fmla="*/ 298 w 333"/>
                <a:gd name="T7" fmla="*/ 67 h 78"/>
                <a:gd name="T8" fmla="*/ 329 w 333"/>
                <a:gd name="T9" fmla="*/ 74 h 78"/>
                <a:gd name="T10" fmla="*/ 333 w 333"/>
                <a:gd name="T11" fmla="*/ 76 h 78"/>
                <a:gd name="T12" fmla="*/ 329 w 333"/>
                <a:gd name="T13" fmla="*/ 77 h 78"/>
                <a:gd name="T14" fmla="*/ 221 w 333"/>
                <a:gd name="T15" fmla="*/ 77 h 78"/>
                <a:gd name="T16" fmla="*/ 6 w 333"/>
                <a:gd name="T17" fmla="*/ 77 h 78"/>
                <a:gd name="T18" fmla="*/ 0 w 333"/>
                <a:gd name="T19" fmla="*/ 76 h 78"/>
                <a:gd name="T20" fmla="*/ 5 w 333"/>
                <a:gd name="T21" fmla="*/ 74 h 78"/>
                <a:gd name="T22" fmla="*/ 35 w 333"/>
                <a:gd name="T23" fmla="*/ 67 h 78"/>
                <a:gd name="T24" fmla="*/ 49 w 333"/>
                <a:gd name="T25" fmla="*/ 50 h 78"/>
                <a:gd name="T26" fmla="*/ 56 w 333"/>
                <a:gd name="T27" fmla="*/ 0 h 78"/>
                <a:gd name="T28" fmla="*/ 66 w 333"/>
                <a:gd name="T29" fmla="*/ 0 h 78"/>
                <a:gd name="T30" fmla="*/ 278 w 333"/>
                <a:gd name="T3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3" h="78">
                  <a:moveTo>
                    <a:pt x="278" y="0"/>
                  </a:moveTo>
                  <a:cubicBezTo>
                    <a:pt x="280" y="12"/>
                    <a:pt x="280" y="23"/>
                    <a:pt x="282" y="34"/>
                  </a:cubicBezTo>
                  <a:cubicBezTo>
                    <a:pt x="283" y="43"/>
                    <a:pt x="285" y="51"/>
                    <a:pt x="288" y="60"/>
                  </a:cubicBezTo>
                  <a:cubicBezTo>
                    <a:pt x="290" y="64"/>
                    <a:pt x="293" y="67"/>
                    <a:pt x="298" y="67"/>
                  </a:cubicBezTo>
                  <a:cubicBezTo>
                    <a:pt x="309" y="68"/>
                    <a:pt x="319" y="72"/>
                    <a:pt x="329" y="74"/>
                  </a:cubicBezTo>
                  <a:cubicBezTo>
                    <a:pt x="331" y="74"/>
                    <a:pt x="333" y="74"/>
                    <a:pt x="333" y="76"/>
                  </a:cubicBezTo>
                  <a:cubicBezTo>
                    <a:pt x="333" y="78"/>
                    <a:pt x="330" y="77"/>
                    <a:pt x="329" y="77"/>
                  </a:cubicBezTo>
                  <a:cubicBezTo>
                    <a:pt x="293" y="77"/>
                    <a:pt x="257" y="77"/>
                    <a:pt x="221" y="77"/>
                  </a:cubicBezTo>
                  <a:cubicBezTo>
                    <a:pt x="149" y="77"/>
                    <a:pt x="78" y="77"/>
                    <a:pt x="6" y="77"/>
                  </a:cubicBezTo>
                  <a:cubicBezTo>
                    <a:pt x="4" y="77"/>
                    <a:pt x="2" y="78"/>
                    <a:pt x="0" y="76"/>
                  </a:cubicBezTo>
                  <a:cubicBezTo>
                    <a:pt x="1" y="74"/>
                    <a:pt x="3" y="74"/>
                    <a:pt x="5" y="74"/>
                  </a:cubicBezTo>
                  <a:cubicBezTo>
                    <a:pt x="15" y="72"/>
                    <a:pt x="25" y="69"/>
                    <a:pt x="35" y="67"/>
                  </a:cubicBezTo>
                  <a:cubicBezTo>
                    <a:pt x="44" y="66"/>
                    <a:pt x="46" y="61"/>
                    <a:pt x="49" y="50"/>
                  </a:cubicBezTo>
                  <a:cubicBezTo>
                    <a:pt x="52" y="35"/>
                    <a:pt x="56" y="0"/>
                    <a:pt x="5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207" y="0"/>
                    <a:pt x="278" y="0"/>
                  </a:cubicBezTo>
                  <a:close/>
                </a:path>
              </a:pathLst>
            </a:custGeom>
            <a:solidFill>
              <a:srgbClr val="F5F6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17"/>
            <p:cNvSpPr>
              <a:spLocks/>
            </p:cNvSpPr>
            <p:nvPr/>
          </p:nvSpPr>
          <p:spPr bwMode="auto">
            <a:xfrm>
              <a:off x="3429000" y="4812242"/>
              <a:ext cx="708025" cy="82550"/>
            </a:xfrm>
            <a:custGeom>
              <a:avLst/>
              <a:gdLst>
                <a:gd name="T0" fmla="*/ 222 w 222"/>
                <a:gd name="T1" fmla="*/ 26 h 26"/>
                <a:gd name="T2" fmla="*/ 10 w 222"/>
                <a:gd name="T3" fmla="*/ 26 h 26"/>
                <a:gd name="T4" fmla="*/ 0 w 222"/>
                <a:gd name="T5" fmla="*/ 26 h 26"/>
                <a:gd name="T6" fmla="*/ 1 w 222"/>
                <a:gd name="T7" fmla="*/ 0 h 26"/>
                <a:gd name="T8" fmla="*/ 11 w 222"/>
                <a:gd name="T9" fmla="*/ 0 h 26"/>
                <a:gd name="T10" fmla="*/ 213 w 222"/>
                <a:gd name="T11" fmla="*/ 0 h 26"/>
                <a:gd name="T12" fmla="*/ 220 w 222"/>
                <a:gd name="T13" fmla="*/ 0 h 26"/>
                <a:gd name="T14" fmla="*/ 222 w 222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2" h="26">
                  <a:moveTo>
                    <a:pt x="222" y="26"/>
                  </a:moveTo>
                  <a:cubicBezTo>
                    <a:pt x="151" y="26"/>
                    <a:pt x="10" y="26"/>
                    <a:pt x="1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7"/>
                    <a:pt x="1" y="9"/>
                    <a:pt x="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45" y="0"/>
                    <a:pt x="213" y="0"/>
                  </a:cubicBezTo>
                  <a:cubicBezTo>
                    <a:pt x="215" y="0"/>
                    <a:pt x="218" y="0"/>
                    <a:pt x="220" y="0"/>
                  </a:cubicBezTo>
                  <a:lnTo>
                    <a:pt x="222" y="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8"/>
            <p:cNvSpPr>
              <a:spLocks/>
            </p:cNvSpPr>
            <p:nvPr/>
          </p:nvSpPr>
          <p:spPr bwMode="auto">
            <a:xfrm>
              <a:off x="3251200" y="5134504"/>
              <a:ext cx="1060450" cy="15875"/>
            </a:xfrm>
            <a:custGeom>
              <a:avLst/>
              <a:gdLst>
                <a:gd name="T0" fmla="*/ 167 w 333"/>
                <a:gd name="T1" fmla="*/ 2 h 5"/>
                <a:gd name="T2" fmla="*/ 331 w 333"/>
                <a:gd name="T3" fmla="*/ 2 h 5"/>
                <a:gd name="T4" fmla="*/ 333 w 333"/>
                <a:gd name="T5" fmla="*/ 3 h 5"/>
                <a:gd name="T6" fmla="*/ 331 w 333"/>
                <a:gd name="T7" fmla="*/ 5 h 5"/>
                <a:gd name="T8" fmla="*/ 324 w 333"/>
                <a:gd name="T9" fmla="*/ 5 h 5"/>
                <a:gd name="T10" fmla="*/ 6 w 333"/>
                <a:gd name="T11" fmla="*/ 5 h 5"/>
                <a:gd name="T12" fmla="*/ 0 w 333"/>
                <a:gd name="T13" fmla="*/ 3 h 5"/>
                <a:gd name="T14" fmla="*/ 6 w 333"/>
                <a:gd name="T15" fmla="*/ 2 h 5"/>
                <a:gd name="T16" fmla="*/ 167 w 333"/>
                <a:gd name="T17" fmla="*/ 2 h 5"/>
                <a:gd name="T18" fmla="*/ 167 w 333"/>
                <a:gd name="T1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3" h="5">
                  <a:moveTo>
                    <a:pt x="167" y="2"/>
                  </a:moveTo>
                  <a:cubicBezTo>
                    <a:pt x="222" y="2"/>
                    <a:pt x="276" y="2"/>
                    <a:pt x="331" y="2"/>
                  </a:cubicBezTo>
                  <a:cubicBezTo>
                    <a:pt x="332" y="2"/>
                    <a:pt x="333" y="1"/>
                    <a:pt x="333" y="3"/>
                  </a:cubicBezTo>
                  <a:cubicBezTo>
                    <a:pt x="333" y="4"/>
                    <a:pt x="332" y="5"/>
                    <a:pt x="331" y="5"/>
                  </a:cubicBezTo>
                  <a:cubicBezTo>
                    <a:pt x="328" y="5"/>
                    <a:pt x="326" y="5"/>
                    <a:pt x="324" y="5"/>
                  </a:cubicBezTo>
                  <a:cubicBezTo>
                    <a:pt x="218" y="5"/>
                    <a:pt x="112" y="5"/>
                    <a:pt x="6" y="5"/>
                  </a:cubicBezTo>
                  <a:cubicBezTo>
                    <a:pt x="4" y="5"/>
                    <a:pt x="0" y="5"/>
                    <a:pt x="0" y="3"/>
                  </a:cubicBezTo>
                  <a:cubicBezTo>
                    <a:pt x="0" y="0"/>
                    <a:pt x="4" y="2"/>
                    <a:pt x="6" y="2"/>
                  </a:cubicBezTo>
                  <a:cubicBezTo>
                    <a:pt x="60" y="2"/>
                    <a:pt x="114" y="2"/>
                    <a:pt x="167" y="2"/>
                  </a:cubicBezTo>
                  <a:cubicBezTo>
                    <a:pt x="167" y="2"/>
                    <a:pt x="167" y="2"/>
                    <a:pt x="167" y="2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467891" y="3650204"/>
            <a:ext cx="3271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b="1" dirty="0">
                <a:solidFill>
                  <a:srgbClr val="FFFFFF"/>
                </a:solidFill>
                <a:latin typeface="Tw Cen MT" panose="020B0602020104020603" pitchFamily="34" charset="0"/>
              </a:rPr>
              <a:t>Langage de modélisation orienté objet.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467891" y="4455264"/>
            <a:ext cx="3271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b="1" dirty="0">
                <a:solidFill>
                  <a:srgbClr val="FFFFFF"/>
                </a:solidFill>
                <a:latin typeface="Tw Cen MT" panose="020B0602020104020603" pitchFamily="34" charset="0"/>
              </a:rPr>
              <a:t>Langage formel et normalisé.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467891" y="5264445"/>
            <a:ext cx="3271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b="1" dirty="0">
                <a:solidFill>
                  <a:srgbClr val="FFFFFF"/>
                </a:solidFill>
                <a:latin typeface="Tw Cen MT" panose="020B0602020104020603" pitchFamily="34" charset="0"/>
              </a:rPr>
              <a:t>Support de communication performant.</a:t>
            </a:r>
          </a:p>
        </p:txBody>
      </p:sp>
      <p:sp>
        <p:nvSpPr>
          <p:cNvPr id="16" name="Oval 15"/>
          <p:cNvSpPr/>
          <p:nvPr/>
        </p:nvSpPr>
        <p:spPr>
          <a:xfrm>
            <a:off x="792645" y="3749613"/>
            <a:ext cx="506366" cy="506366"/>
          </a:xfrm>
          <a:prstGeom prst="ellipse">
            <a:avLst/>
          </a:prstGeom>
          <a:solidFill>
            <a:srgbClr val="B81A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 pitchFamily="34" charset="0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792645" y="4556024"/>
            <a:ext cx="506366" cy="506366"/>
          </a:xfrm>
          <a:prstGeom prst="ellipse">
            <a:avLst/>
          </a:prstGeom>
          <a:solidFill>
            <a:srgbClr val="FFC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792645" y="5363485"/>
            <a:ext cx="506366" cy="506366"/>
          </a:xfrm>
          <a:prstGeom prst="ellipse">
            <a:avLst/>
          </a:prstGeom>
          <a:solidFill>
            <a:srgbClr val="5403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 pitchFamily="34" charset="0"/>
              </a:rPr>
              <a:t>3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E5CDCF-D13F-4542-988C-475473C89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711" y="1671336"/>
            <a:ext cx="4320846" cy="2500350"/>
          </a:xfrm>
          <a:prstGeom prst="rect">
            <a:avLst/>
          </a:prstGeom>
        </p:spPr>
      </p:pic>
      <p:sp>
        <p:nvSpPr>
          <p:cNvPr id="78" name="TextBox 12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467891" y="3648484"/>
            <a:ext cx="3271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b="1" dirty="0">
                <a:latin typeface="Tw Cen MT" panose="020B0602020104020603" pitchFamily="34" charset="0"/>
              </a:rPr>
              <a:t>Langage de modélisation orienté objet.</a:t>
            </a:r>
          </a:p>
        </p:txBody>
      </p:sp>
      <p:sp>
        <p:nvSpPr>
          <p:cNvPr id="79" name="TextBox 13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467891" y="4453544"/>
            <a:ext cx="3271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b="1" dirty="0">
                <a:latin typeface="Tw Cen MT" panose="020B0602020104020603" pitchFamily="34" charset="0"/>
              </a:rPr>
              <a:t>Langage formel et normalisé.</a:t>
            </a:r>
          </a:p>
        </p:txBody>
      </p:sp>
      <p:sp>
        <p:nvSpPr>
          <p:cNvPr id="80" name="TextBox 14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467891" y="5262725"/>
            <a:ext cx="3271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b="1" dirty="0">
                <a:latin typeface="Tw Cen MT" panose="020B0602020104020603" pitchFamily="34" charset="0"/>
              </a:rPr>
              <a:t>Support de communication performant.</a:t>
            </a:r>
          </a:p>
        </p:txBody>
      </p:sp>
      <p:sp>
        <p:nvSpPr>
          <p:cNvPr id="200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626359" y="877745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11</a:t>
            </a:r>
          </a:p>
        </p:txBody>
      </p:sp>
      <p:grpSp>
        <p:nvGrpSpPr>
          <p:cNvPr id="242" name="Groupe 241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243" name="Groupe 242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278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79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80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44" name="Groupe 243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272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73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274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45" name="Groupe 244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266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67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268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270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1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69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46" name="Groupe 245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261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62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263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47" name="Groupe 246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255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56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257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8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48" name="Groupe 247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249" name="Groupe 248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251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252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253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4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250" name="Image 24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76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3746612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>
            <a:extLst>
              <a:ext uri="{FF2B5EF4-FFF2-40B4-BE49-F238E27FC236}">
                <a16:creationId xmlns:a16="http://schemas.microsoft.com/office/drawing/2014/main" id="{1933C0A6-2F07-4427-A55F-0FAB89799E81}"/>
              </a:ext>
            </a:extLst>
          </p:cNvPr>
          <p:cNvSpPr txBox="1"/>
          <p:nvPr/>
        </p:nvSpPr>
        <p:spPr>
          <a:xfrm>
            <a:off x="179012" y="875718"/>
            <a:ext cx="575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CHO</a:t>
            </a:r>
            <a:r>
              <a:rPr lang="en-US" sz="3600" b="1" dirty="0">
                <a:solidFill>
                  <a:srgbClr val="00B05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IX</a:t>
            </a:r>
            <a:r>
              <a:rPr lang="en-US" sz="3600" b="1" dirty="0">
                <a:solidFill>
                  <a:srgbClr val="FFC00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DU</a:t>
            </a:r>
            <a:r>
              <a:rPr lang="en-US" sz="3600" b="1" dirty="0">
                <a:solidFill>
                  <a:srgbClr val="FFC00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PROC</a:t>
            </a:r>
            <a:r>
              <a:rPr lang="en-US" sz="36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ESSUS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88" name="TextBox 1">
            <a:extLst>
              <a:ext uri="{FF2B5EF4-FFF2-40B4-BE49-F238E27FC236}">
                <a16:creationId xmlns:a16="http://schemas.microsoft.com/office/drawing/2014/main" id="{FC26373C-EDCD-4894-8056-F2F8CFB0604A}"/>
              </a:ext>
            </a:extLst>
          </p:cNvPr>
          <p:cNvSpPr txBox="1"/>
          <p:nvPr/>
        </p:nvSpPr>
        <p:spPr>
          <a:xfrm>
            <a:off x="216629" y="1490977"/>
            <a:ext cx="3490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kumimoji="0" lang="en-GB" sz="4800" b="1" i="0" u="none" strike="noStrike" kern="120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 TUP</a:t>
            </a:r>
            <a:endParaRPr kumimoji="0" lang="en-GB" sz="4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11367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655857" y="875718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12</a:t>
            </a:r>
          </a:p>
        </p:txBody>
      </p:sp>
      <p:grpSp>
        <p:nvGrpSpPr>
          <p:cNvPr id="159" name="Groupe 158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160" name="Groupe 159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201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02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03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1" name="Groupe 160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95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6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97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83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84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85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93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4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86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3" name="Groupe 162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78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9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80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4" name="Groupe 163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72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3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74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5" name="Groupe 164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66" name="Groupe 165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68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69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70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67" name="Image 16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pic>
        <p:nvPicPr>
          <p:cNvPr id="66" name="Picture 7749"/>
          <p:cNvPicPr/>
          <p:nvPr/>
        </p:nvPicPr>
        <p:blipFill>
          <a:blip r:embed="rId4"/>
          <a:stretch>
            <a:fillRect/>
          </a:stretch>
        </p:blipFill>
        <p:spPr>
          <a:xfrm>
            <a:off x="5425894" y="2032588"/>
            <a:ext cx="5259070" cy="3924935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318417" y="2525485"/>
            <a:ext cx="2874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Track Unified Process 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dirty="0"/>
          </a:p>
        </p:txBody>
      </p:sp>
      <p:sp>
        <p:nvSpPr>
          <p:cNvPr id="62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3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10054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rme 3">
            <a:extLst>
              <a:ext uri="{FF2B5EF4-FFF2-40B4-BE49-F238E27FC236}">
                <a16:creationId xmlns:a16="http://schemas.microsoft.com/office/drawing/2014/main" id="{3C97FFA0-1BBF-4B53-BCEE-8AC9FBC50E61}"/>
              </a:ext>
            </a:extLst>
          </p:cNvPr>
          <p:cNvSpPr/>
          <p:nvPr/>
        </p:nvSpPr>
        <p:spPr>
          <a:xfrm>
            <a:off x="2593086" y="2089943"/>
            <a:ext cx="3289278" cy="3289278"/>
          </a:xfrm>
          <a:prstGeom prst="teardrop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Tw Cen MT" panose="020B0602020104020603" pitchFamily="34" charset="0"/>
              </a:rPr>
              <a:t>ANALYSE.</a:t>
            </a:r>
          </a:p>
          <a:p>
            <a:pPr algn="ctr"/>
            <a:endParaRPr lang="fr-FR" sz="2400" b="1" dirty="0">
              <a:latin typeface="Tw Cen MT" panose="020B0602020104020603" pitchFamily="34" charset="0"/>
            </a:endParaRPr>
          </a:p>
          <a:p>
            <a:pPr algn="ctr"/>
            <a:r>
              <a:rPr lang="fr-FR" sz="2400" b="1" dirty="0">
                <a:latin typeface="Tw Cen MT" panose="020B0602020104020603" pitchFamily="34" charset="0"/>
              </a:rPr>
              <a:t>CAPTURE DES BESOINS FONCTIONNELS.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65FA81E-3745-4500-B465-8EA85ECCAECD}"/>
              </a:ext>
            </a:extLst>
          </p:cNvPr>
          <p:cNvSpPr/>
          <p:nvPr/>
        </p:nvSpPr>
        <p:spPr>
          <a:xfrm>
            <a:off x="5716861" y="2417643"/>
            <a:ext cx="360000" cy="36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88AE1581-5870-4474-B0B6-57CB42FBC9F7}"/>
              </a:ext>
            </a:extLst>
          </p:cNvPr>
          <p:cNvSpPr/>
          <p:nvPr/>
        </p:nvSpPr>
        <p:spPr>
          <a:xfrm>
            <a:off x="5716861" y="3015774"/>
            <a:ext cx="360000" cy="36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5946A1F-DE80-4301-BF98-5D19E9235BF9}"/>
              </a:ext>
            </a:extLst>
          </p:cNvPr>
          <p:cNvSpPr/>
          <p:nvPr/>
        </p:nvSpPr>
        <p:spPr>
          <a:xfrm>
            <a:off x="5716861" y="3608749"/>
            <a:ext cx="360000" cy="36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C147E3-260B-434A-9B3C-714E21D8019C}"/>
              </a:ext>
            </a:extLst>
          </p:cNvPr>
          <p:cNvSpPr txBox="1"/>
          <p:nvPr/>
        </p:nvSpPr>
        <p:spPr>
          <a:xfrm>
            <a:off x="6107008" y="2418745"/>
            <a:ext cx="3846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Tw Cen MT" panose="020B0602020104020603" pitchFamily="34" charset="0"/>
              </a:rPr>
              <a:t>DIAGRAMME DE CAS D’UTILISATION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9C93DB5F-D62F-49C6-8105-9BB98F3A4803}"/>
              </a:ext>
            </a:extLst>
          </p:cNvPr>
          <p:cNvSpPr txBox="1"/>
          <p:nvPr/>
        </p:nvSpPr>
        <p:spPr>
          <a:xfrm>
            <a:off x="6107008" y="3005865"/>
            <a:ext cx="2903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Tw Cen MT" panose="020B0602020104020603" pitchFamily="34" charset="0"/>
              </a:rPr>
              <a:t>DIAGRAMME DE SEQUENCE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3D92D9B3-A9C7-478E-8026-CFB607CFB240}"/>
              </a:ext>
            </a:extLst>
          </p:cNvPr>
          <p:cNvSpPr txBox="1"/>
          <p:nvPr/>
        </p:nvSpPr>
        <p:spPr>
          <a:xfrm>
            <a:off x="6107008" y="3608749"/>
            <a:ext cx="2573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Tw Cen MT" panose="020B0602020104020603" pitchFamily="34" charset="0"/>
              </a:rPr>
              <a:t>DIAGRAMME DE CLASSE</a:t>
            </a:r>
          </a:p>
        </p:txBody>
      </p:sp>
      <p:sp>
        <p:nvSpPr>
          <p:cNvPr id="73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715583" y="895163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13</a:t>
            </a:r>
          </a:p>
        </p:txBody>
      </p:sp>
      <p:grpSp>
        <p:nvGrpSpPr>
          <p:cNvPr id="143" name="Groupe 142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144" name="Groupe 143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79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80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81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5" name="Groupe 144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73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4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75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6" name="Groupe 145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67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68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69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71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2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70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7" name="Groupe 146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62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63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64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8" name="Groupe 147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56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7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58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9" name="Groupe 148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50" name="Groupe 149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52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53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54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5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51" name="Image 15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64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0679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71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>
            <a:extLst>
              <a:ext uri="{FF2B5EF4-FFF2-40B4-BE49-F238E27FC236}">
                <a16:creationId xmlns:a16="http://schemas.microsoft.com/office/drawing/2014/main" id="{ED1630F7-1B2F-4210-87F3-8454FF836103}"/>
              </a:ext>
            </a:extLst>
          </p:cNvPr>
          <p:cNvSpPr txBox="1"/>
          <p:nvPr/>
        </p:nvSpPr>
        <p:spPr>
          <a:xfrm>
            <a:off x="2033017" y="2626140"/>
            <a:ext cx="81259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DIAGRAMME DE CAS D’UTILISATION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rgbClr val="00B05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GLOBAL DU SYSTEME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1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357424" y="900375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14</a:t>
            </a:r>
          </a:p>
        </p:txBody>
      </p:sp>
      <p:grpSp>
        <p:nvGrpSpPr>
          <p:cNvPr id="122" name="Groupe 121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210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11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12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204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05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206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98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9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200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202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3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1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93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4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95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35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6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37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8" name="Groupe 127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29" name="Groupe 128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31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32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33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4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30" name="Image 129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59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6931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09843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35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B4874C0-D382-2E45-71CC-AFF0807DEC0D}"/>
              </a:ext>
            </a:extLst>
          </p:cNvPr>
          <p:cNvSpPr txBox="1"/>
          <p:nvPr/>
        </p:nvSpPr>
        <p:spPr>
          <a:xfrm>
            <a:off x="1056640" y="3199785"/>
            <a:ext cx="997712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endParaRPr lang="fr-FR" b="1" dirty="0">
              <a:ln w="9525" cmpd="sng">
                <a:noFill/>
                <a:prstDash val="solid"/>
              </a:ln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62" b="18567"/>
          <a:stretch/>
        </p:blipFill>
        <p:spPr bwMode="auto">
          <a:xfrm>
            <a:off x="3790949" y="98322"/>
            <a:ext cx="5333385" cy="66859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87023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>
            <a:extLst>
              <a:ext uri="{FF2B5EF4-FFF2-40B4-BE49-F238E27FC236}">
                <a16:creationId xmlns:a16="http://schemas.microsoft.com/office/drawing/2014/main" id="{ED1630F7-1B2F-4210-87F3-8454FF836103}"/>
              </a:ext>
            </a:extLst>
          </p:cNvPr>
          <p:cNvSpPr txBox="1"/>
          <p:nvPr/>
        </p:nvSpPr>
        <p:spPr>
          <a:xfrm>
            <a:off x="1618278" y="1982597"/>
            <a:ext cx="89554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US" sz="54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DIAGRAMMES </a:t>
            </a:r>
            <a:r>
              <a:rPr lang="en-US" sz="5400" b="1" dirty="0" smtClean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DE SEQUENCE</a:t>
            </a:r>
            <a:r>
              <a:rPr lang="en-US" sz="5400" b="1" dirty="0" smtClean="0">
                <a:solidFill>
                  <a:srgbClr val="FCB414"/>
                </a:solidFill>
                <a:latin typeface="Tw Cen MT" panose="020B0602020104020603" pitchFamily="34" charset="0"/>
              </a:rPr>
              <a:t> </a:t>
            </a:r>
            <a:r>
              <a:rPr lang="fr-FR" sz="5400" b="1" dirty="0" smtClean="0">
                <a:solidFill>
                  <a:srgbClr val="00B050"/>
                </a:solidFill>
                <a:latin typeface="Tw Cen MT" panose="020B0602020104020603" pitchFamily="34" charset="0"/>
              </a:rPr>
              <a:t>«</a:t>
            </a:r>
            <a:r>
              <a:rPr lang="fr-FR" sz="5400" b="1" dirty="0">
                <a:solidFill>
                  <a:srgbClr val="00B050"/>
                </a:solidFill>
                <a:latin typeface="Tw Cen MT" panose="020B0602020104020603" pitchFamily="34" charset="0"/>
              </a:rPr>
              <a:t> </a:t>
            </a:r>
            <a:r>
              <a:rPr lang="fr-FR" sz="5400" b="1" dirty="0" smtClean="0">
                <a:solidFill>
                  <a:srgbClr val="00B050"/>
                </a:solidFill>
                <a:latin typeface="Tw Cen MT" panose="020B0602020104020603" pitchFamily="34" charset="0"/>
              </a:rPr>
              <a:t>CAS CREATION D’UN COMPTE PATIENT</a:t>
            </a:r>
            <a:r>
              <a:rPr lang="fr-FR" sz="5400" b="1" dirty="0">
                <a:solidFill>
                  <a:srgbClr val="00B050"/>
                </a:solidFill>
                <a:latin typeface="Tw Cen MT" panose="020B0602020104020603" pitchFamily="34" charset="0"/>
              </a:rPr>
              <a:t> </a:t>
            </a:r>
            <a:r>
              <a:rPr lang="fr-FR" sz="5400" b="1" dirty="0" smtClean="0">
                <a:solidFill>
                  <a:srgbClr val="00B050"/>
                </a:solidFill>
                <a:latin typeface="Tw Cen MT" panose="020B0602020104020603" pitchFamily="34" charset="0"/>
              </a:rPr>
              <a:t>»</a:t>
            </a:r>
            <a:endParaRPr lang="en-GB" sz="54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60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740883" y="945695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15</a:t>
            </a:r>
          </a:p>
        </p:txBody>
      </p:sp>
      <p:sp>
        <p:nvSpPr>
          <p:cNvPr id="119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120" name="Groupe 119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56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7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58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50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1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52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44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45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46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48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9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47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39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40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41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33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4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35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6" name="Groupe 125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27" name="Groupe 126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29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30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31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28" name="Image 127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59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12143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11367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71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71"/>
          <a:stretch/>
        </p:blipFill>
        <p:spPr bwMode="auto">
          <a:xfrm>
            <a:off x="3449320" y="152400"/>
            <a:ext cx="6898640" cy="6705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64862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>
            <a:extLst>
              <a:ext uri="{FF2B5EF4-FFF2-40B4-BE49-F238E27FC236}">
                <a16:creationId xmlns:a16="http://schemas.microsoft.com/office/drawing/2014/main" id="{ED1630F7-1B2F-4210-87F3-8454FF836103}"/>
              </a:ext>
            </a:extLst>
          </p:cNvPr>
          <p:cNvSpPr txBox="1"/>
          <p:nvPr/>
        </p:nvSpPr>
        <p:spPr>
          <a:xfrm>
            <a:off x="3253740" y="2478117"/>
            <a:ext cx="65226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DIAGRAMME DE CLASSE </a:t>
            </a:r>
            <a:r>
              <a:rPr lang="en-US" sz="4800" b="1" dirty="0">
                <a:solidFill>
                  <a:srgbClr val="FCB414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4800" b="1" dirty="0">
                <a:solidFill>
                  <a:srgbClr val="00B050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DU SYSTEME</a:t>
            </a:r>
            <a:endParaRPr kumimoji="0" lang="en-GB" sz="4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1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740882" y="900375"/>
            <a:ext cx="451117" cy="4018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16</a:t>
            </a:r>
          </a:p>
        </p:txBody>
      </p:sp>
      <p:grpSp>
        <p:nvGrpSpPr>
          <p:cNvPr id="121" name="Groupe 120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210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11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12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204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05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206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98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9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200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202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3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1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93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4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95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34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5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36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7" name="Groupe 126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28" name="Groupe 127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30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31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32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3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29" name="Image 128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58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6931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08319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85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9479BC4-6621-7999-CC2F-CEABD6E5B556}"/>
              </a:ext>
            </a:extLst>
          </p:cNvPr>
          <p:cNvSpPr txBox="1"/>
          <p:nvPr/>
        </p:nvSpPr>
        <p:spPr>
          <a:xfrm>
            <a:off x="3048000" y="3199785"/>
            <a:ext cx="609600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endParaRPr lang="fr-FR" sz="1800" b="1" dirty="0">
              <a:ln w="9525" cmpd="sng">
                <a:noFill/>
                <a:prstDash val="solid"/>
              </a:ln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50" b="19574"/>
          <a:stretch/>
        </p:blipFill>
        <p:spPr bwMode="auto">
          <a:xfrm>
            <a:off x="1789471" y="127819"/>
            <a:ext cx="8377083" cy="65876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955737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ZoneTexte 97">
            <a:extLst>
              <a:ext uri="{FF2B5EF4-FFF2-40B4-BE49-F238E27FC236}">
                <a16:creationId xmlns:a16="http://schemas.microsoft.com/office/drawing/2014/main" id="{E4CA76ED-4080-4192-8902-15CC278A4E5F}"/>
              </a:ext>
            </a:extLst>
          </p:cNvPr>
          <p:cNvSpPr txBox="1"/>
          <p:nvPr/>
        </p:nvSpPr>
        <p:spPr>
          <a:xfrm flipH="1">
            <a:off x="6440668" y="2346340"/>
            <a:ext cx="514160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4400" b="1" dirty="0">
                <a:latin typeface="Tw Cen MT" panose="020B0602020104020603" pitchFamily="34" charset="0"/>
              </a:rPr>
              <a:t>PHASE</a:t>
            </a:r>
          </a:p>
          <a:p>
            <a:pPr algn="r"/>
            <a:r>
              <a:rPr lang="fr-FR" sz="4400" b="1" dirty="0">
                <a:solidFill>
                  <a:srgbClr val="00B050"/>
                </a:solidFill>
                <a:latin typeface="Tw Cen MT" panose="020B0602020104020603" pitchFamily="34" charset="0"/>
              </a:rPr>
              <a:t>D’IMPLEMENTATION</a:t>
            </a:r>
          </a:p>
          <a:p>
            <a:pPr algn="r"/>
            <a:r>
              <a:rPr lang="fr-FR" sz="4400" b="1" dirty="0">
                <a:latin typeface="Tw Cen MT" panose="020B0602020104020603" pitchFamily="34" charset="0"/>
              </a:rPr>
              <a:t>ET DE </a:t>
            </a:r>
            <a:r>
              <a:rPr lang="fr-FR" sz="4400" b="1" dirty="0">
                <a:solidFill>
                  <a:srgbClr val="00B050"/>
                </a:solidFill>
                <a:latin typeface="Tw Cen MT" panose="020B0602020104020603" pitchFamily="34" charset="0"/>
              </a:rPr>
              <a:t>DEPLOIEMENT</a:t>
            </a:r>
          </a:p>
        </p:txBody>
      </p:sp>
      <p:sp>
        <p:nvSpPr>
          <p:cNvPr id="99" name="Freeform 6">
            <a:extLst>
              <a:ext uri="{FF2B5EF4-FFF2-40B4-BE49-F238E27FC236}">
                <a16:creationId xmlns:a16="http://schemas.microsoft.com/office/drawing/2014/main" id="{7E80A119-90FD-4BA4-B60D-2C7E300EEE75}"/>
              </a:ext>
            </a:extLst>
          </p:cNvPr>
          <p:cNvSpPr>
            <a:spLocks noEditPoints="1"/>
          </p:cNvSpPr>
          <p:nvPr/>
        </p:nvSpPr>
        <p:spPr bwMode="auto">
          <a:xfrm>
            <a:off x="1095301" y="1982089"/>
            <a:ext cx="4679857" cy="3753418"/>
          </a:xfrm>
          <a:custGeom>
            <a:avLst/>
            <a:gdLst>
              <a:gd name="T0" fmla="*/ 673 w 783"/>
              <a:gd name="T1" fmla="*/ 98 h 628"/>
              <a:gd name="T2" fmla="*/ 388 w 783"/>
              <a:gd name="T3" fmla="*/ 1 h 628"/>
              <a:gd name="T4" fmla="*/ 69 w 783"/>
              <a:gd name="T5" fmla="*/ 118 h 628"/>
              <a:gd name="T6" fmla="*/ 137 w 783"/>
              <a:gd name="T7" fmla="*/ 433 h 628"/>
              <a:gd name="T8" fmla="*/ 481 w 783"/>
              <a:gd name="T9" fmla="*/ 593 h 628"/>
              <a:gd name="T10" fmla="*/ 720 w 783"/>
              <a:gd name="T11" fmla="*/ 425 h 628"/>
              <a:gd name="T12" fmla="*/ 599 w 783"/>
              <a:gd name="T13" fmla="*/ 84 h 628"/>
              <a:gd name="T14" fmla="*/ 539 w 783"/>
              <a:gd name="T15" fmla="*/ 145 h 628"/>
              <a:gd name="T16" fmla="*/ 553 w 783"/>
              <a:gd name="T17" fmla="*/ 157 h 628"/>
              <a:gd name="T18" fmla="*/ 419 w 783"/>
              <a:gd name="T19" fmla="*/ 88 h 628"/>
              <a:gd name="T20" fmla="*/ 291 w 783"/>
              <a:gd name="T21" fmla="*/ 50 h 628"/>
              <a:gd name="T22" fmla="*/ 416 w 783"/>
              <a:gd name="T23" fmla="*/ 235 h 628"/>
              <a:gd name="T24" fmla="*/ 383 w 783"/>
              <a:gd name="T25" fmla="*/ 316 h 628"/>
              <a:gd name="T26" fmla="*/ 337 w 783"/>
              <a:gd name="T27" fmla="*/ 246 h 628"/>
              <a:gd name="T28" fmla="*/ 278 w 783"/>
              <a:gd name="T29" fmla="*/ 123 h 628"/>
              <a:gd name="T30" fmla="*/ 356 w 783"/>
              <a:gd name="T31" fmla="*/ 223 h 628"/>
              <a:gd name="T32" fmla="*/ 257 w 783"/>
              <a:gd name="T33" fmla="*/ 121 h 628"/>
              <a:gd name="T34" fmla="*/ 62 w 783"/>
              <a:gd name="T35" fmla="*/ 162 h 628"/>
              <a:gd name="T36" fmla="*/ 129 w 783"/>
              <a:gd name="T37" fmla="*/ 195 h 628"/>
              <a:gd name="T38" fmla="*/ 164 w 783"/>
              <a:gd name="T39" fmla="*/ 322 h 628"/>
              <a:gd name="T40" fmla="*/ 89 w 783"/>
              <a:gd name="T41" fmla="*/ 272 h 628"/>
              <a:gd name="T42" fmla="*/ 75 w 783"/>
              <a:gd name="T43" fmla="*/ 310 h 628"/>
              <a:gd name="T44" fmla="*/ 198 w 783"/>
              <a:gd name="T45" fmla="*/ 314 h 628"/>
              <a:gd name="T46" fmla="*/ 71 w 783"/>
              <a:gd name="T47" fmla="*/ 249 h 628"/>
              <a:gd name="T48" fmla="*/ 146 w 783"/>
              <a:gd name="T49" fmla="*/ 405 h 628"/>
              <a:gd name="T50" fmla="*/ 161 w 783"/>
              <a:gd name="T51" fmla="*/ 306 h 628"/>
              <a:gd name="T52" fmla="*/ 97 w 783"/>
              <a:gd name="T53" fmla="*/ 121 h 628"/>
              <a:gd name="T54" fmla="*/ 204 w 783"/>
              <a:gd name="T55" fmla="*/ 205 h 628"/>
              <a:gd name="T56" fmla="*/ 224 w 783"/>
              <a:gd name="T57" fmla="*/ 379 h 628"/>
              <a:gd name="T58" fmla="*/ 237 w 783"/>
              <a:gd name="T59" fmla="*/ 455 h 628"/>
              <a:gd name="T60" fmla="*/ 316 w 783"/>
              <a:gd name="T61" fmla="*/ 469 h 628"/>
              <a:gd name="T62" fmla="*/ 342 w 783"/>
              <a:gd name="T63" fmla="*/ 455 h 628"/>
              <a:gd name="T64" fmla="*/ 327 w 783"/>
              <a:gd name="T65" fmla="*/ 452 h 628"/>
              <a:gd name="T66" fmla="*/ 266 w 783"/>
              <a:gd name="T67" fmla="*/ 244 h 628"/>
              <a:gd name="T68" fmla="*/ 169 w 783"/>
              <a:gd name="T69" fmla="*/ 85 h 628"/>
              <a:gd name="T70" fmla="*/ 257 w 783"/>
              <a:gd name="T71" fmla="*/ 135 h 628"/>
              <a:gd name="T72" fmla="*/ 372 w 783"/>
              <a:gd name="T73" fmla="*/ 431 h 628"/>
              <a:gd name="T74" fmla="*/ 438 w 783"/>
              <a:gd name="T75" fmla="*/ 511 h 628"/>
              <a:gd name="T76" fmla="*/ 477 w 783"/>
              <a:gd name="T77" fmla="*/ 272 h 628"/>
              <a:gd name="T78" fmla="*/ 462 w 783"/>
              <a:gd name="T79" fmla="*/ 266 h 628"/>
              <a:gd name="T80" fmla="*/ 467 w 783"/>
              <a:gd name="T81" fmla="*/ 68 h 628"/>
              <a:gd name="T82" fmla="*/ 531 w 783"/>
              <a:gd name="T83" fmla="*/ 158 h 628"/>
              <a:gd name="T84" fmla="*/ 501 w 783"/>
              <a:gd name="T85" fmla="*/ 396 h 628"/>
              <a:gd name="T86" fmla="*/ 479 w 783"/>
              <a:gd name="T87" fmla="*/ 524 h 628"/>
              <a:gd name="T88" fmla="*/ 533 w 783"/>
              <a:gd name="T89" fmla="*/ 576 h 628"/>
              <a:gd name="T90" fmla="*/ 503 w 783"/>
              <a:gd name="T91" fmla="*/ 535 h 628"/>
              <a:gd name="T92" fmla="*/ 523 w 783"/>
              <a:gd name="T93" fmla="*/ 541 h 628"/>
              <a:gd name="T94" fmla="*/ 667 w 783"/>
              <a:gd name="T95" fmla="*/ 512 h 628"/>
              <a:gd name="T96" fmla="*/ 599 w 783"/>
              <a:gd name="T97" fmla="*/ 469 h 628"/>
              <a:gd name="T98" fmla="*/ 639 w 783"/>
              <a:gd name="T99" fmla="*/ 316 h 628"/>
              <a:gd name="T100" fmla="*/ 592 w 783"/>
              <a:gd name="T101" fmla="*/ 379 h 628"/>
              <a:gd name="T102" fmla="*/ 541 w 783"/>
              <a:gd name="T103" fmla="*/ 354 h 628"/>
              <a:gd name="T104" fmla="*/ 484 w 783"/>
              <a:gd name="T105" fmla="*/ 497 h 628"/>
              <a:gd name="T106" fmla="*/ 558 w 783"/>
              <a:gd name="T107" fmla="*/ 253 h 628"/>
              <a:gd name="T108" fmla="*/ 604 w 783"/>
              <a:gd name="T109" fmla="*/ 148 h 628"/>
              <a:gd name="T110" fmla="*/ 673 w 783"/>
              <a:gd name="T111" fmla="*/ 291 h 628"/>
              <a:gd name="T112" fmla="*/ 625 w 783"/>
              <a:gd name="T113" fmla="*/ 316 h 628"/>
              <a:gd name="T114" fmla="*/ 691 w 783"/>
              <a:gd name="T115" fmla="*/ 268 h 628"/>
              <a:gd name="T116" fmla="*/ 696 w 783"/>
              <a:gd name="T117" fmla="*/ 249 h 628"/>
              <a:gd name="T118" fmla="*/ 621 w 783"/>
              <a:gd name="T119" fmla="*/ 129 h 628"/>
              <a:gd name="T120" fmla="*/ 733 w 783"/>
              <a:gd name="T121" fmla="*/ 224 h 6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83" h="628">
                <a:moveTo>
                  <a:pt x="770" y="294"/>
                </a:moveTo>
                <a:cubicBezTo>
                  <a:pt x="769" y="292"/>
                  <a:pt x="768" y="289"/>
                  <a:pt x="769" y="287"/>
                </a:cubicBezTo>
                <a:cubicBezTo>
                  <a:pt x="770" y="272"/>
                  <a:pt x="770" y="258"/>
                  <a:pt x="765" y="244"/>
                </a:cubicBezTo>
                <a:cubicBezTo>
                  <a:pt x="758" y="218"/>
                  <a:pt x="745" y="195"/>
                  <a:pt x="723" y="179"/>
                </a:cubicBezTo>
                <a:cubicBezTo>
                  <a:pt x="720" y="177"/>
                  <a:pt x="720" y="175"/>
                  <a:pt x="720" y="172"/>
                </a:cubicBezTo>
                <a:cubicBezTo>
                  <a:pt x="719" y="157"/>
                  <a:pt x="715" y="144"/>
                  <a:pt x="707" y="131"/>
                </a:cubicBezTo>
                <a:cubicBezTo>
                  <a:pt x="698" y="118"/>
                  <a:pt x="686" y="107"/>
                  <a:pt x="673" y="98"/>
                </a:cubicBezTo>
                <a:cubicBezTo>
                  <a:pt x="673" y="98"/>
                  <a:pt x="673" y="98"/>
                  <a:pt x="673" y="98"/>
                </a:cubicBezTo>
                <a:cubicBezTo>
                  <a:pt x="661" y="90"/>
                  <a:pt x="637" y="77"/>
                  <a:pt x="632" y="74"/>
                </a:cubicBezTo>
                <a:cubicBezTo>
                  <a:pt x="621" y="67"/>
                  <a:pt x="607" y="64"/>
                  <a:pt x="597" y="54"/>
                </a:cubicBezTo>
                <a:cubicBezTo>
                  <a:pt x="584" y="41"/>
                  <a:pt x="567" y="32"/>
                  <a:pt x="549" y="26"/>
                </a:cubicBezTo>
                <a:cubicBezTo>
                  <a:pt x="536" y="21"/>
                  <a:pt x="522" y="17"/>
                  <a:pt x="508" y="13"/>
                </a:cubicBezTo>
                <a:cubicBezTo>
                  <a:pt x="499" y="11"/>
                  <a:pt x="490" y="10"/>
                  <a:pt x="481" y="9"/>
                </a:cubicBezTo>
                <a:cubicBezTo>
                  <a:pt x="469" y="9"/>
                  <a:pt x="457" y="9"/>
                  <a:pt x="445" y="9"/>
                </a:cubicBezTo>
                <a:cubicBezTo>
                  <a:pt x="440" y="9"/>
                  <a:pt x="435" y="12"/>
                  <a:pt x="431" y="10"/>
                </a:cubicBezTo>
                <a:cubicBezTo>
                  <a:pt x="417" y="4"/>
                  <a:pt x="403" y="2"/>
                  <a:pt x="388" y="1"/>
                </a:cubicBezTo>
                <a:cubicBezTo>
                  <a:pt x="366" y="0"/>
                  <a:pt x="345" y="3"/>
                  <a:pt x="324" y="8"/>
                </a:cubicBezTo>
                <a:cubicBezTo>
                  <a:pt x="311" y="12"/>
                  <a:pt x="298" y="16"/>
                  <a:pt x="287" y="24"/>
                </a:cubicBezTo>
                <a:cubicBezTo>
                  <a:pt x="286" y="25"/>
                  <a:pt x="283" y="25"/>
                  <a:pt x="282" y="25"/>
                </a:cubicBezTo>
                <a:cubicBezTo>
                  <a:pt x="259" y="19"/>
                  <a:pt x="236" y="21"/>
                  <a:pt x="214" y="29"/>
                </a:cubicBezTo>
                <a:cubicBezTo>
                  <a:pt x="191" y="37"/>
                  <a:pt x="171" y="50"/>
                  <a:pt x="152" y="66"/>
                </a:cubicBezTo>
                <a:cubicBezTo>
                  <a:pt x="150" y="68"/>
                  <a:pt x="147" y="69"/>
                  <a:pt x="145" y="70"/>
                </a:cubicBezTo>
                <a:cubicBezTo>
                  <a:pt x="139" y="71"/>
                  <a:pt x="133" y="70"/>
                  <a:pt x="127" y="72"/>
                </a:cubicBezTo>
                <a:cubicBezTo>
                  <a:pt x="101" y="78"/>
                  <a:pt x="82" y="94"/>
                  <a:pt x="69" y="118"/>
                </a:cubicBezTo>
                <a:cubicBezTo>
                  <a:pt x="64" y="127"/>
                  <a:pt x="62" y="136"/>
                  <a:pt x="52" y="142"/>
                </a:cubicBezTo>
                <a:cubicBezTo>
                  <a:pt x="15" y="169"/>
                  <a:pt x="0" y="218"/>
                  <a:pt x="14" y="261"/>
                </a:cubicBezTo>
                <a:cubicBezTo>
                  <a:pt x="18" y="273"/>
                  <a:pt x="20" y="284"/>
                  <a:pt x="19" y="297"/>
                </a:cubicBezTo>
                <a:cubicBezTo>
                  <a:pt x="18" y="315"/>
                  <a:pt x="23" y="332"/>
                  <a:pt x="29" y="349"/>
                </a:cubicBezTo>
                <a:cubicBezTo>
                  <a:pt x="38" y="366"/>
                  <a:pt x="38" y="366"/>
                  <a:pt x="38" y="366"/>
                </a:cubicBezTo>
                <a:cubicBezTo>
                  <a:pt x="43" y="374"/>
                  <a:pt x="47" y="381"/>
                  <a:pt x="53" y="388"/>
                </a:cubicBezTo>
                <a:cubicBezTo>
                  <a:pt x="74" y="411"/>
                  <a:pt x="100" y="424"/>
                  <a:pt x="130" y="429"/>
                </a:cubicBezTo>
                <a:cubicBezTo>
                  <a:pt x="133" y="429"/>
                  <a:pt x="136" y="431"/>
                  <a:pt x="137" y="433"/>
                </a:cubicBezTo>
                <a:cubicBezTo>
                  <a:pt x="153" y="459"/>
                  <a:pt x="177" y="472"/>
                  <a:pt x="207" y="473"/>
                </a:cubicBezTo>
                <a:cubicBezTo>
                  <a:pt x="217" y="473"/>
                  <a:pt x="224" y="475"/>
                  <a:pt x="233" y="480"/>
                </a:cubicBezTo>
                <a:cubicBezTo>
                  <a:pt x="256" y="492"/>
                  <a:pt x="295" y="498"/>
                  <a:pt x="321" y="493"/>
                </a:cubicBezTo>
                <a:cubicBezTo>
                  <a:pt x="325" y="493"/>
                  <a:pt x="328" y="493"/>
                  <a:pt x="332" y="497"/>
                </a:cubicBezTo>
                <a:cubicBezTo>
                  <a:pt x="346" y="513"/>
                  <a:pt x="363" y="524"/>
                  <a:pt x="384" y="530"/>
                </a:cubicBezTo>
                <a:cubicBezTo>
                  <a:pt x="399" y="535"/>
                  <a:pt x="414" y="536"/>
                  <a:pt x="429" y="535"/>
                </a:cubicBezTo>
                <a:cubicBezTo>
                  <a:pt x="432" y="535"/>
                  <a:pt x="434" y="535"/>
                  <a:pt x="436" y="538"/>
                </a:cubicBezTo>
                <a:cubicBezTo>
                  <a:pt x="451" y="556"/>
                  <a:pt x="466" y="575"/>
                  <a:pt x="481" y="593"/>
                </a:cubicBezTo>
                <a:cubicBezTo>
                  <a:pt x="489" y="603"/>
                  <a:pt x="497" y="614"/>
                  <a:pt x="509" y="620"/>
                </a:cubicBezTo>
                <a:cubicBezTo>
                  <a:pt x="520" y="626"/>
                  <a:pt x="531" y="628"/>
                  <a:pt x="543" y="622"/>
                </a:cubicBezTo>
                <a:cubicBezTo>
                  <a:pt x="554" y="616"/>
                  <a:pt x="559" y="606"/>
                  <a:pt x="560" y="594"/>
                </a:cubicBezTo>
                <a:cubicBezTo>
                  <a:pt x="560" y="591"/>
                  <a:pt x="561" y="588"/>
                  <a:pt x="565" y="588"/>
                </a:cubicBezTo>
                <a:cubicBezTo>
                  <a:pt x="578" y="588"/>
                  <a:pt x="591" y="585"/>
                  <a:pt x="603" y="581"/>
                </a:cubicBezTo>
                <a:cubicBezTo>
                  <a:pt x="623" y="575"/>
                  <a:pt x="641" y="566"/>
                  <a:pt x="657" y="554"/>
                </a:cubicBezTo>
                <a:cubicBezTo>
                  <a:pt x="696" y="522"/>
                  <a:pt x="715" y="480"/>
                  <a:pt x="717" y="430"/>
                </a:cubicBezTo>
                <a:cubicBezTo>
                  <a:pt x="717" y="427"/>
                  <a:pt x="717" y="426"/>
                  <a:pt x="720" y="425"/>
                </a:cubicBezTo>
                <a:cubicBezTo>
                  <a:pt x="723" y="424"/>
                  <a:pt x="726" y="423"/>
                  <a:pt x="728" y="422"/>
                </a:cubicBezTo>
                <a:cubicBezTo>
                  <a:pt x="755" y="407"/>
                  <a:pt x="772" y="385"/>
                  <a:pt x="778" y="355"/>
                </a:cubicBezTo>
                <a:cubicBezTo>
                  <a:pt x="783" y="334"/>
                  <a:pt x="780" y="313"/>
                  <a:pt x="770" y="294"/>
                </a:cubicBezTo>
                <a:close/>
                <a:moveTo>
                  <a:pt x="523" y="59"/>
                </a:moveTo>
                <a:cubicBezTo>
                  <a:pt x="523" y="53"/>
                  <a:pt x="524" y="47"/>
                  <a:pt x="524" y="40"/>
                </a:cubicBezTo>
                <a:cubicBezTo>
                  <a:pt x="534" y="44"/>
                  <a:pt x="543" y="47"/>
                  <a:pt x="552" y="51"/>
                </a:cubicBezTo>
                <a:cubicBezTo>
                  <a:pt x="566" y="58"/>
                  <a:pt x="579" y="64"/>
                  <a:pt x="588" y="77"/>
                </a:cubicBezTo>
                <a:cubicBezTo>
                  <a:pt x="591" y="81"/>
                  <a:pt x="594" y="83"/>
                  <a:pt x="599" y="84"/>
                </a:cubicBezTo>
                <a:cubicBezTo>
                  <a:pt x="607" y="87"/>
                  <a:pt x="607" y="87"/>
                  <a:pt x="607" y="96"/>
                </a:cubicBezTo>
                <a:cubicBezTo>
                  <a:pt x="607" y="101"/>
                  <a:pt x="607" y="119"/>
                  <a:pt x="606" y="130"/>
                </a:cubicBezTo>
                <a:cubicBezTo>
                  <a:pt x="605" y="130"/>
                  <a:pt x="604" y="131"/>
                  <a:pt x="604" y="131"/>
                </a:cubicBezTo>
                <a:cubicBezTo>
                  <a:pt x="593" y="137"/>
                  <a:pt x="582" y="143"/>
                  <a:pt x="572" y="148"/>
                </a:cubicBezTo>
                <a:cubicBezTo>
                  <a:pt x="571" y="149"/>
                  <a:pt x="569" y="149"/>
                  <a:pt x="568" y="149"/>
                </a:cubicBezTo>
                <a:cubicBezTo>
                  <a:pt x="564" y="146"/>
                  <a:pt x="559" y="144"/>
                  <a:pt x="553" y="144"/>
                </a:cubicBezTo>
                <a:cubicBezTo>
                  <a:pt x="550" y="144"/>
                  <a:pt x="546" y="144"/>
                  <a:pt x="543" y="146"/>
                </a:cubicBezTo>
                <a:cubicBezTo>
                  <a:pt x="542" y="146"/>
                  <a:pt x="540" y="145"/>
                  <a:pt x="539" y="145"/>
                </a:cubicBezTo>
                <a:cubicBezTo>
                  <a:pt x="534" y="140"/>
                  <a:pt x="529" y="136"/>
                  <a:pt x="523" y="131"/>
                </a:cubicBezTo>
                <a:cubicBezTo>
                  <a:pt x="522" y="130"/>
                  <a:pt x="521" y="128"/>
                  <a:pt x="521" y="126"/>
                </a:cubicBezTo>
                <a:cubicBezTo>
                  <a:pt x="522" y="104"/>
                  <a:pt x="522" y="81"/>
                  <a:pt x="523" y="59"/>
                </a:cubicBezTo>
                <a:close/>
                <a:moveTo>
                  <a:pt x="553" y="157"/>
                </a:moveTo>
                <a:cubicBezTo>
                  <a:pt x="559" y="157"/>
                  <a:pt x="564" y="162"/>
                  <a:pt x="564" y="168"/>
                </a:cubicBezTo>
                <a:cubicBezTo>
                  <a:pt x="564" y="174"/>
                  <a:pt x="559" y="179"/>
                  <a:pt x="553" y="179"/>
                </a:cubicBezTo>
                <a:cubicBezTo>
                  <a:pt x="547" y="179"/>
                  <a:pt x="542" y="174"/>
                  <a:pt x="542" y="168"/>
                </a:cubicBezTo>
                <a:cubicBezTo>
                  <a:pt x="542" y="162"/>
                  <a:pt x="547" y="157"/>
                  <a:pt x="553" y="157"/>
                </a:cubicBezTo>
                <a:close/>
                <a:moveTo>
                  <a:pt x="387" y="27"/>
                </a:moveTo>
                <a:cubicBezTo>
                  <a:pt x="387" y="24"/>
                  <a:pt x="388" y="23"/>
                  <a:pt x="391" y="23"/>
                </a:cubicBezTo>
                <a:cubicBezTo>
                  <a:pt x="403" y="25"/>
                  <a:pt x="416" y="25"/>
                  <a:pt x="427" y="34"/>
                </a:cubicBezTo>
                <a:cubicBezTo>
                  <a:pt x="428" y="35"/>
                  <a:pt x="430" y="35"/>
                  <a:pt x="432" y="34"/>
                </a:cubicBezTo>
                <a:cubicBezTo>
                  <a:pt x="439" y="32"/>
                  <a:pt x="446" y="30"/>
                  <a:pt x="454" y="31"/>
                </a:cubicBezTo>
                <a:cubicBezTo>
                  <a:pt x="454" y="42"/>
                  <a:pt x="453" y="52"/>
                  <a:pt x="453" y="63"/>
                </a:cubicBezTo>
                <a:cubicBezTo>
                  <a:pt x="453" y="64"/>
                  <a:pt x="451" y="65"/>
                  <a:pt x="450" y="66"/>
                </a:cubicBezTo>
                <a:cubicBezTo>
                  <a:pt x="440" y="73"/>
                  <a:pt x="430" y="81"/>
                  <a:pt x="419" y="88"/>
                </a:cubicBezTo>
                <a:cubicBezTo>
                  <a:pt x="417" y="90"/>
                  <a:pt x="416" y="92"/>
                  <a:pt x="416" y="95"/>
                </a:cubicBezTo>
                <a:cubicBezTo>
                  <a:pt x="416" y="130"/>
                  <a:pt x="416" y="165"/>
                  <a:pt x="416" y="201"/>
                </a:cubicBezTo>
                <a:cubicBezTo>
                  <a:pt x="416" y="203"/>
                  <a:pt x="416" y="208"/>
                  <a:pt x="416" y="209"/>
                </a:cubicBezTo>
                <a:cubicBezTo>
                  <a:pt x="416" y="209"/>
                  <a:pt x="396" y="188"/>
                  <a:pt x="391" y="182"/>
                </a:cubicBezTo>
                <a:cubicBezTo>
                  <a:pt x="388" y="179"/>
                  <a:pt x="387" y="177"/>
                  <a:pt x="387" y="173"/>
                </a:cubicBezTo>
                <a:cubicBezTo>
                  <a:pt x="387" y="124"/>
                  <a:pt x="387" y="76"/>
                  <a:pt x="387" y="27"/>
                </a:cubicBezTo>
                <a:close/>
                <a:moveTo>
                  <a:pt x="268" y="44"/>
                </a:moveTo>
                <a:cubicBezTo>
                  <a:pt x="275" y="46"/>
                  <a:pt x="283" y="48"/>
                  <a:pt x="291" y="50"/>
                </a:cubicBezTo>
                <a:cubicBezTo>
                  <a:pt x="304" y="35"/>
                  <a:pt x="322" y="31"/>
                  <a:pt x="340" y="28"/>
                </a:cubicBezTo>
                <a:cubicBezTo>
                  <a:pt x="348" y="26"/>
                  <a:pt x="356" y="25"/>
                  <a:pt x="365" y="24"/>
                </a:cubicBezTo>
                <a:cubicBezTo>
                  <a:pt x="367" y="24"/>
                  <a:pt x="369" y="24"/>
                  <a:pt x="372" y="24"/>
                </a:cubicBezTo>
                <a:cubicBezTo>
                  <a:pt x="372" y="26"/>
                  <a:pt x="372" y="28"/>
                  <a:pt x="372" y="30"/>
                </a:cubicBezTo>
                <a:cubicBezTo>
                  <a:pt x="372" y="80"/>
                  <a:pt x="372" y="130"/>
                  <a:pt x="372" y="179"/>
                </a:cubicBezTo>
                <a:cubicBezTo>
                  <a:pt x="372" y="183"/>
                  <a:pt x="373" y="185"/>
                  <a:pt x="375" y="188"/>
                </a:cubicBezTo>
                <a:cubicBezTo>
                  <a:pt x="388" y="201"/>
                  <a:pt x="401" y="214"/>
                  <a:pt x="413" y="227"/>
                </a:cubicBezTo>
                <a:cubicBezTo>
                  <a:pt x="415" y="229"/>
                  <a:pt x="416" y="232"/>
                  <a:pt x="416" y="235"/>
                </a:cubicBezTo>
                <a:cubicBezTo>
                  <a:pt x="416" y="267"/>
                  <a:pt x="416" y="299"/>
                  <a:pt x="416" y="332"/>
                </a:cubicBezTo>
                <a:cubicBezTo>
                  <a:pt x="416" y="351"/>
                  <a:pt x="416" y="371"/>
                  <a:pt x="416" y="390"/>
                </a:cubicBezTo>
                <a:cubicBezTo>
                  <a:pt x="416" y="394"/>
                  <a:pt x="415" y="396"/>
                  <a:pt x="413" y="399"/>
                </a:cubicBezTo>
                <a:cubicBezTo>
                  <a:pt x="405" y="405"/>
                  <a:pt x="398" y="411"/>
                  <a:pt x="391" y="418"/>
                </a:cubicBezTo>
                <a:cubicBezTo>
                  <a:pt x="390" y="419"/>
                  <a:pt x="389" y="419"/>
                  <a:pt x="387" y="421"/>
                </a:cubicBezTo>
                <a:cubicBezTo>
                  <a:pt x="387" y="418"/>
                  <a:pt x="387" y="416"/>
                  <a:pt x="387" y="414"/>
                </a:cubicBezTo>
                <a:cubicBezTo>
                  <a:pt x="387" y="384"/>
                  <a:pt x="387" y="355"/>
                  <a:pt x="387" y="325"/>
                </a:cubicBezTo>
                <a:cubicBezTo>
                  <a:pt x="387" y="321"/>
                  <a:pt x="386" y="318"/>
                  <a:pt x="383" y="316"/>
                </a:cubicBezTo>
                <a:cubicBezTo>
                  <a:pt x="373" y="307"/>
                  <a:pt x="364" y="299"/>
                  <a:pt x="355" y="290"/>
                </a:cubicBezTo>
                <a:cubicBezTo>
                  <a:pt x="354" y="289"/>
                  <a:pt x="352" y="286"/>
                  <a:pt x="352" y="284"/>
                </a:cubicBezTo>
                <a:cubicBezTo>
                  <a:pt x="352" y="272"/>
                  <a:pt x="352" y="261"/>
                  <a:pt x="352" y="249"/>
                </a:cubicBezTo>
                <a:cubicBezTo>
                  <a:pt x="352" y="248"/>
                  <a:pt x="352" y="247"/>
                  <a:pt x="352" y="246"/>
                </a:cubicBezTo>
                <a:cubicBezTo>
                  <a:pt x="362" y="243"/>
                  <a:pt x="369" y="234"/>
                  <a:pt x="369" y="223"/>
                </a:cubicBezTo>
                <a:cubicBezTo>
                  <a:pt x="369" y="210"/>
                  <a:pt x="358" y="199"/>
                  <a:pt x="345" y="199"/>
                </a:cubicBezTo>
                <a:cubicBezTo>
                  <a:pt x="331" y="199"/>
                  <a:pt x="320" y="210"/>
                  <a:pt x="320" y="223"/>
                </a:cubicBezTo>
                <a:cubicBezTo>
                  <a:pt x="320" y="234"/>
                  <a:pt x="327" y="243"/>
                  <a:pt x="337" y="246"/>
                </a:cubicBezTo>
                <a:cubicBezTo>
                  <a:pt x="337" y="248"/>
                  <a:pt x="337" y="249"/>
                  <a:pt x="337" y="251"/>
                </a:cubicBezTo>
                <a:cubicBezTo>
                  <a:pt x="337" y="258"/>
                  <a:pt x="337" y="265"/>
                  <a:pt x="337" y="274"/>
                </a:cubicBezTo>
                <a:cubicBezTo>
                  <a:pt x="326" y="264"/>
                  <a:pt x="316" y="255"/>
                  <a:pt x="306" y="245"/>
                </a:cubicBezTo>
                <a:cubicBezTo>
                  <a:pt x="305" y="244"/>
                  <a:pt x="304" y="241"/>
                  <a:pt x="304" y="238"/>
                </a:cubicBezTo>
                <a:cubicBezTo>
                  <a:pt x="304" y="211"/>
                  <a:pt x="304" y="184"/>
                  <a:pt x="304" y="156"/>
                </a:cubicBezTo>
                <a:cubicBezTo>
                  <a:pt x="304" y="152"/>
                  <a:pt x="303" y="149"/>
                  <a:pt x="300" y="146"/>
                </a:cubicBezTo>
                <a:cubicBezTo>
                  <a:pt x="292" y="139"/>
                  <a:pt x="285" y="131"/>
                  <a:pt x="278" y="123"/>
                </a:cubicBezTo>
                <a:cubicBezTo>
                  <a:pt x="278" y="123"/>
                  <a:pt x="278" y="123"/>
                  <a:pt x="278" y="123"/>
                </a:cubicBezTo>
                <a:cubicBezTo>
                  <a:pt x="280" y="119"/>
                  <a:pt x="281" y="115"/>
                  <a:pt x="281" y="110"/>
                </a:cubicBezTo>
                <a:cubicBezTo>
                  <a:pt x="281" y="100"/>
                  <a:pt x="275" y="91"/>
                  <a:pt x="266" y="88"/>
                </a:cubicBezTo>
                <a:cubicBezTo>
                  <a:pt x="264" y="87"/>
                  <a:pt x="263" y="85"/>
                  <a:pt x="263" y="84"/>
                </a:cubicBezTo>
                <a:cubicBezTo>
                  <a:pt x="263" y="72"/>
                  <a:pt x="263" y="60"/>
                  <a:pt x="262" y="48"/>
                </a:cubicBezTo>
                <a:cubicBezTo>
                  <a:pt x="262" y="44"/>
                  <a:pt x="264" y="43"/>
                  <a:pt x="268" y="44"/>
                </a:cubicBezTo>
                <a:close/>
                <a:moveTo>
                  <a:pt x="337" y="215"/>
                </a:moveTo>
                <a:cubicBezTo>
                  <a:pt x="339" y="213"/>
                  <a:pt x="342" y="212"/>
                  <a:pt x="345" y="212"/>
                </a:cubicBezTo>
                <a:cubicBezTo>
                  <a:pt x="351" y="212"/>
                  <a:pt x="356" y="217"/>
                  <a:pt x="356" y="223"/>
                </a:cubicBezTo>
                <a:cubicBezTo>
                  <a:pt x="356" y="229"/>
                  <a:pt x="351" y="234"/>
                  <a:pt x="345" y="234"/>
                </a:cubicBezTo>
                <a:cubicBezTo>
                  <a:pt x="339" y="234"/>
                  <a:pt x="334" y="230"/>
                  <a:pt x="334" y="224"/>
                </a:cubicBezTo>
                <a:cubicBezTo>
                  <a:pt x="334" y="221"/>
                  <a:pt x="335" y="218"/>
                  <a:pt x="337" y="215"/>
                </a:cubicBezTo>
                <a:close/>
                <a:moveTo>
                  <a:pt x="257" y="121"/>
                </a:moveTo>
                <a:cubicBezTo>
                  <a:pt x="251" y="121"/>
                  <a:pt x="246" y="116"/>
                  <a:pt x="246" y="110"/>
                </a:cubicBezTo>
                <a:cubicBezTo>
                  <a:pt x="246" y="104"/>
                  <a:pt x="251" y="99"/>
                  <a:pt x="257" y="99"/>
                </a:cubicBezTo>
                <a:cubicBezTo>
                  <a:pt x="263" y="99"/>
                  <a:pt x="268" y="104"/>
                  <a:pt x="268" y="110"/>
                </a:cubicBezTo>
                <a:cubicBezTo>
                  <a:pt x="268" y="116"/>
                  <a:pt x="263" y="121"/>
                  <a:pt x="257" y="121"/>
                </a:cubicBezTo>
                <a:close/>
                <a:moveTo>
                  <a:pt x="124" y="403"/>
                </a:moveTo>
                <a:cubicBezTo>
                  <a:pt x="123" y="404"/>
                  <a:pt x="121" y="404"/>
                  <a:pt x="119" y="404"/>
                </a:cubicBezTo>
                <a:cubicBezTo>
                  <a:pt x="90" y="396"/>
                  <a:pt x="69" y="378"/>
                  <a:pt x="55" y="351"/>
                </a:cubicBezTo>
                <a:cubicBezTo>
                  <a:pt x="54" y="350"/>
                  <a:pt x="51" y="344"/>
                  <a:pt x="48" y="337"/>
                </a:cubicBezTo>
                <a:cubicBezTo>
                  <a:pt x="42" y="321"/>
                  <a:pt x="39" y="304"/>
                  <a:pt x="42" y="287"/>
                </a:cubicBezTo>
                <a:cubicBezTo>
                  <a:pt x="43" y="277"/>
                  <a:pt x="41" y="270"/>
                  <a:pt x="37" y="262"/>
                </a:cubicBezTo>
                <a:cubicBezTo>
                  <a:pt x="29" y="244"/>
                  <a:pt x="29" y="226"/>
                  <a:pt x="34" y="207"/>
                </a:cubicBezTo>
                <a:cubicBezTo>
                  <a:pt x="38" y="189"/>
                  <a:pt x="48" y="174"/>
                  <a:pt x="62" y="162"/>
                </a:cubicBezTo>
                <a:cubicBezTo>
                  <a:pt x="66" y="159"/>
                  <a:pt x="72" y="156"/>
                  <a:pt x="76" y="153"/>
                </a:cubicBezTo>
                <a:cubicBezTo>
                  <a:pt x="78" y="151"/>
                  <a:pt x="80" y="149"/>
                  <a:pt x="80" y="148"/>
                </a:cubicBezTo>
                <a:cubicBezTo>
                  <a:pt x="83" y="143"/>
                  <a:pt x="84" y="138"/>
                  <a:pt x="85" y="135"/>
                </a:cubicBezTo>
                <a:cubicBezTo>
                  <a:pt x="96" y="145"/>
                  <a:pt x="107" y="155"/>
                  <a:pt x="118" y="165"/>
                </a:cubicBezTo>
                <a:cubicBezTo>
                  <a:pt x="119" y="165"/>
                  <a:pt x="119" y="166"/>
                  <a:pt x="119" y="166"/>
                </a:cubicBezTo>
                <a:cubicBezTo>
                  <a:pt x="121" y="168"/>
                  <a:pt x="123" y="169"/>
                  <a:pt x="124" y="171"/>
                </a:cubicBezTo>
                <a:cubicBezTo>
                  <a:pt x="123" y="173"/>
                  <a:pt x="122" y="176"/>
                  <a:pt x="122" y="178"/>
                </a:cubicBezTo>
                <a:cubicBezTo>
                  <a:pt x="122" y="185"/>
                  <a:pt x="125" y="191"/>
                  <a:pt x="129" y="195"/>
                </a:cubicBezTo>
                <a:cubicBezTo>
                  <a:pt x="129" y="195"/>
                  <a:pt x="129" y="195"/>
                  <a:pt x="129" y="195"/>
                </a:cubicBezTo>
                <a:cubicBezTo>
                  <a:pt x="130" y="196"/>
                  <a:pt x="130" y="197"/>
                  <a:pt x="131" y="197"/>
                </a:cubicBezTo>
                <a:cubicBezTo>
                  <a:pt x="132" y="198"/>
                  <a:pt x="133" y="199"/>
                  <a:pt x="134" y="200"/>
                </a:cubicBezTo>
                <a:cubicBezTo>
                  <a:pt x="137" y="201"/>
                  <a:pt x="138" y="203"/>
                  <a:pt x="138" y="206"/>
                </a:cubicBezTo>
                <a:cubicBezTo>
                  <a:pt x="137" y="231"/>
                  <a:pt x="137" y="255"/>
                  <a:pt x="137" y="280"/>
                </a:cubicBezTo>
                <a:cubicBezTo>
                  <a:pt x="137" y="283"/>
                  <a:pt x="137" y="313"/>
                  <a:pt x="137" y="321"/>
                </a:cubicBezTo>
                <a:cubicBezTo>
                  <a:pt x="144" y="321"/>
                  <a:pt x="151" y="321"/>
                  <a:pt x="157" y="321"/>
                </a:cubicBezTo>
                <a:cubicBezTo>
                  <a:pt x="160" y="321"/>
                  <a:pt x="162" y="321"/>
                  <a:pt x="164" y="322"/>
                </a:cubicBezTo>
                <a:cubicBezTo>
                  <a:pt x="167" y="329"/>
                  <a:pt x="173" y="336"/>
                  <a:pt x="181" y="338"/>
                </a:cubicBezTo>
                <a:cubicBezTo>
                  <a:pt x="181" y="339"/>
                  <a:pt x="181" y="340"/>
                  <a:pt x="182" y="341"/>
                </a:cubicBezTo>
                <a:cubicBezTo>
                  <a:pt x="182" y="348"/>
                  <a:pt x="180" y="354"/>
                  <a:pt x="174" y="358"/>
                </a:cubicBezTo>
                <a:cubicBezTo>
                  <a:pt x="168" y="362"/>
                  <a:pt x="163" y="367"/>
                  <a:pt x="158" y="372"/>
                </a:cubicBezTo>
                <a:cubicBezTo>
                  <a:pt x="156" y="375"/>
                  <a:pt x="154" y="375"/>
                  <a:pt x="152" y="372"/>
                </a:cubicBezTo>
                <a:cubicBezTo>
                  <a:pt x="137" y="357"/>
                  <a:pt x="121" y="342"/>
                  <a:pt x="106" y="327"/>
                </a:cubicBezTo>
                <a:cubicBezTo>
                  <a:pt x="105" y="326"/>
                  <a:pt x="91" y="310"/>
                  <a:pt x="90" y="307"/>
                </a:cubicBezTo>
                <a:cubicBezTo>
                  <a:pt x="90" y="303"/>
                  <a:pt x="89" y="278"/>
                  <a:pt x="89" y="272"/>
                </a:cubicBezTo>
                <a:cubicBezTo>
                  <a:pt x="99" y="269"/>
                  <a:pt x="106" y="260"/>
                  <a:pt x="106" y="249"/>
                </a:cubicBezTo>
                <a:cubicBezTo>
                  <a:pt x="106" y="238"/>
                  <a:pt x="99" y="229"/>
                  <a:pt x="90" y="226"/>
                </a:cubicBezTo>
                <a:cubicBezTo>
                  <a:pt x="87" y="225"/>
                  <a:pt x="84" y="224"/>
                  <a:pt x="81" y="224"/>
                </a:cubicBezTo>
                <a:cubicBezTo>
                  <a:pt x="76" y="224"/>
                  <a:pt x="71" y="227"/>
                  <a:pt x="67" y="230"/>
                </a:cubicBezTo>
                <a:cubicBezTo>
                  <a:pt x="61" y="234"/>
                  <a:pt x="58" y="241"/>
                  <a:pt x="58" y="249"/>
                </a:cubicBezTo>
                <a:cubicBezTo>
                  <a:pt x="58" y="260"/>
                  <a:pt x="65" y="269"/>
                  <a:pt x="74" y="272"/>
                </a:cubicBezTo>
                <a:cubicBezTo>
                  <a:pt x="74" y="272"/>
                  <a:pt x="74" y="273"/>
                  <a:pt x="74" y="274"/>
                </a:cubicBezTo>
                <a:cubicBezTo>
                  <a:pt x="74" y="287"/>
                  <a:pt x="74" y="297"/>
                  <a:pt x="75" y="310"/>
                </a:cubicBezTo>
                <a:cubicBezTo>
                  <a:pt x="75" y="312"/>
                  <a:pt x="126" y="368"/>
                  <a:pt x="143" y="386"/>
                </a:cubicBezTo>
                <a:cubicBezTo>
                  <a:pt x="137" y="392"/>
                  <a:pt x="131" y="398"/>
                  <a:pt x="124" y="403"/>
                </a:cubicBezTo>
                <a:close/>
                <a:moveTo>
                  <a:pt x="146" y="167"/>
                </a:moveTo>
                <a:cubicBezTo>
                  <a:pt x="153" y="167"/>
                  <a:pt x="157" y="172"/>
                  <a:pt x="157" y="178"/>
                </a:cubicBezTo>
                <a:cubicBezTo>
                  <a:pt x="157" y="184"/>
                  <a:pt x="153" y="189"/>
                  <a:pt x="146" y="189"/>
                </a:cubicBezTo>
                <a:cubicBezTo>
                  <a:pt x="140" y="189"/>
                  <a:pt x="135" y="184"/>
                  <a:pt x="135" y="178"/>
                </a:cubicBezTo>
                <a:cubicBezTo>
                  <a:pt x="135" y="172"/>
                  <a:pt x="140" y="167"/>
                  <a:pt x="146" y="167"/>
                </a:cubicBezTo>
                <a:close/>
                <a:moveTo>
                  <a:pt x="198" y="314"/>
                </a:moveTo>
                <a:cubicBezTo>
                  <a:pt x="198" y="320"/>
                  <a:pt x="194" y="325"/>
                  <a:pt x="187" y="325"/>
                </a:cubicBezTo>
                <a:cubicBezTo>
                  <a:pt x="181" y="325"/>
                  <a:pt x="176" y="320"/>
                  <a:pt x="176" y="314"/>
                </a:cubicBezTo>
                <a:cubicBezTo>
                  <a:pt x="176" y="308"/>
                  <a:pt x="181" y="303"/>
                  <a:pt x="187" y="303"/>
                </a:cubicBezTo>
                <a:cubicBezTo>
                  <a:pt x="194" y="303"/>
                  <a:pt x="198" y="308"/>
                  <a:pt x="198" y="314"/>
                </a:cubicBezTo>
                <a:close/>
                <a:moveTo>
                  <a:pt x="82" y="238"/>
                </a:moveTo>
                <a:cubicBezTo>
                  <a:pt x="88" y="238"/>
                  <a:pt x="93" y="243"/>
                  <a:pt x="93" y="249"/>
                </a:cubicBezTo>
                <a:cubicBezTo>
                  <a:pt x="93" y="255"/>
                  <a:pt x="88" y="260"/>
                  <a:pt x="82" y="260"/>
                </a:cubicBezTo>
                <a:cubicBezTo>
                  <a:pt x="76" y="260"/>
                  <a:pt x="71" y="255"/>
                  <a:pt x="71" y="249"/>
                </a:cubicBezTo>
                <a:cubicBezTo>
                  <a:pt x="71" y="243"/>
                  <a:pt x="76" y="238"/>
                  <a:pt x="82" y="238"/>
                </a:cubicBezTo>
                <a:close/>
                <a:moveTo>
                  <a:pt x="224" y="379"/>
                </a:moveTo>
                <a:cubicBezTo>
                  <a:pt x="222" y="381"/>
                  <a:pt x="221" y="383"/>
                  <a:pt x="221" y="386"/>
                </a:cubicBezTo>
                <a:cubicBezTo>
                  <a:pt x="220" y="406"/>
                  <a:pt x="219" y="426"/>
                  <a:pt x="219" y="446"/>
                </a:cubicBezTo>
                <a:cubicBezTo>
                  <a:pt x="219" y="450"/>
                  <a:pt x="218" y="451"/>
                  <a:pt x="214" y="451"/>
                </a:cubicBezTo>
                <a:cubicBezTo>
                  <a:pt x="189" y="452"/>
                  <a:pt x="161" y="439"/>
                  <a:pt x="152" y="413"/>
                </a:cubicBezTo>
                <a:cubicBezTo>
                  <a:pt x="151" y="409"/>
                  <a:pt x="148" y="408"/>
                  <a:pt x="143" y="408"/>
                </a:cubicBezTo>
                <a:cubicBezTo>
                  <a:pt x="144" y="406"/>
                  <a:pt x="145" y="405"/>
                  <a:pt x="146" y="405"/>
                </a:cubicBezTo>
                <a:cubicBezTo>
                  <a:pt x="162" y="390"/>
                  <a:pt x="178" y="375"/>
                  <a:pt x="193" y="360"/>
                </a:cubicBezTo>
                <a:cubicBezTo>
                  <a:pt x="195" y="359"/>
                  <a:pt x="196" y="356"/>
                  <a:pt x="196" y="354"/>
                </a:cubicBezTo>
                <a:cubicBezTo>
                  <a:pt x="196" y="349"/>
                  <a:pt x="196" y="344"/>
                  <a:pt x="196" y="338"/>
                </a:cubicBezTo>
                <a:cubicBezTo>
                  <a:pt x="196" y="338"/>
                  <a:pt x="196" y="337"/>
                  <a:pt x="196" y="337"/>
                </a:cubicBezTo>
                <a:cubicBezTo>
                  <a:pt x="205" y="333"/>
                  <a:pt x="212" y="325"/>
                  <a:pt x="212" y="314"/>
                </a:cubicBezTo>
                <a:cubicBezTo>
                  <a:pt x="212" y="301"/>
                  <a:pt x="201" y="290"/>
                  <a:pt x="188" y="290"/>
                </a:cubicBezTo>
                <a:cubicBezTo>
                  <a:pt x="177" y="290"/>
                  <a:pt x="168" y="297"/>
                  <a:pt x="165" y="306"/>
                </a:cubicBezTo>
                <a:cubicBezTo>
                  <a:pt x="164" y="306"/>
                  <a:pt x="162" y="306"/>
                  <a:pt x="161" y="306"/>
                </a:cubicBezTo>
                <a:cubicBezTo>
                  <a:pt x="158" y="306"/>
                  <a:pt x="156" y="306"/>
                  <a:pt x="152" y="306"/>
                </a:cubicBezTo>
                <a:cubicBezTo>
                  <a:pt x="152" y="304"/>
                  <a:pt x="152" y="302"/>
                  <a:pt x="152" y="301"/>
                </a:cubicBezTo>
                <a:cubicBezTo>
                  <a:pt x="152" y="269"/>
                  <a:pt x="152" y="238"/>
                  <a:pt x="152" y="207"/>
                </a:cubicBezTo>
                <a:cubicBezTo>
                  <a:pt x="152" y="204"/>
                  <a:pt x="153" y="202"/>
                  <a:pt x="155" y="201"/>
                </a:cubicBezTo>
                <a:cubicBezTo>
                  <a:pt x="164" y="198"/>
                  <a:pt x="171" y="189"/>
                  <a:pt x="171" y="178"/>
                </a:cubicBezTo>
                <a:cubicBezTo>
                  <a:pt x="171" y="165"/>
                  <a:pt x="160" y="154"/>
                  <a:pt x="147" y="154"/>
                </a:cubicBezTo>
                <a:cubicBezTo>
                  <a:pt x="142" y="154"/>
                  <a:pt x="137" y="156"/>
                  <a:pt x="133" y="158"/>
                </a:cubicBezTo>
                <a:cubicBezTo>
                  <a:pt x="121" y="146"/>
                  <a:pt x="109" y="133"/>
                  <a:pt x="97" y="121"/>
                </a:cubicBezTo>
                <a:cubicBezTo>
                  <a:pt x="95" y="119"/>
                  <a:pt x="95" y="118"/>
                  <a:pt x="97" y="116"/>
                </a:cubicBezTo>
                <a:cubicBezTo>
                  <a:pt x="111" y="100"/>
                  <a:pt x="129" y="92"/>
                  <a:pt x="150" y="91"/>
                </a:cubicBezTo>
                <a:cubicBezTo>
                  <a:pt x="152" y="91"/>
                  <a:pt x="154" y="92"/>
                  <a:pt x="156" y="94"/>
                </a:cubicBezTo>
                <a:cubicBezTo>
                  <a:pt x="168" y="106"/>
                  <a:pt x="181" y="118"/>
                  <a:pt x="194" y="130"/>
                </a:cubicBezTo>
                <a:cubicBezTo>
                  <a:pt x="195" y="131"/>
                  <a:pt x="196" y="133"/>
                  <a:pt x="196" y="134"/>
                </a:cubicBezTo>
                <a:cubicBezTo>
                  <a:pt x="197" y="145"/>
                  <a:pt x="198" y="156"/>
                  <a:pt x="199" y="166"/>
                </a:cubicBezTo>
                <a:cubicBezTo>
                  <a:pt x="199" y="177"/>
                  <a:pt x="200" y="187"/>
                  <a:pt x="201" y="198"/>
                </a:cubicBezTo>
                <a:cubicBezTo>
                  <a:pt x="201" y="200"/>
                  <a:pt x="202" y="203"/>
                  <a:pt x="204" y="205"/>
                </a:cubicBezTo>
                <a:cubicBezTo>
                  <a:pt x="217" y="220"/>
                  <a:pt x="230" y="236"/>
                  <a:pt x="244" y="252"/>
                </a:cubicBezTo>
                <a:cubicBezTo>
                  <a:pt x="245" y="253"/>
                  <a:pt x="245" y="254"/>
                  <a:pt x="246" y="255"/>
                </a:cubicBezTo>
                <a:cubicBezTo>
                  <a:pt x="243" y="259"/>
                  <a:pt x="241" y="263"/>
                  <a:pt x="241" y="268"/>
                </a:cubicBezTo>
                <a:cubicBezTo>
                  <a:pt x="241" y="280"/>
                  <a:pt x="249" y="289"/>
                  <a:pt x="259" y="292"/>
                </a:cubicBezTo>
                <a:cubicBezTo>
                  <a:pt x="259" y="292"/>
                  <a:pt x="259" y="292"/>
                  <a:pt x="259" y="292"/>
                </a:cubicBezTo>
                <a:cubicBezTo>
                  <a:pt x="259" y="310"/>
                  <a:pt x="259" y="328"/>
                  <a:pt x="259" y="347"/>
                </a:cubicBezTo>
                <a:cubicBezTo>
                  <a:pt x="259" y="348"/>
                  <a:pt x="258" y="350"/>
                  <a:pt x="257" y="351"/>
                </a:cubicBezTo>
                <a:cubicBezTo>
                  <a:pt x="246" y="361"/>
                  <a:pt x="235" y="370"/>
                  <a:pt x="224" y="379"/>
                </a:cubicBezTo>
                <a:close/>
                <a:moveTo>
                  <a:pt x="276" y="268"/>
                </a:moveTo>
                <a:cubicBezTo>
                  <a:pt x="276" y="274"/>
                  <a:pt x="272" y="279"/>
                  <a:pt x="265" y="279"/>
                </a:cubicBezTo>
                <a:cubicBezTo>
                  <a:pt x="259" y="279"/>
                  <a:pt x="254" y="274"/>
                  <a:pt x="254" y="268"/>
                </a:cubicBezTo>
                <a:cubicBezTo>
                  <a:pt x="254" y="262"/>
                  <a:pt x="259" y="257"/>
                  <a:pt x="265" y="257"/>
                </a:cubicBezTo>
                <a:cubicBezTo>
                  <a:pt x="272" y="257"/>
                  <a:pt x="276" y="262"/>
                  <a:pt x="276" y="268"/>
                </a:cubicBezTo>
                <a:close/>
                <a:moveTo>
                  <a:pt x="310" y="473"/>
                </a:moveTo>
                <a:cubicBezTo>
                  <a:pt x="293" y="475"/>
                  <a:pt x="276" y="475"/>
                  <a:pt x="260" y="468"/>
                </a:cubicBezTo>
                <a:cubicBezTo>
                  <a:pt x="252" y="465"/>
                  <a:pt x="244" y="460"/>
                  <a:pt x="237" y="455"/>
                </a:cubicBezTo>
                <a:cubicBezTo>
                  <a:pt x="235" y="454"/>
                  <a:pt x="234" y="452"/>
                  <a:pt x="234" y="450"/>
                </a:cubicBezTo>
                <a:cubicBezTo>
                  <a:pt x="234" y="431"/>
                  <a:pt x="235" y="412"/>
                  <a:pt x="235" y="393"/>
                </a:cubicBezTo>
                <a:cubicBezTo>
                  <a:pt x="235" y="392"/>
                  <a:pt x="236" y="389"/>
                  <a:pt x="237" y="388"/>
                </a:cubicBezTo>
                <a:cubicBezTo>
                  <a:pt x="244" y="381"/>
                  <a:pt x="252" y="375"/>
                  <a:pt x="260" y="368"/>
                </a:cubicBezTo>
                <a:cubicBezTo>
                  <a:pt x="260" y="371"/>
                  <a:pt x="261" y="373"/>
                  <a:pt x="261" y="374"/>
                </a:cubicBezTo>
                <a:cubicBezTo>
                  <a:pt x="261" y="385"/>
                  <a:pt x="261" y="396"/>
                  <a:pt x="261" y="407"/>
                </a:cubicBezTo>
                <a:cubicBezTo>
                  <a:pt x="261" y="411"/>
                  <a:pt x="263" y="414"/>
                  <a:pt x="265" y="417"/>
                </a:cubicBezTo>
                <a:cubicBezTo>
                  <a:pt x="282" y="434"/>
                  <a:pt x="299" y="451"/>
                  <a:pt x="316" y="469"/>
                </a:cubicBezTo>
                <a:cubicBezTo>
                  <a:pt x="316" y="469"/>
                  <a:pt x="317" y="470"/>
                  <a:pt x="318" y="471"/>
                </a:cubicBezTo>
                <a:cubicBezTo>
                  <a:pt x="315" y="472"/>
                  <a:pt x="312" y="473"/>
                  <a:pt x="310" y="473"/>
                </a:cubicBezTo>
                <a:close/>
                <a:moveTo>
                  <a:pt x="333" y="357"/>
                </a:moveTo>
                <a:cubicBezTo>
                  <a:pt x="340" y="357"/>
                  <a:pt x="344" y="362"/>
                  <a:pt x="344" y="368"/>
                </a:cubicBezTo>
                <a:cubicBezTo>
                  <a:pt x="344" y="374"/>
                  <a:pt x="340" y="379"/>
                  <a:pt x="333" y="379"/>
                </a:cubicBezTo>
                <a:cubicBezTo>
                  <a:pt x="327" y="379"/>
                  <a:pt x="322" y="374"/>
                  <a:pt x="322" y="368"/>
                </a:cubicBezTo>
                <a:cubicBezTo>
                  <a:pt x="322" y="362"/>
                  <a:pt x="327" y="357"/>
                  <a:pt x="333" y="357"/>
                </a:cubicBezTo>
                <a:close/>
                <a:moveTo>
                  <a:pt x="342" y="455"/>
                </a:moveTo>
                <a:cubicBezTo>
                  <a:pt x="342" y="434"/>
                  <a:pt x="342" y="414"/>
                  <a:pt x="342" y="393"/>
                </a:cubicBezTo>
                <a:cubicBezTo>
                  <a:pt x="342" y="392"/>
                  <a:pt x="342" y="391"/>
                  <a:pt x="343" y="390"/>
                </a:cubicBezTo>
                <a:cubicBezTo>
                  <a:pt x="352" y="387"/>
                  <a:pt x="358" y="378"/>
                  <a:pt x="358" y="368"/>
                </a:cubicBezTo>
                <a:cubicBezTo>
                  <a:pt x="358" y="355"/>
                  <a:pt x="347" y="344"/>
                  <a:pt x="334" y="344"/>
                </a:cubicBezTo>
                <a:cubicBezTo>
                  <a:pt x="320" y="344"/>
                  <a:pt x="309" y="355"/>
                  <a:pt x="309" y="368"/>
                </a:cubicBezTo>
                <a:cubicBezTo>
                  <a:pt x="309" y="379"/>
                  <a:pt x="317" y="388"/>
                  <a:pt x="327" y="391"/>
                </a:cubicBezTo>
                <a:cubicBezTo>
                  <a:pt x="327" y="393"/>
                  <a:pt x="328" y="395"/>
                  <a:pt x="327" y="397"/>
                </a:cubicBezTo>
                <a:cubicBezTo>
                  <a:pt x="327" y="415"/>
                  <a:pt x="327" y="434"/>
                  <a:pt x="327" y="452"/>
                </a:cubicBezTo>
                <a:cubicBezTo>
                  <a:pt x="327" y="454"/>
                  <a:pt x="327" y="455"/>
                  <a:pt x="327" y="458"/>
                </a:cubicBezTo>
                <a:cubicBezTo>
                  <a:pt x="325" y="457"/>
                  <a:pt x="324" y="456"/>
                  <a:pt x="324" y="455"/>
                </a:cubicBezTo>
                <a:cubicBezTo>
                  <a:pt x="308" y="440"/>
                  <a:pt x="293" y="424"/>
                  <a:pt x="278" y="409"/>
                </a:cubicBezTo>
                <a:cubicBezTo>
                  <a:pt x="277" y="407"/>
                  <a:pt x="276" y="405"/>
                  <a:pt x="276" y="404"/>
                </a:cubicBezTo>
                <a:cubicBezTo>
                  <a:pt x="276" y="367"/>
                  <a:pt x="275" y="331"/>
                  <a:pt x="274" y="294"/>
                </a:cubicBezTo>
                <a:cubicBezTo>
                  <a:pt x="274" y="293"/>
                  <a:pt x="274" y="292"/>
                  <a:pt x="275" y="291"/>
                </a:cubicBezTo>
                <a:cubicBezTo>
                  <a:pt x="283" y="287"/>
                  <a:pt x="290" y="279"/>
                  <a:pt x="290" y="268"/>
                </a:cubicBezTo>
                <a:cubicBezTo>
                  <a:pt x="290" y="255"/>
                  <a:pt x="279" y="244"/>
                  <a:pt x="266" y="244"/>
                </a:cubicBezTo>
                <a:cubicBezTo>
                  <a:pt x="263" y="244"/>
                  <a:pt x="261" y="245"/>
                  <a:pt x="259" y="245"/>
                </a:cubicBezTo>
                <a:cubicBezTo>
                  <a:pt x="258" y="245"/>
                  <a:pt x="257" y="244"/>
                  <a:pt x="255" y="242"/>
                </a:cubicBezTo>
                <a:cubicBezTo>
                  <a:pt x="243" y="228"/>
                  <a:pt x="230" y="213"/>
                  <a:pt x="217" y="198"/>
                </a:cubicBezTo>
                <a:cubicBezTo>
                  <a:pt x="216" y="197"/>
                  <a:pt x="216" y="195"/>
                  <a:pt x="216" y="194"/>
                </a:cubicBezTo>
                <a:cubicBezTo>
                  <a:pt x="215" y="185"/>
                  <a:pt x="214" y="175"/>
                  <a:pt x="213" y="166"/>
                </a:cubicBezTo>
                <a:cubicBezTo>
                  <a:pt x="212" y="153"/>
                  <a:pt x="211" y="141"/>
                  <a:pt x="210" y="128"/>
                </a:cubicBezTo>
                <a:cubicBezTo>
                  <a:pt x="210" y="126"/>
                  <a:pt x="209" y="124"/>
                  <a:pt x="208" y="123"/>
                </a:cubicBezTo>
                <a:cubicBezTo>
                  <a:pt x="195" y="110"/>
                  <a:pt x="182" y="98"/>
                  <a:pt x="169" y="85"/>
                </a:cubicBezTo>
                <a:cubicBezTo>
                  <a:pt x="168" y="85"/>
                  <a:pt x="168" y="84"/>
                  <a:pt x="167" y="83"/>
                </a:cubicBezTo>
                <a:cubicBezTo>
                  <a:pt x="174" y="77"/>
                  <a:pt x="181" y="71"/>
                  <a:pt x="188" y="66"/>
                </a:cubicBezTo>
                <a:cubicBezTo>
                  <a:pt x="203" y="57"/>
                  <a:pt x="219" y="50"/>
                  <a:pt x="236" y="46"/>
                </a:cubicBezTo>
                <a:cubicBezTo>
                  <a:pt x="248" y="43"/>
                  <a:pt x="248" y="43"/>
                  <a:pt x="248" y="55"/>
                </a:cubicBezTo>
                <a:cubicBezTo>
                  <a:pt x="248" y="65"/>
                  <a:pt x="248" y="74"/>
                  <a:pt x="248" y="83"/>
                </a:cubicBezTo>
                <a:cubicBezTo>
                  <a:pt x="248" y="85"/>
                  <a:pt x="247" y="87"/>
                  <a:pt x="246" y="89"/>
                </a:cubicBezTo>
                <a:cubicBezTo>
                  <a:pt x="238" y="93"/>
                  <a:pt x="233" y="101"/>
                  <a:pt x="233" y="110"/>
                </a:cubicBezTo>
                <a:cubicBezTo>
                  <a:pt x="233" y="124"/>
                  <a:pt x="244" y="135"/>
                  <a:pt x="257" y="135"/>
                </a:cubicBezTo>
                <a:cubicBezTo>
                  <a:pt x="260" y="135"/>
                  <a:pt x="263" y="134"/>
                  <a:pt x="266" y="133"/>
                </a:cubicBezTo>
                <a:cubicBezTo>
                  <a:pt x="274" y="140"/>
                  <a:pt x="281" y="147"/>
                  <a:pt x="288" y="155"/>
                </a:cubicBezTo>
                <a:cubicBezTo>
                  <a:pt x="289" y="156"/>
                  <a:pt x="289" y="159"/>
                  <a:pt x="289" y="162"/>
                </a:cubicBezTo>
                <a:cubicBezTo>
                  <a:pt x="289" y="190"/>
                  <a:pt x="289" y="218"/>
                  <a:pt x="290" y="246"/>
                </a:cubicBezTo>
                <a:cubicBezTo>
                  <a:pt x="290" y="248"/>
                  <a:pt x="291" y="251"/>
                  <a:pt x="292" y="253"/>
                </a:cubicBezTo>
                <a:cubicBezTo>
                  <a:pt x="318" y="277"/>
                  <a:pt x="344" y="300"/>
                  <a:pt x="369" y="324"/>
                </a:cubicBezTo>
                <a:cubicBezTo>
                  <a:pt x="370" y="326"/>
                  <a:pt x="372" y="328"/>
                  <a:pt x="372" y="330"/>
                </a:cubicBezTo>
                <a:cubicBezTo>
                  <a:pt x="372" y="363"/>
                  <a:pt x="372" y="397"/>
                  <a:pt x="372" y="431"/>
                </a:cubicBezTo>
                <a:cubicBezTo>
                  <a:pt x="372" y="433"/>
                  <a:pt x="370" y="436"/>
                  <a:pt x="369" y="437"/>
                </a:cubicBezTo>
                <a:cubicBezTo>
                  <a:pt x="360" y="445"/>
                  <a:pt x="352" y="452"/>
                  <a:pt x="343" y="460"/>
                </a:cubicBezTo>
                <a:cubicBezTo>
                  <a:pt x="343" y="458"/>
                  <a:pt x="342" y="457"/>
                  <a:pt x="342" y="455"/>
                </a:cubicBezTo>
                <a:close/>
                <a:moveTo>
                  <a:pt x="538" y="594"/>
                </a:moveTo>
                <a:cubicBezTo>
                  <a:pt x="537" y="602"/>
                  <a:pt x="530" y="606"/>
                  <a:pt x="522" y="602"/>
                </a:cubicBezTo>
                <a:cubicBezTo>
                  <a:pt x="513" y="598"/>
                  <a:pt x="507" y="591"/>
                  <a:pt x="502" y="584"/>
                </a:cubicBezTo>
                <a:cubicBezTo>
                  <a:pt x="482" y="560"/>
                  <a:pt x="463" y="536"/>
                  <a:pt x="444" y="512"/>
                </a:cubicBezTo>
                <a:cubicBezTo>
                  <a:pt x="442" y="510"/>
                  <a:pt x="440" y="510"/>
                  <a:pt x="438" y="511"/>
                </a:cubicBezTo>
                <a:cubicBezTo>
                  <a:pt x="402" y="518"/>
                  <a:pt x="372" y="508"/>
                  <a:pt x="348" y="482"/>
                </a:cubicBezTo>
                <a:cubicBezTo>
                  <a:pt x="345" y="479"/>
                  <a:pt x="346" y="478"/>
                  <a:pt x="348" y="475"/>
                </a:cubicBezTo>
                <a:cubicBezTo>
                  <a:pt x="375" y="452"/>
                  <a:pt x="401" y="429"/>
                  <a:pt x="427" y="406"/>
                </a:cubicBezTo>
                <a:cubicBezTo>
                  <a:pt x="430" y="403"/>
                  <a:pt x="431" y="401"/>
                  <a:pt x="431" y="397"/>
                </a:cubicBezTo>
                <a:cubicBezTo>
                  <a:pt x="431" y="372"/>
                  <a:pt x="431" y="348"/>
                  <a:pt x="431" y="323"/>
                </a:cubicBezTo>
                <a:cubicBezTo>
                  <a:pt x="431" y="319"/>
                  <a:pt x="432" y="316"/>
                  <a:pt x="435" y="313"/>
                </a:cubicBezTo>
                <a:cubicBezTo>
                  <a:pt x="448" y="302"/>
                  <a:pt x="461" y="291"/>
                  <a:pt x="473" y="280"/>
                </a:cubicBezTo>
                <a:cubicBezTo>
                  <a:pt x="476" y="277"/>
                  <a:pt x="477" y="275"/>
                  <a:pt x="477" y="272"/>
                </a:cubicBezTo>
                <a:cubicBezTo>
                  <a:pt x="477" y="253"/>
                  <a:pt x="477" y="234"/>
                  <a:pt x="477" y="215"/>
                </a:cubicBezTo>
                <a:cubicBezTo>
                  <a:pt x="477" y="213"/>
                  <a:pt x="477" y="212"/>
                  <a:pt x="477" y="210"/>
                </a:cubicBezTo>
                <a:cubicBezTo>
                  <a:pt x="487" y="207"/>
                  <a:pt x="494" y="198"/>
                  <a:pt x="494" y="187"/>
                </a:cubicBezTo>
                <a:cubicBezTo>
                  <a:pt x="494" y="174"/>
                  <a:pt x="483" y="163"/>
                  <a:pt x="470" y="163"/>
                </a:cubicBezTo>
                <a:cubicBezTo>
                  <a:pt x="456" y="163"/>
                  <a:pt x="445" y="174"/>
                  <a:pt x="445" y="187"/>
                </a:cubicBezTo>
                <a:cubicBezTo>
                  <a:pt x="445" y="198"/>
                  <a:pt x="452" y="207"/>
                  <a:pt x="462" y="210"/>
                </a:cubicBezTo>
                <a:cubicBezTo>
                  <a:pt x="462" y="211"/>
                  <a:pt x="462" y="211"/>
                  <a:pt x="462" y="212"/>
                </a:cubicBezTo>
                <a:cubicBezTo>
                  <a:pt x="462" y="230"/>
                  <a:pt x="462" y="248"/>
                  <a:pt x="462" y="266"/>
                </a:cubicBezTo>
                <a:cubicBezTo>
                  <a:pt x="462" y="268"/>
                  <a:pt x="461" y="271"/>
                  <a:pt x="459" y="272"/>
                </a:cubicBezTo>
                <a:cubicBezTo>
                  <a:pt x="451" y="280"/>
                  <a:pt x="442" y="287"/>
                  <a:pt x="434" y="295"/>
                </a:cubicBezTo>
                <a:cubicBezTo>
                  <a:pt x="433" y="295"/>
                  <a:pt x="433" y="295"/>
                  <a:pt x="431" y="296"/>
                </a:cubicBezTo>
                <a:cubicBezTo>
                  <a:pt x="431" y="294"/>
                  <a:pt x="431" y="292"/>
                  <a:pt x="431" y="291"/>
                </a:cubicBezTo>
                <a:cubicBezTo>
                  <a:pt x="431" y="229"/>
                  <a:pt x="431" y="166"/>
                  <a:pt x="431" y="104"/>
                </a:cubicBezTo>
                <a:cubicBezTo>
                  <a:pt x="431" y="99"/>
                  <a:pt x="432" y="97"/>
                  <a:pt x="436" y="94"/>
                </a:cubicBezTo>
                <a:cubicBezTo>
                  <a:pt x="446" y="88"/>
                  <a:pt x="455" y="81"/>
                  <a:pt x="465" y="74"/>
                </a:cubicBezTo>
                <a:cubicBezTo>
                  <a:pt x="466" y="73"/>
                  <a:pt x="467" y="70"/>
                  <a:pt x="467" y="68"/>
                </a:cubicBezTo>
                <a:cubicBezTo>
                  <a:pt x="468" y="57"/>
                  <a:pt x="469" y="45"/>
                  <a:pt x="469" y="34"/>
                </a:cubicBezTo>
                <a:cubicBezTo>
                  <a:pt x="469" y="33"/>
                  <a:pt x="469" y="32"/>
                  <a:pt x="470" y="30"/>
                </a:cubicBezTo>
                <a:cubicBezTo>
                  <a:pt x="483" y="32"/>
                  <a:pt x="495" y="34"/>
                  <a:pt x="509" y="36"/>
                </a:cubicBezTo>
                <a:cubicBezTo>
                  <a:pt x="509" y="39"/>
                  <a:pt x="509" y="41"/>
                  <a:pt x="509" y="43"/>
                </a:cubicBezTo>
                <a:cubicBezTo>
                  <a:pt x="508" y="73"/>
                  <a:pt x="507" y="102"/>
                  <a:pt x="507" y="131"/>
                </a:cubicBezTo>
                <a:cubicBezTo>
                  <a:pt x="506" y="135"/>
                  <a:pt x="508" y="138"/>
                  <a:pt x="510" y="140"/>
                </a:cubicBezTo>
                <a:cubicBezTo>
                  <a:pt x="516" y="145"/>
                  <a:pt x="523" y="150"/>
                  <a:pt x="529" y="155"/>
                </a:cubicBezTo>
                <a:cubicBezTo>
                  <a:pt x="530" y="156"/>
                  <a:pt x="530" y="157"/>
                  <a:pt x="531" y="158"/>
                </a:cubicBezTo>
                <a:cubicBezTo>
                  <a:pt x="530" y="161"/>
                  <a:pt x="529" y="164"/>
                  <a:pt x="529" y="168"/>
                </a:cubicBezTo>
                <a:cubicBezTo>
                  <a:pt x="529" y="179"/>
                  <a:pt x="536" y="188"/>
                  <a:pt x="546" y="191"/>
                </a:cubicBezTo>
                <a:cubicBezTo>
                  <a:pt x="546" y="191"/>
                  <a:pt x="546" y="192"/>
                  <a:pt x="546" y="192"/>
                </a:cubicBezTo>
                <a:cubicBezTo>
                  <a:pt x="546" y="208"/>
                  <a:pt x="546" y="223"/>
                  <a:pt x="546" y="238"/>
                </a:cubicBezTo>
                <a:cubicBezTo>
                  <a:pt x="546" y="241"/>
                  <a:pt x="545" y="243"/>
                  <a:pt x="543" y="244"/>
                </a:cubicBezTo>
                <a:cubicBezTo>
                  <a:pt x="530" y="252"/>
                  <a:pt x="518" y="260"/>
                  <a:pt x="505" y="267"/>
                </a:cubicBezTo>
                <a:cubicBezTo>
                  <a:pt x="502" y="269"/>
                  <a:pt x="501" y="271"/>
                  <a:pt x="501" y="275"/>
                </a:cubicBezTo>
                <a:cubicBezTo>
                  <a:pt x="501" y="316"/>
                  <a:pt x="501" y="356"/>
                  <a:pt x="501" y="396"/>
                </a:cubicBezTo>
                <a:cubicBezTo>
                  <a:pt x="501" y="400"/>
                  <a:pt x="500" y="402"/>
                  <a:pt x="496" y="404"/>
                </a:cubicBezTo>
                <a:cubicBezTo>
                  <a:pt x="487" y="409"/>
                  <a:pt x="479" y="414"/>
                  <a:pt x="470" y="419"/>
                </a:cubicBezTo>
                <a:cubicBezTo>
                  <a:pt x="469" y="420"/>
                  <a:pt x="467" y="423"/>
                  <a:pt x="467" y="425"/>
                </a:cubicBezTo>
                <a:cubicBezTo>
                  <a:pt x="467" y="449"/>
                  <a:pt x="467" y="473"/>
                  <a:pt x="467" y="498"/>
                </a:cubicBezTo>
                <a:cubicBezTo>
                  <a:pt x="467" y="499"/>
                  <a:pt x="468" y="501"/>
                  <a:pt x="469" y="503"/>
                </a:cubicBezTo>
                <a:cubicBezTo>
                  <a:pt x="470" y="505"/>
                  <a:pt x="471" y="506"/>
                  <a:pt x="473" y="507"/>
                </a:cubicBezTo>
                <a:cubicBezTo>
                  <a:pt x="476" y="511"/>
                  <a:pt x="479" y="514"/>
                  <a:pt x="480" y="518"/>
                </a:cubicBezTo>
                <a:cubicBezTo>
                  <a:pt x="480" y="520"/>
                  <a:pt x="479" y="522"/>
                  <a:pt x="479" y="524"/>
                </a:cubicBezTo>
                <a:cubicBezTo>
                  <a:pt x="479" y="529"/>
                  <a:pt x="481" y="533"/>
                  <a:pt x="483" y="537"/>
                </a:cubicBezTo>
                <a:cubicBezTo>
                  <a:pt x="485" y="540"/>
                  <a:pt x="488" y="543"/>
                  <a:pt x="492" y="545"/>
                </a:cubicBezTo>
                <a:cubicBezTo>
                  <a:pt x="492" y="545"/>
                  <a:pt x="492" y="545"/>
                  <a:pt x="492" y="545"/>
                </a:cubicBezTo>
                <a:cubicBezTo>
                  <a:pt x="492" y="545"/>
                  <a:pt x="492" y="545"/>
                  <a:pt x="492" y="545"/>
                </a:cubicBezTo>
                <a:cubicBezTo>
                  <a:pt x="496" y="547"/>
                  <a:pt x="499" y="548"/>
                  <a:pt x="504" y="548"/>
                </a:cubicBezTo>
                <a:cubicBezTo>
                  <a:pt x="505" y="548"/>
                  <a:pt x="506" y="548"/>
                  <a:pt x="507" y="548"/>
                </a:cubicBezTo>
                <a:cubicBezTo>
                  <a:pt x="509" y="548"/>
                  <a:pt x="510" y="550"/>
                  <a:pt x="512" y="551"/>
                </a:cubicBezTo>
                <a:cubicBezTo>
                  <a:pt x="519" y="560"/>
                  <a:pt x="526" y="568"/>
                  <a:pt x="533" y="576"/>
                </a:cubicBezTo>
                <a:cubicBezTo>
                  <a:pt x="538" y="581"/>
                  <a:pt x="539" y="587"/>
                  <a:pt x="538" y="594"/>
                </a:cubicBezTo>
                <a:close/>
                <a:moveTo>
                  <a:pt x="470" y="176"/>
                </a:moveTo>
                <a:cubicBezTo>
                  <a:pt x="476" y="176"/>
                  <a:pt x="481" y="181"/>
                  <a:pt x="481" y="187"/>
                </a:cubicBezTo>
                <a:cubicBezTo>
                  <a:pt x="481" y="193"/>
                  <a:pt x="476" y="198"/>
                  <a:pt x="470" y="198"/>
                </a:cubicBezTo>
                <a:cubicBezTo>
                  <a:pt x="463" y="198"/>
                  <a:pt x="459" y="193"/>
                  <a:pt x="459" y="187"/>
                </a:cubicBezTo>
                <a:cubicBezTo>
                  <a:pt x="459" y="181"/>
                  <a:pt x="463" y="176"/>
                  <a:pt x="470" y="176"/>
                </a:cubicBezTo>
                <a:close/>
                <a:moveTo>
                  <a:pt x="514" y="524"/>
                </a:moveTo>
                <a:cubicBezTo>
                  <a:pt x="514" y="530"/>
                  <a:pt x="510" y="535"/>
                  <a:pt x="503" y="535"/>
                </a:cubicBezTo>
                <a:cubicBezTo>
                  <a:pt x="497" y="535"/>
                  <a:pt x="492" y="530"/>
                  <a:pt x="492" y="524"/>
                </a:cubicBezTo>
                <a:cubicBezTo>
                  <a:pt x="492" y="518"/>
                  <a:pt x="497" y="513"/>
                  <a:pt x="503" y="513"/>
                </a:cubicBezTo>
                <a:cubicBezTo>
                  <a:pt x="510" y="513"/>
                  <a:pt x="514" y="518"/>
                  <a:pt x="514" y="524"/>
                </a:cubicBezTo>
                <a:close/>
                <a:moveTo>
                  <a:pt x="667" y="512"/>
                </a:moveTo>
                <a:cubicBezTo>
                  <a:pt x="652" y="532"/>
                  <a:pt x="632" y="547"/>
                  <a:pt x="609" y="557"/>
                </a:cubicBezTo>
                <a:cubicBezTo>
                  <a:pt x="589" y="564"/>
                  <a:pt x="568" y="567"/>
                  <a:pt x="547" y="567"/>
                </a:cubicBezTo>
                <a:cubicBezTo>
                  <a:pt x="546" y="567"/>
                  <a:pt x="544" y="565"/>
                  <a:pt x="543" y="564"/>
                </a:cubicBezTo>
                <a:cubicBezTo>
                  <a:pt x="536" y="557"/>
                  <a:pt x="529" y="549"/>
                  <a:pt x="523" y="541"/>
                </a:cubicBezTo>
                <a:cubicBezTo>
                  <a:pt x="522" y="541"/>
                  <a:pt x="522" y="540"/>
                  <a:pt x="522" y="540"/>
                </a:cubicBezTo>
                <a:cubicBezTo>
                  <a:pt x="526" y="535"/>
                  <a:pt x="528" y="530"/>
                  <a:pt x="528" y="524"/>
                </a:cubicBezTo>
                <a:cubicBezTo>
                  <a:pt x="528" y="522"/>
                  <a:pt x="528" y="520"/>
                  <a:pt x="527" y="519"/>
                </a:cubicBezTo>
                <a:cubicBezTo>
                  <a:pt x="540" y="508"/>
                  <a:pt x="552" y="497"/>
                  <a:pt x="565" y="487"/>
                </a:cubicBezTo>
                <a:cubicBezTo>
                  <a:pt x="567" y="485"/>
                  <a:pt x="569" y="485"/>
                  <a:pt x="571" y="485"/>
                </a:cubicBezTo>
                <a:cubicBezTo>
                  <a:pt x="607" y="484"/>
                  <a:pt x="643" y="483"/>
                  <a:pt x="680" y="483"/>
                </a:cubicBezTo>
                <a:cubicBezTo>
                  <a:pt x="680" y="483"/>
                  <a:pt x="681" y="483"/>
                  <a:pt x="684" y="483"/>
                </a:cubicBezTo>
                <a:cubicBezTo>
                  <a:pt x="678" y="493"/>
                  <a:pt x="673" y="503"/>
                  <a:pt x="667" y="512"/>
                </a:cubicBezTo>
                <a:close/>
                <a:moveTo>
                  <a:pt x="565" y="343"/>
                </a:moveTo>
                <a:cubicBezTo>
                  <a:pt x="572" y="343"/>
                  <a:pt x="576" y="348"/>
                  <a:pt x="576" y="354"/>
                </a:cubicBezTo>
                <a:cubicBezTo>
                  <a:pt x="576" y="360"/>
                  <a:pt x="572" y="365"/>
                  <a:pt x="565" y="365"/>
                </a:cubicBezTo>
                <a:cubicBezTo>
                  <a:pt x="559" y="365"/>
                  <a:pt x="554" y="360"/>
                  <a:pt x="554" y="354"/>
                </a:cubicBezTo>
                <a:cubicBezTo>
                  <a:pt x="554" y="348"/>
                  <a:pt x="559" y="343"/>
                  <a:pt x="565" y="343"/>
                </a:cubicBezTo>
                <a:close/>
                <a:moveTo>
                  <a:pt x="690" y="462"/>
                </a:moveTo>
                <a:cubicBezTo>
                  <a:pt x="689" y="466"/>
                  <a:pt x="688" y="468"/>
                  <a:pt x="683" y="468"/>
                </a:cubicBezTo>
                <a:cubicBezTo>
                  <a:pt x="655" y="468"/>
                  <a:pt x="627" y="469"/>
                  <a:pt x="599" y="469"/>
                </a:cubicBezTo>
                <a:cubicBezTo>
                  <a:pt x="592" y="469"/>
                  <a:pt x="584" y="470"/>
                  <a:pt x="576" y="470"/>
                </a:cubicBezTo>
                <a:cubicBezTo>
                  <a:pt x="573" y="470"/>
                  <a:pt x="572" y="469"/>
                  <a:pt x="572" y="466"/>
                </a:cubicBezTo>
                <a:cubicBezTo>
                  <a:pt x="571" y="462"/>
                  <a:pt x="572" y="429"/>
                  <a:pt x="573" y="427"/>
                </a:cubicBezTo>
                <a:cubicBezTo>
                  <a:pt x="585" y="409"/>
                  <a:pt x="605" y="386"/>
                  <a:pt x="618" y="369"/>
                </a:cubicBezTo>
                <a:cubicBezTo>
                  <a:pt x="620" y="367"/>
                  <a:pt x="621" y="364"/>
                  <a:pt x="621" y="362"/>
                </a:cubicBezTo>
                <a:cubicBezTo>
                  <a:pt x="621" y="355"/>
                  <a:pt x="621" y="347"/>
                  <a:pt x="621" y="340"/>
                </a:cubicBezTo>
                <a:cubicBezTo>
                  <a:pt x="621" y="340"/>
                  <a:pt x="621" y="340"/>
                  <a:pt x="621" y="339"/>
                </a:cubicBezTo>
                <a:cubicBezTo>
                  <a:pt x="631" y="337"/>
                  <a:pt x="639" y="327"/>
                  <a:pt x="639" y="316"/>
                </a:cubicBezTo>
                <a:cubicBezTo>
                  <a:pt x="639" y="304"/>
                  <a:pt x="630" y="294"/>
                  <a:pt x="618" y="292"/>
                </a:cubicBezTo>
                <a:cubicBezTo>
                  <a:pt x="617" y="292"/>
                  <a:pt x="615" y="291"/>
                  <a:pt x="613" y="292"/>
                </a:cubicBezTo>
                <a:cubicBezTo>
                  <a:pt x="604" y="292"/>
                  <a:pt x="598" y="296"/>
                  <a:pt x="594" y="303"/>
                </a:cubicBezTo>
                <a:cubicBezTo>
                  <a:pt x="592" y="307"/>
                  <a:pt x="590" y="311"/>
                  <a:pt x="590" y="316"/>
                </a:cubicBezTo>
                <a:cubicBezTo>
                  <a:pt x="590" y="326"/>
                  <a:pt x="597" y="335"/>
                  <a:pt x="606" y="339"/>
                </a:cubicBezTo>
                <a:cubicBezTo>
                  <a:pt x="606" y="339"/>
                  <a:pt x="606" y="339"/>
                  <a:pt x="606" y="339"/>
                </a:cubicBezTo>
                <a:cubicBezTo>
                  <a:pt x="606" y="339"/>
                  <a:pt x="606" y="340"/>
                  <a:pt x="606" y="340"/>
                </a:cubicBezTo>
                <a:cubicBezTo>
                  <a:pt x="606" y="361"/>
                  <a:pt x="606" y="361"/>
                  <a:pt x="592" y="379"/>
                </a:cubicBezTo>
                <a:cubicBezTo>
                  <a:pt x="587" y="386"/>
                  <a:pt x="581" y="393"/>
                  <a:pt x="576" y="401"/>
                </a:cubicBezTo>
                <a:cubicBezTo>
                  <a:pt x="575" y="402"/>
                  <a:pt x="574" y="403"/>
                  <a:pt x="572" y="405"/>
                </a:cubicBezTo>
                <a:cubicBezTo>
                  <a:pt x="572" y="402"/>
                  <a:pt x="572" y="401"/>
                  <a:pt x="572" y="400"/>
                </a:cubicBezTo>
                <a:cubicBezTo>
                  <a:pt x="572" y="396"/>
                  <a:pt x="572" y="391"/>
                  <a:pt x="572" y="387"/>
                </a:cubicBezTo>
                <a:cubicBezTo>
                  <a:pt x="571" y="383"/>
                  <a:pt x="572" y="380"/>
                  <a:pt x="573" y="377"/>
                </a:cubicBezTo>
                <a:cubicBezTo>
                  <a:pt x="583" y="374"/>
                  <a:pt x="590" y="365"/>
                  <a:pt x="590" y="354"/>
                </a:cubicBezTo>
                <a:cubicBezTo>
                  <a:pt x="590" y="341"/>
                  <a:pt x="579" y="330"/>
                  <a:pt x="566" y="330"/>
                </a:cubicBezTo>
                <a:cubicBezTo>
                  <a:pt x="552" y="330"/>
                  <a:pt x="541" y="341"/>
                  <a:pt x="541" y="354"/>
                </a:cubicBezTo>
                <a:cubicBezTo>
                  <a:pt x="541" y="364"/>
                  <a:pt x="548" y="373"/>
                  <a:pt x="557" y="376"/>
                </a:cubicBezTo>
                <a:cubicBezTo>
                  <a:pt x="557" y="378"/>
                  <a:pt x="557" y="379"/>
                  <a:pt x="557" y="381"/>
                </a:cubicBezTo>
                <a:cubicBezTo>
                  <a:pt x="557" y="402"/>
                  <a:pt x="557" y="424"/>
                  <a:pt x="557" y="446"/>
                </a:cubicBezTo>
                <a:cubicBezTo>
                  <a:pt x="557" y="448"/>
                  <a:pt x="557" y="471"/>
                  <a:pt x="558" y="472"/>
                </a:cubicBezTo>
                <a:cubicBezTo>
                  <a:pt x="558" y="475"/>
                  <a:pt x="536" y="494"/>
                  <a:pt x="520" y="506"/>
                </a:cubicBezTo>
                <a:cubicBezTo>
                  <a:pt x="516" y="502"/>
                  <a:pt x="510" y="500"/>
                  <a:pt x="504" y="500"/>
                </a:cubicBezTo>
                <a:cubicBezTo>
                  <a:pt x="498" y="500"/>
                  <a:pt x="494" y="501"/>
                  <a:pt x="490" y="504"/>
                </a:cubicBezTo>
                <a:cubicBezTo>
                  <a:pt x="488" y="502"/>
                  <a:pt x="486" y="500"/>
                  <a:pt x="484" y="497"/>
                </a:cubicBezTo>
                <a:cubicBezTo>
                  <a:pt x="483" y="496"/>
                  <a:pt x="482" y="494"/>
                  <a:pt x="482" y="492"/>
                </a:cubicBezTo>
                <a:cubicBezTo>
                  <a:pt x="482" y="472"/>
                  <a:pt x="482" y="453"/>
                  <a:pt x="482" y="433"/>
                </a:cubicBezTo>
                <a:cubicBezTo>
                  <a:pt x="482" y="431"/>
                  <a:pt x="484" y="429"/>
                  <a:pt x="485" y="428"/>
                </a:cubicBezTo>
                <a:cubicBezTo>
                  <a:pt x="494" y="422"/>
                  <a:pt x="503" y="417"/>
                  <a:pt x="512" y="412"/>
                </a:cubicBezTo>
                <a:cubicBezTo>
                  <a:pt x="515" y="411"/>
                  <a:pt x="515" y="409"/>
                  <a:pt x="515" y="406"/>
                </a:cubicBezTo>
                <a:cubicBezTo>
                  <a:pt x="515" y="367"/>
                  <a:pt x="516" y="328"/>
                  <a:pt x="515" y="290"/>
                </a:cubicBezTo>
                <a:cubicBezTo>
                  <a:pt x="515" y="281"/>
                  <a:pt x="518" y="277"/>
                  <a:pt x="525" y="273"/>
                </a:cubicBezTo>
                <a:cubicBezTo>
                  <a:pt x="537" y="267"/>
                  <a:pt x="547" y="259"/>
                  <a:pt x="558" y="253"/>
                </a:cubicBezTo>
                <a:cubicBezTo>
                  <a:pt x="559" y="252"/>
                  <a:pt x="560" y="250"/>
                  <a:pt x="560" y="248"/>
                </a:cubicBezTo>
                <a:cubicBezTo>
                  <a:pt x="560" y="233"/>
                  <a:pt x="560" y="218"/>
                  <a:pt x="560" y="203"/>
                </a:cubicBezTo>
                <a:cubicBezTo>
                  <a:pt x="560" y="201"/>
                  <a:pt x="560" y="199"/>
                  <a:pt x="560" y="196"/>
                </a:cubicBezTo>
                <a:cubicBezTo>
                  <a:pt x="560" y="194"/>
                  <a:pt x="560" y="193"/>
                  <a:pt x="561" y="191"/>
                </a:cubicBezTo>
                <a:cubicBezTo>
                  <a:pt x="570" y="188"/>
                  <a:pt x="577" y="179"/>
                  <a:pt x="577" y="168"/>
                </a:cubicBezTo>
                <a:cubicBezTo>
                  <a:pt x="577" y="166"/>
                  <a:pt x="577" y="165"/>
                  <a:pt x="577" y="163"/>
                </a:cubicBezTo>
                <a:cubicBezTo>
                  <a:pt x="577" y="163"/>
                  <a:pt x="578" y="162"/>
                  <a:pt x="578" y="162"/>
                </a:cubicBezTo>
                <a:cubicBezTo>
                  <a:pt x="587" y="157"/>
                  <a:pt x="595" y="153"/>
                  <a:pt x="604" y="148"/>
                </a:cubicBezTo>
                <a:cubicBezTo>
                  <a:pt x="604" y="148"/>
                  <a:pt x="605" y="148"/>
                  <a:pt x="606" y="148"/>
                </a:cubicBezTo>
                <a:cubicBezTo>
                  <a:pt x="606" y="150"/>
                  <a:pt x="606" y="152"/>
                  <a:pt x="606" y="153"/>
                </a:cubicBezTo>
                <a:cubicBezTo>
                  <a:pt x="606" y="175"/>
                  <a:pt x="606" y="197"/>
                  <a:pt x="606" y="218"/>
                </a:cubicBezTo>
                <a:cubicBezTo>
                  <a:pt x="606" y="222"/>
                  <a:pt x="607" y="224"/>
                  <a:pt x="610" y="226"/>
                </a:cubicBezTo>
                <a:cubicBezTo>
                  <a:pt x="626" y="236"/>
                  <a:pt x="641" y="246"/>
                  <a:pt x="656" y="256"/>
                </a:cubicBezTo>
                <a:cubicBezTo>
                  <a:pt x="657" y="257"/>
                  <a:pt x="658" y="257"/>
                  <a:pt x="658" y="258"/>
                </a:cubicBezTo>
                <a:cubicBezTo>
                  <a:pt x="657" y="261"/>
                  <a:pt x="656" y="265"/>
                  <a:pt x="656" y="268"/>
                </a:cubicBezTo>
                <a:cubicBezTo>
                  <a:pt x="656" y="279"/>
                  <a:pt x="663" y="288"/>
                  <a:pt x="673" y="291"/>
                </a:cubicBezTo>
                <a:cubicBezTo>
                  <a:pt x="673" y="291"/>
                  <a:pt x="673" y="291"/>
                  <a:pt x="673" y="291"/>
                </a:cubicBezTo>
                <a:cubicBezTo>
                  <a:pt x="673" y="323"/>
                  <a:pt x="672" y="355"/>
                  <a:pt x="673" y="387"/>
                </a:cubicBezTo>
                <a:cubicBezTo>
                  <a:pt x="673" y="390"/>
                  <a:pt x="674" y="393"/>
                  <a:pt x="675" y="395"/>
                </a:cubicBezTo>
                <a:cubicBezTo>
                  <a:pt x="681" y="402"/>
                  <a:pt x="687" y="409"/>
                  <a:pt x="692" y="416"/>
                </a:cubicBezTo>
                <a:cubicBezTo>
                  <a:pt x="693" y="417"/>
                  <a:pt x="694" y="419"/>
                  <a:pt x="694" y="420"/>
                </a:cubicBezTo>
                <a:cubicBezTo>
                  <a:pt x="695" y="435"/>
                  <a:pt x="694" y="449"/>
                  <a:pt x="690" y="462"/>
                </a:cubicBezTo>
                <a:close/>
                <a:moveTo>
                  <a:pt x="614" y="305"/>
                </a:moveTo>
                <a:cubicBezTo>
                  <a:pt x="621" y="305"/>
                  <a:pt x="625" y="310"/>
                  <a:pt x="625" y="316"/>
                </a:cubicBezTo>
                <a:cubicBezTo>
                  <a:pt x="625" y="322"/>
                  <a:pt x="621" y="327"/>
                  <a:pt x="614" y="327"/>
                </a:cubicBezTo>
                <a:cubicBezTo>
                  <a:pt x="608" y="327"/>
                  <a:pt x="603" y="322"/>
                  <a:pt x="603" y="316"/>
                </a:cubicBezTo>
                <a:cubicBezTo>
                  <a:pt x="603" y="310"/>
                  <a:pt x="608" y="305"/>
                  <a:pt x="614" y="305"/>
                </a:cubicBezTo>
                <a:close/>
                <a:moveTo>
                  <a:pt x="691" y="268"/>
                </a:moveTo>
                <a:cubicBezTo>
                  <a:pt x="691" y="274"/>
                  <a:pt x="687" y="279"/>
                  <a:pt x="680" y="279"/>
                </a:cubicBezTo>
                <a:cubicBezTo>
                  <a:pt x="674" y="279"/>
                  <a:pt x="669" y="274"/>
                  <a:pt x="669" y="268"/>
                </a:cubicBezTo>
                <a:cubicBezTo>
                  <a:pt x="669" y="262"/>
                  <a:pt x="674" y="257"/>
                  <a:pt x="680" y="257"/>
                </a:cubicBezTo>
                <a:cubicBezTo>
                  <a:pt x="687" y="257"/>
                  <a:pt x="691" y="262"/>
                  <a:pt x="691" y="268"/>
                </a:cubicBezTo>
                <a:close/>
                <a:moveTo>
                  <a:pt x="753" y="362"/>
                </a:moveTo>
                <a:cubicBezTo>
                  <a:pt x="746" y="384"/>
                  <a:pt x="730" y="399"/>
                  <a:pt x="708" y="406"/>
                </a:cubicBezTo>
                <a:cubicBezTo>
                  <a:pt x="705" y="407"/>
                  <a:pt x="704" y="407"/>
                  <a:pt x="702" y="405"/>
                </a:cubicBezTo>
                <a:cubicBezTo>
                  <a:pt x="698" y="399"/>
                  <a:pt x="694" y="394"/>
                  <a:pt x="690" y="389"/>
                </a:cubicBezTo>
                <a:cubicBezTo>
                  <a:pt x="688" y="387"/>
                  <a:pt x="687" y="384"/>
                  <a:pt x="687" y="381"/>
                </a:cubicBezTo>
                <a:cubicBezTo>
                  <a:pt x="687" y="351"/>
                  <a:pt x="688" y="321"/>
                  <a:pt x="688" y="291"/>
                </a:cubicBezTo>
                <a:cubicBezTo>
                  <a:pt x="698" y="288"/>
                  <a:pt x="705" y="279"/>
                  <a:pt x="705" y="268"/>
                </a:cubicBezTo>
                <a:cubicBezTo>
                  <a:pt x="705" y="260"/>
                  <a:pt x="701" y="253"/>
                  <a:pt x="696" y="249"/>
                </a:cubicBezTo>
                <a:cubicBezTo>
                  <a:pt x="689" y="243"/>
                  <a:pt x="680" y="241"/>
                  <a:pt x="671" y="245"/>
                </a:cubicBezTo>
                <a:cubicBezTo>
                  <a:pt x="670" y="245"/>
                  <a:pt x="667" y="245"/>
                  <a:pt x="666" y="244"/>
                </a:cubicBezTo>
                <a:cubicBezTo>
                  <a:pt x="652" y="236"/>
                  <a:pt x="639" y="227"/>
                  <a:pt x="625" y="218"/>
                </a:cubicBezTo>
                <a:cubicBezTo>
                  <a:pt x="622" y="216"/>
                  <a:pt x="621" y="214"/>
                  <a:pt x="621" y="210"/>
                </a:cubicBezTo>
                <a:cubicBezTo>
                  <a:pt x="621" y="195"/>
                  <a:pt x="621" y="179"/>
                  <a:pt x="621" y="164"/>
                </a:cubicBezTo>
                <a:cubicBezTo>
                  <a:pt x="621" y="159"/>
                  <a:pt x="621" y="154"/>
                  <a:pt x="621" y="149"/>
                </a:cubicBezTo>
                <a:cubicBezTo>
                  <a:pt x="621" y="149"/>
                  <a:pt x="621" y="140"/>
                  <a:pt x="621" y="130"/>
                </a:cubicBezTo>
                <a:cubicBezTo>
                  <a:pt x="621" y="130"/>
                  <a:pt x="621" y="129"/>
                  <a:pt x="621" y="129"/>
                </a:cubicBezTo>
                <a:cubicBezTo>
                  <a:pt x="621" y="129"/>
                  <a:pt x="621" y="129"/>
                  <a:pt x="621" y="129"/>
                </a:cubicBezTo>
                <a:cubicBezTo>
                  <a:pt x="622" y="114"/>
                  <a:pt x="622" y="94"/>
                  <a:pt x="622" y="92"/>
                </a:cubicBezTo>
                <a:cubicBezTo>
                  <a:pt x="629" y="96"/>
                  <a:pt x="647" y="106"/>
                  <a:pt x="657" y="113"/>
                </a:cubicBezTo>
                <a:cubicBezTo>
                  <a:pt x="662" y="116"/>
                  <a:pt x="666" y="119"/>
                  <a:pt x="670" y="123"/>
                </a:cubicBezTo>
                <a:cubicBezTo>
                  <a:pt x="679" y="131"/>
                  <a:pt x="687" y="141"/>
                  <a:pt x="693" y="152"/>
                </a:cubicBezTo>
                <a:cubicBezTo>
                  <a:pt x="698" y="164"/>
                  <a:pt x="699" y="176"/>
                  <a:pt x="694" y="188"/>
                </a:cubicBezTo>
                <a:cubicBezTo>
                  <a:pt x="698" y="190"/>
                  <a:pt x="702" y="191"/>
                  <a:pt x="706" y="194"/>
                </a:cubicBezTo>
                <a:cubicBezTo>
                  <a:pt x="718" y="201"/>
                  <a:pt x="726" y="212"/>
                  <a:pt x="733" y="224"/>
                </a:cubicBezTo>
                <a:cubicBezTo>
                  <a:pt x="746" y="245"/>
                  <a:pt x="751" y="267"/>
                  <a:pt x="745" y="292"/>
                </a:cubicBezTo>
                <a:cubicBezTo>
                  <a:pt x="744" y="294"/>
                  <a:pt x="745" y="296"/>
                  <a:pt x="746" y="298"/>
                </a:cubicBezTo>
                <a:cubicBezTo>
                  <a:pt x="761" y="318"/>
                  <a:pt x="761" y="340"/>
                  <a:pt x="753" y="3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82268" y="951960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17</a:t>
            </a:r>
          </a:p>
        </p:txBody>
      </p:sp>
      <p:grpSp>
        <p:nvGrpSpPr>
          <p:cNvPr id="60" name="Groupe 59"/>
          <p:cNvGrpSpPr/>
          <p:nvPr/>
        </p:nvGrpSpPr>
        <p:grpSpPr>
          <a:xfrm>
            <a:off x="-106798" y="3418438"/>
            <a:ext cx="591048" cy="3015734"/>
            <a:chOff x="-93718" y="3610524"/>
            <a:chExt cx="591048" cy="3015734"/>
          </a:xfrm>
        </p:grpSpPr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03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4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05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90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94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95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84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85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86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88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7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79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80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81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73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74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75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6" name="Groupe 65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67" name="Groupe 66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69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70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71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68" name="Image 67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121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92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2" y="-6931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0679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40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F9EADFFF-33EA-4A41-94D0-E5541D8AB55B}"/>
              </a:ext>
            </a:extLst>
          </p:cNvPr>
          <p:cNvSpPr txBox="1"/>
          <p:nvPr/>
        </p:nvSpPr>
        <p:spPr>
          <a:xfrm>
            <a:off x="-2" y="920564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LOGICIELS ET </a:t>
            </a:r>
            <a:r>
              <a:rPr lang="en-US" sz="2400" b="1" dirty="0">
                <a:solidFill>
                  <a:srgbClr val="FCB414"/>
                </a:solidFill>
                <a:latin typeface="Tw Cen MT" panose="020B0602020104020603" pitchFamily="34" charset="0"/>
              </a:rPr>
              <a:t>LANGAGES UTILISES</a:t>
            </a:r>
            <a:endParaRPr lang="en-GB" sz="2400" b="1" dirty="0">
              <a:solidFill>
                <a:srgbClr val="FCB414"/>
              </a:solidFill>
              <a:latin typeface="Tw Cen MT" panose="020B0602020104020603" pitchFamily="34" charset="0"/>
            </a:endParaRPr>
          </a:p>
        </p:txBody>
      </p:sp>
      <p:sp>
        <p:nvSpPr>
          <p:cNvPr id="19" name="Rectangle à coins arrondis 18"/>
          <p:cNvSpPr/>
          <p:nvPr/>
        </p:nvSpPr>
        <p:spPr>
          <a:xfrm>
            <a:off x="914400" y="1530232"/>
            <a:ext cx="10775576" cy="4541503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0" name="Picture 2" descr="Travailler avec Visual Studio Cod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00" y="4340613"/>
            <a:ext cx="2744765" cy="154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689976" y="1005113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19</a:t>
            </a:r>
          </a:p>
        </p:txBody>
      </p:sp>
      <p:grpSp>
        <p:nvGrpSpPr>
          <p:cNvPr id="83" name="Groupe 82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84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85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86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5" name="Groupe 84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78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9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80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6" name="Groupe 85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72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3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74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76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7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75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7" name="Groupe 86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67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68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69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8" name="Groupe 87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61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62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63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9" name="Groupe 88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90" name="Groupe 89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09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10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13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8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07" name="Image 106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202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77" name="Image 76" descr="F:\UB\Rapport\html5.PNG">
            <a:extLst>
              <a:ext uri="{FF2B5EF4-FFF2-40B4-BE49-F238E27FC236}">
                <a16:creationId xmlns:a16="http://schemas.microsoft.com/office/drawing/2014/main" id="{53DE23E7-ED28-4441-886B-257080FC55B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486" y="3266653"/>
            <a:ext cx="716584" cy="831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Image 3">
            <a:extLst>
              <a:ext uri="{FF2B5EF4-FFF2-40B4-BE49-F238E27FC236}">
                <a16:creationId xmlns:a16="http://schemas.microsoft.com/office/drawing/2014/main" id="{4D8D2990-64ED-46CD-8A38-FBA98AD13B4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94"/>
          <a:stretch/>
        </p:blipFill>
        <p:spPr>
          <a:xfrm>
            <a:off x="3572078" y="1754913"/>
            <a:ext cx="1832097" cy="8856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1" name="Picture 18515"/>
          <p:cNvPicPr/>
          <p:nvPr/>
        </p:nvPicPr>
        <p:blipFill>
          <a:blip r:embed="rId7"/>
          <a:stretch>
            <a:fillRect/>
          </a:stretch>
        </p:blipFill>
        <p:spPr>
          <a:xfrm>
            <a:off x="1121923" y="1684889"/>
            <a:ext cx="1506855" cy="1114425"/>
          </a:xfrm>
          <a:prstGeom prst="rect">
            <a:avLst/>
          </a:prstGeom>
        </p:spPr>
      </p:pic>
      <p:pic>
        <p:nvPicPr>
          <p:cNvPr id="93" name="Picture 21198"/>
          <p:cNvPicPr/>
          <p:nvPr/>
        </p:nvPicPr>
        <p:blipFill>
          <a:blip r:embed="rId8"/>
          <a:stretch>
            <a:fillRect/>
          </a:stretch>
        </p:blipFill>
        <p:spPr>
          <a:xfrm>
            <a:off x="9694017" y="2628564"/>
            <a:ext cx="1191260" cy="861060"/>
          </a:xfrm>
          <a:prstGeom prst="rect">
            <a:avLst/>
          </a:prstGeom>
        </p:spPr>
      </p:pic>
      <p:pic>
        <p:nvPicPr>
          <p:cNvPr id="96" name="Picture 20967"/>
          <p:cNvPicPr/>
          <p:nvPr/>
        </p:nvPicPr>
        <p:blipFill>
          <a:blip r:embed="rId9"/>
          <a:stretch>
            <a:fillRect/>
          </a:stretch>
        </p:blipFill>
        <p:spPr>
          <a:xfrm>
            <a:off x="3969825" y="3428359"/>
            <a:ext cx="1313180" cy="1313180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5302419" y="4588891"/>
            <a:ext cx="1155614" cy="977722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74" name="Rectangle 73"/>
          <p:cNvSpPr/>
          <p:nvPr/>
        </p:nvSpPr>
        <p:spPr>
          <a:xfrm>
            <a:off x="8939469" y="4504571"/>
            <a:ext cx="1095375" cy="956622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75" name="Rectangle 74"/>
          <p:cNvSpPr/>
          <p:nvPr/>
        </p:nvSpPr>
        <p:spPr>
          <a:xfrm>
            <a:off x="6709582" y="2912426"/>
            <a:ext cx="1257881" cy="1430343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76" name="Rectangle 75"/>
          <p:cNvSpPr/>
          <p:nvPr/>
        </p:nvSpPr>
        <p:spPr>
          <a:xfrm>
            <a:off x="7039790" y="1579764"/>
            <a:ext cx="1705680" cy="1114334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0679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41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>
            <a:extLst>
              <a:ext uri="{FF2B5EF4-FFF2-40B4-BE49-F238E27FC236}">
                <a16:creationId xmlns:a16="http://schemas.microsoft.com/office/drawing/2014/main" id="{F9EADFFF-33EA-4A41-94D0-E5541D8AB55B}"/>
              </a:ext>
            </a:extLst>
          </p:cNvPr>
          <p:cNvSpPr txBox="1"/>
          <p:nvPr/>
        </p:nvSpPr>
        <p:spPr>
          <a:xfrm>
            <a:off x="10359" y="773484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ARCHITECTURE LOGICIELLE </a:t>
            </a:r>
            <a:r>
              <a:rPr lang="en-US" sz="2400" b="1" dirty="0" smtClean="0">
                <a:solidFill>
                  <a:srgbClr val="00B050"/>
                </a:solidFill>
                <a:latin typeface="Tw Cen MT" panose="020B0602020104020603" pitchFamily="34" charset="0"/>
              </a:rPr>
              <a:t>MVT</a:t>
            </a:r>
            <a:endParaRPr lang="en-GB" sz="24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195" name="ZoneTexte 194">
            <a:extLst>
              <a:ext uri="{FF2B5EF4-FFF2-40B4-BE49-F238E27FC236}">
                <a16:creationId xmlns:a16="http://schemas.microsoft.com/office/drawing/2014/main" id="{4DC0F617-D707-48E9-B580-8CB15504305C}"/>
              </a:ext>
            </a:extLst>
          </p:cNvPr>
          <p:cNvSpPr txBox="1"/>
          <p:nvPr/>
        </p:nvSpPr>
        <p:spPr>
          <a:xfrm>
            <a:off x="1837792" y="2192365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Tw Cen MT" panose="020B0602020104020603" pitchFamily="34" charset="0"/>
              </a:rPr>
              <a:t>MODELE</a:t>
            </a:r>
          </a:p>
        </p:txBody>
      </p:sp>
      <p:sp>
        <p:nvSpPr>
          <p:cNvPr id="196" name="ZoneTexte 195">
            <a:extLst>
              <a:ext uri="{FF2B5EF4-FFF2-40B4-BE49-F238E27FC236}">
                <a16:creationId xmlns:a16="http://schemas.microsoft.com/office/drawing/2014/main" id="{720E1F10-E691-45C0-B94E-96DA67E36AB6}"/>
              </a:ext>
            </a:extLst>
          </p:cNvPr>
          <p:cNvSpPr txBox="1"/>
          <p:nvPr/>
        </p:nvSpPr>
        <p:spPr>
          <a:xfrm>
            <a:off x="4979721" y="2192542"/>
            <a:ext cx="2303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w Cen MT" panose="020B0602020104020603" pitchFamily="34" charset="0"/>
              </a:rPr>
              <a:t>CONTROLEUR</a:t>
            </a:r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C5C5E0BC-9DA2-4BD8-B9BD-906F944370FB}"/>
              </a:ext>
            </a:extLst>
          </p:cNvPr>
          <p:cNvSpPr txBox="1"/>
          <p:nvPr/>
        </p:nvSpPr>
        <p:spPr>
          <a:xfrm>
            <a:off x="9215327" y="2192542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w Cen MT" panose="020B0602020104020603" pitchFamily="34" charset="0"/>
              </a:rPr>
              <a:t>VUE</a:t>
            </a: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B52C55CC-97E6-4225-8D4C-BA8E8E3A6D0E}"/>
              </a:ext>
            </a:extLst>
          </p:cNvPr>
          <p:cNvSpPr txBox="1"/>
          <p:nvPr/>
        </p:nvSpPr>
        <p:spPr>
          <a:xfrm>
            <a:off x="1183583" y="2968476"/>
            <a:ext cx="27597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Stockage, Intégrité, Cohérence, Requêtes et Mutations de données.</a:t>
            </a:r>
          </a:p>
        </p:txBody>
      </p:sp>
      <p:sp>
        <p:nvSpPr>
          <p:cNvPr id="200" name="ZoneTexte 199">
            <a:extLst>
              <a:ext uri="{FF2B5EF4-FFF2-40B4-BE49-F238E27FC236}">
                <a16:creationId xmlns:a16="http://schemas.microsoft.com/office/drawing/2014/main" id="{12DAF971-D9C1-455C-907A-095996F400DB}"/>
              </a:ext>
            </a:extLst>
          </p:cNvPr>
          <p:cNvSpPr txBox="1"/>
          <p:nvPr/>
        </p:nvSpPr>
        <p:spPr>
          <a:xfrm>
            <a:off x="4716117" y="3022318"/>
            <a:ext cx="275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Recevoir, Interpréter et Valider les entrées.</a:t>
            </a:r>
          </a:p>
        </p:txBody>
      </p:sp>
      <p:sp>
        <p:nvSpPr>
          <p:cNvPr id="201" name="ZoneTexte 200">
            <a:extLst>
              <a:ext uri="{FF2B5EF4-FFF2-40B4-BE49-F238E27FC236}">
                <a16:creationId xmlns:a16="http://schemas.microsoft.com/office/drawing/2014/main" id="{748437B9-E6E4-4BFF-9CBD-E08AFC85F486}"/>
              </a:ext>
            </a:extLst>
          </p:cNvPr>
          <p:cNvSpPr txBox="1"/>
          <p:nvPr/>
        </p:nvSpPr>
        <p:spPr>
          <a:xfrm>
            <a:off x="8245563" y="3001194"/>
            <a:ext cx="275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Présentation, Scripts et Codes</a:t>
            </a:r>
          </a:p>
        </p:txBody>
      </p:sp>
      <p:sp>
        <p:nvSpPr>
          <p:cNvPr id="211" name="ZoneTexte 210">
            <a:extLst>
              <a:ext uri="{FF2B5EF4-FFF2-40B4-BE49-F238E27FC236}">
                <a16:creationId xmlns:a16="http://schemas.microsoft.com/office/drawing/2014/main" id="{4DC0F617-D707-48E9-B580-8CB15504305C}"/>
              </a:ext>
            </a:extLst>
          </p:cNvPr>
          <p:cNvSpPr txBox="1"/>
          <p:nvPr/>
        </p:nvSpPr>
        <p:spPr>
          <a:xfrm>
            <a:off x="1834522" y="2189344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Tw Cen MT" panose="020B0602020104020603" pitchFamily="34" charset="0"/>
              </a:rPr>
              <a:t>MODELE</a:t>
            </a:r>
          </a:p>
        </p:txBody>
      </p:sp>
      <p:sp>
        <p:nvSpPr>
          <p:cNvPr id="212" name="ZoneTexte 211">
            <a:extLst>
              <a:ext uri="{FF2B5EF4-FFF2-40B4-BE49-F238E27FC236}">
                <a16:creationId xmlns:a16="http://schemas.microsoft.com/office/drawing/2014/main" id="{720E1F10-E691-45C0-B94E-96DA67E36AB6}"/>
              </a:ext>
            </a:extLst>
          </p:cNvPr>
          <p:cNvSpPr txBox="1"/>
          <p:nvPr/>
        </p:nvSpPr>
        <p:spPr>
          <a:xfrm>
            <a:off x="4976451" y="2189521"/>
            <a:ext cx="2303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w Cen MT" panose="020B0602020104020603" pitchFamily="34" charset="0"/>
              </a:rPr>
              <a:t>CONTROLEUR</a:t>
            </a: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C5C5E0BC-9DA2-4BD8-B9BD-906F944370FB}"/>
              </a:ext>
            </a:extLst>
          </p:cNvPr>
          <p:cNvSpPr txBox="1"/>
          <p:nvPr/>
        </p:nvSpPr>
        <p:spPr>
          <a:xfrm>
            <a:off x="9212057" y="218952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w Cen MT" panose="020B0602020104020603" pitchFamily="34" charset="0"/>
              </a:rPr>
              <a:t>VUE</a:t>
            </a:r>
          </a:p>
        </p:txBody>
      </p:sp>
      <p:sp>
        <p:nvSpPr>
          <p:cNvPr id="215" name="ZoneTexte 214">
            <a:extLst>
              <a:ext uri="{FF2B5EF4-FFF2-40B4-BE49-F238E27FC236}">
                <a16:creationId xmlns:a16="http://schemas.microsoft.com/office/drawing/2014/main" id="{B52C55CC-97E6-4225-8D4C-BA8E8E3A6D0E}"/>
              </a:ext>
            </a:extLst>
          </p:cNvPr>
          <p:cNvSpPr txBox="1"/>
          <p:nvPr/>
        </p:nvSpPr>
        <p:spPr>
          <a:xfrm>
            <a:off x="1180313" y="2965455"/>
            <a:ext cx="27597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Stockage, Intégrité, Cohérence, Requêtes et Mutations de données.</a:t>
            </a:r>
          </a:p>
        </p:txBody>
      </p:sp>
      <p:sp>
        <p:nvSpPr>
          <p:cNvPr id="216" name="ZoneTexte 215">
            <a:extLst>
              <a:ext uri="{FF2B5EF4-FFF2-40B4-BE49-F238E27FC236}">
                <a16:creationId xmlns:a16="http://schemas.microsoft.com/office/drawing/2014/main" id="{12DAF971-D9C1-455C-907A-095996F400DB}"/>
              </a:ext>
            </a:extLst>
          </p:cNvPr>
          <p:cNvSpPr txBox="1"/>
          <p:nvPr/>
        </p:nvSpPr>
        <p:spPr>
          <a:xfrm>
            <a:off x="4712847" y="3019297"/>
            <a:ext cx="275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Recevoir, Interpréter et Valider les entrées.</a:t>
            </a:r>
          </a:p>
        </p:txBody>
      </p:sp>
      <p:sp>
        <p:nvSpPr>
          <p:cNvPr id="217" name="ZoneTexte 216">
            <a:extLst>
              <a:ext uri="{FF2B5EF4-FFF2-40B4-BE49-F238E27FC236}">
                <a16:creationId xmlns:a16="http://schemas.microsoft.com/office/drawing/2014/main" id="{748437B9-E6E4-4BFF-9CBD-E08AFC85F486}"/>
              </a:ext>
            </a:extLst>
          </p:cNvPr>
          <p:cNvSpPr txBox="1"/>
          <p:nvPr/>
        </p:nvSpPr>
        <p:spPr>
          <a:xfrm>
            <a:off x="8242293" y="2998173"/>
            <a:ext cx="275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Présentation, Scripts et Codes</a:t>
            </a:r>
          </a:p>
        </p:txBody>
      </p:sp>
      <p:sp>
        <p:nvSpPr>
          <p:cNvPr id="88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684000" y="851736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20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89" name="Groupe 88"/>
          <p:cNvGrpSpPr/>
          <p:nvPr/>
        </p:nvGrpSpPr>
        <p:grpSpPr>
          <a:xfrm>
            <a:off x="-106798" y="3418438"/>
            <a:ext cx="591048" cy="3015734"/>
            <a:chOff x="-93718" y="3610524"/>
            <a:chExt cx="591048" cy="3015734"/>
          </a:xfrm>
        </p:grpSpPr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30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1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32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4" name="Groupe 93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24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25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26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e 94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18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9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20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22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3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21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13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4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15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7" name="Groupe 96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07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8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09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8" name="Groupe 97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99" name="Groupe 98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03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04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05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02" name="Image 101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71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72" name="Rectangle 92"/>
          <p:cNvSpPr/>
          <p:nvPr/>
        </p:nvSpPr>
        <p:spPr>
          <a:xfrm>
            <a:off x="2664542" y="1558892"/>
            <a:ext cx="7551173" cy="4423127"/>
          </a:xfrm>
          <a:custGeom>
            <a:avLst/>
            <a:gdLst>
              <a:gd name="connsiteX0" fmla="*/ 0 w 4800600"/>
              <a:gd name="connsiteY0" fmla="*/ 0 h 2835910"/>
              <a:gd name="connsiteX1" fmla="*/ 4800600 w 4800600"/>
              <a:gd name="connsiteY1" fmla="*/ 0 h 2835910"/>
              <a:gd name="connsiteX2" fmla="*/ 4800600 w 4800600"/>
              <a:gd name="connsiteY2" fmla="*/ 2835910 h 2835910"/>
              <a:gd name="connsiteX3" fmla="*/ 0 w 4800600"/>
              <a:gd name="connsiteY3" fmla="*/ 2835910 h 2835910"/>
              <a:gd name="connsiteX4" fmla="*/ 0 w 4800600"/>
              <a:gd name="connsiteY4" fmla="*/ 0 h 2835910"/>
              <a:gd name="connsiteX0" fmla="*/ 0 w 4857964"/>
              <a:gd name="connsiteY0" fmla="*/ 0 h 2835941"/>
              <a:gd name="connsiteX1" fmla="*/ 4800600 w 4857964"/>
              <a:gd name="connsiteY1" fmla="*/ 0 h 2835941"/>
              <a:gd name="connsiteX2" fmla="*/ 4800600 w 4857964"/>
              <a:gd name="connsiteY2" fmla="*/ 2835910 h 2835941"/>
              <a:gd name="connsiteX3" fmla="*/ 4834466 w 4857964"/>
              <a:gd name="connsiteY3" fmla="*/ 2633133 h 2835941"/>
              <a:gd name="connsiteX4" fmla="*/ 0 w 4857964"/>
              <a:gd name="connsiteY4" fmla="*/ 2835910 h 2835941"/>
              <a:gd name="connsiteX5" fmla="*/ 0 w 4857964"/>
              <a:gd name="connsiteY5" fmla="*/ 0 h 2835941"/>
              <a:gd name="connsiteX0" fmla="*/ 16935 w 4874899"/>
              <a:gd name="connsiteY0" fmla="*/ 0 h 2835941"/>
              <a:gd name="connsiteX1" fmla="*/ 4817535 w 4874899"/>
              <a:gd name="connsiteY1" fmla="*/ 0 h 2835941"/>
              <a:gd name="connsiteX2" fmla="*/ 4817535 w 4874899"/>
              <a:gd name="connsiteY2" fmla="*/ 2835910 h 2835941"/>
              <a:gd name="connsiteX3" fmla="*/ 4851401 w 4874899"/>
              <a:gd name="connsiteY3" fmla="*/ 2633133 h 2835941"/>
              <a:gd name="connsiteX4" fmla="*/ 0 w 4874899"/>
              <a:gd name="connsiteY4" fmla="*/ 2709363 h 2835941"/>
              <a:gd name="connsiteX5" fmla="*/ 16935 w 4874899"/>
              <a:gd name="connsiteY5" fmla="*/ 2835910 h 2835941"/>
              <a:gd name="connsiteX6" fmla="*/ 16935 w 4874899"/>
              <a:gd name="connsiteY6" fmla="*/ 0 h 28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4899" h="2835941">
                <a:moveTo>
                  <a:pt x="16935" y="0"/>
                </a:moveTo>
                <a:lnTo>
                  <a:pt x="4817535" y="0"/>
                </a:lnTo>
                <a:lnTo>
                  <a:pt x="4817535" y="2835910"/>
                </a:lnTo>
                <a:cubicBezTo>
                  <a:pt x="4724402" y="2838873"/>
                  <a:pt x="4944534" y="2630170"/>
                  <a:pt x="4851401" y="2633133"/>
                </a:cubicBezTo>
                <a:cubicBezTo>
                  <a:pt x="3378207" y="2692410"/>
                  <a:pt x="1473194" y="2650086"/>
                  <a:pt x="0" y="2709363"/>
                </a:cubicBezTo>
                <a:lnTo>
                  <a:pt x="16935" y="2835910"/>
                </a:lnTo>
                <a:lnTo>
                  <a:pt x="16935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0679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5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e 157"/>
          <p:cNvGrpSpPr/>
          <p:nvPr/>
        </p:nvGrpSpPr>
        <p:grpSpPr>
          <a:xfrm>
            <a:off x="-106798" y="3427403"/>
            <a:ext cx="591048" cy="3015734"/>
            <a:chOff x="-93718" y="3610524"/>
            <a:chExt cx="591048" cy="3015734"/>
          </a:xfrm>
        </p:grpSpPr>
        <p:grpSp>
          <p:nvGrpSpPr>
            <p:cNvPr id="159" name="Groupe 158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274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75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76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0" name="Groupe 159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204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69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270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1" name="Groupe 160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82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83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84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86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7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85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77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8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79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3" name="Groupe 162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71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2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73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4" name="Groupe 163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65" name="Groupe 164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67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68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69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0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66" name="Image 16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313" name="TextBox 1">
            <a:extLst>
              <a:ext uri="{FF2B5EF4-FFF2-40B4-BE49-F238E27FC236}">
                <a16:creationId xmlns:a16="http://schemas.microsoft.com/office/drawing/2014/main" id="{F9EADFFF-33EA-4A41-94D0-E5541D8AB55B}"/>
              </a:ext>
            </a:extLst>
          </p:cNvPr>
          <p:cNvSpPr txBox="1"/>
          <p:nvPr/>
        </p:nvSpPr>
        <p:spPr>
          <a:xfrm>
            <a:off x="-191526" y="867558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ARCHITECTURE PHYSIQUE </a:t>
            </a:r>
            <a:r>
              <a:rPr lang="en-US" sz="2400" b="1" dirty="0">
                <a:solidFill>
                  <a:srgbClr val="FCB414"/>
                </a:solidFill>
                <a:latin typeface="Tw Cen MT" panose="020B0602020104020603" pitchFamily="34" charset="0"/>
              </a:rPr>
              <a:t>N-TIERS</a:t>
            </a:r>
            <a:endParaRPr lang="en-GB" sz="2400" b="1" dirty="0">
              <a:solidFill>
                <a:srgbClr val="FCB414"/>
              </a:solidFill>
              <a:latin typeface="Tw Cen MT" panose="020B0602020104020603" pitchFamily="34" charset="0"/>
            </a:endParaRPr>
          </a:p>
        </p:txBody>
      </p:sp>
      <p:sp>
        <p:nvSpPr>
          <p:cNvPr id="133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49358" y="867558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21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35" name="Picture 21475"/>
          <p:cNvPicPr/>
          <p:nvPr/>
        </p:nvPicPr>
        <p:blipFill>
          <a:blip r:embed="rId4"/>
          <a:stretch>
            <a:fillRect/>
          </a:stretch>
        </p:blipFill>
        <p:spPr>
          <a:xfrm>
            <a:off x="704276" y="1522266"/>
            <a:ext cx="11196219" cy="4733069"/>
          </a:xfrm>
          <a:prstGeom prst="rect">
            <a:avLst/>
          </a:prstGeom>
        </p:spPr>
      </p:pic>
      <p:sp>
        <p:nvSpPr>
          <p:cNvPr id="59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597538" y="50679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21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21">
            <a:extLst>
              <a:ext uri="{FF2B5EF4-FFF2-40B4-BE49-F238E27FC236}">
                <a16:creationId xmlns:a16="http://schemas.microsoft.com/office/drawing/2014/main" id="{5AFDE7D7-75C0-4DED-BA30-057CE80C3856}"/>
              </a:ext>
            </a:extLst>
          </p:cNvPr>
          <p:cNvSpPr txBox="1"/>
          <p:nvPr/>
        </p:nvSpPr>
        <p:spPr>
          <a:xfrm>
            <a:off x="4305638" y="3212059"/>
            <a:ext cx="76575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RESULTATS ET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COMMENTAIRES</a:t>
            </a:r>
          </a:p>
        </p:txBody>
      </p:sp>
      <p:sp>
        <p:nvSpPr>
          <p:cNvPr id="163" name="Oval 11">
            <a:extLst>
              <a:ext uri="{FF2B5EF4-FFF2-40B4-BE49-F238E27FC236}">
                <a16:creationId xmlns:a16="http://schemas.microsoft.com/office/drawing/2014/main" id="{E8C9B05C-3126-4E0C-9F74-A4F74814EA33}"/>
              </a:ext>
            </a:extLst>
          </p:cNvPr>
          <p:cNvSpPr/>
          <p:nvPr/>
        </p:nvSpPr>
        <p:spPr>
          <a:xfrm>
            <a:off x="1241435" y="5493654"/>
            <a:ext cx="3766861" cy="380050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Freeform 6">
            <a:extLst>
              <a:ext uri="{FF2B5EF4-FFF2-40B4-BE49-F238E27FC236}">
                <a16:creationId xmlns:a16="http://schemas.microsoft.com/office/drawing/2014/main" id="{ACC57F92-A285-4B4D-AD09-49FB593815AD}"/>
              </a:ext>
            </a:extLst>
          </p:cNvPr>
          <p:cNvSpPr>
            <a:spLocks/>
          </p:cNvSpPr>
          <p:nvPr/>
        </p:nvSpPr>
        <p:spPr bwMode="auto">
          <a:xfrm>
            <a:off x="586949" y="912110"/>
            <a:ext cx="4786313" cy="5039851"/>
          </a:xfrm>
          <a:custGeom>
            <a:avLst/>
            <a:gdLst>
              <a:gd name="T0" fmla="*/ 707 w 771"/>
              <a:gd name="T1" fmla="*/ 219 h 812"/>
              <a:gd name="T2" fmla="*/ 760 w 771"/>
              <a:gd name="T3" fmla="*/ 369 h 812"/>
              <a:gd name="T4" fmla="*/ 685 w 771"/>
              <a:gd name="T5" fmla="*/ 634 h 812"/>
              <a:gd name="T6" fmla="*/ 197 w 771"/>
              <a:gd name="T7" fmla="*/ 707 h 812"/>
              <a:gd name="T8" fmla="*/ 97 w 771"/>
              <a:gd name="T9" fmla="*/ 220 h 812"/>
              <a:gd name="T10" fmla="*/ 594 w 771"/>
              <a:gd name="T11" fmla="*/ 106 h 812"/>
              <a:gd name="T12" fmla="*/ 552 w 771"/>
              <a:gd name="T13" fmla="*/ 147 h 812"/>
              <a:gd name="T14" fmla="*/ 509 w 771"/>
              <a:gd name="T15" fmla="*/ 128 h 812"/>
              <a:gd name="T16" fmla="*/ 454 w 771"/>
              <a:gd name="T17" fmla="*/ 113 h 812"/>
              <a:gd name="T18" fmla="*/ 372 w 771"/>
              <a:gd name="T19" fmla="*/ 110 h 812"/>
              <a:gd name="T20" fmla="*/ 241 w 771"/>
              <a:gd name="T21" fmla="*/ 155 h 812"/>
              <a:gd name="T22" fmla="*/ 147 w 771"/>
              <a:gd name="T23" fmla="*/ 249 h 812"/>
              <a:gd name="T24" fmla="*/ 115 w 771"/>
              <a:gd name="T25" fmla="*/ 317 h 812"/>
              <a:gd name="T26" fmla="*/ 103 w 771"/>
              <a:gd name="T27" fmla="*/ 366 h 812"/>
              <a:gd name="T28" fmla="*/ 102 w 771"/>
              <a:gd name="T29" fmla="*/ 450 h 812"/>
              <a:gd name="T30" fmla="*/ 124 w 771"/>
              <a:gd name="T31" fmla="*/ 528 h 812"/>
              <a:gd name="T32" fmla="*/ 209 w 771"/>
              <a:gd name="T33" fmla="*/ 643 h 812"/>
              <a:gd name="T34" fmla="*/ 295 w 771"/>
              <a:gd name="T35" fmla="*/ 694 h 812"/>
              <a:gd name="T36" fmla="*/ 357 w 771"/>
              <a:gd name="T37" fmla="*/ 710 h 812"/>
              <a:gd name="T38" fmla="*/ 439 w 771"/>
              <a:gd name="T39" fmla="*/ 711 h 812"/>
              <a:gd name="T40" fmla="*/ 512 w 771"/>
              <a:gd name="T41" fmla="*/ 693 h 812"/>
              <a:gd name="T42" fmla="*/ 585 w 771"/>
              <a:gd name="T43" fmla="*/ 652 h 812"/>
              <a:gd name="T44" fmla="*/ 644 w 771"/>
              <a:gd name="T45" fmla="*/ 592 h 812"/>
              <a:gd name="T46" fmla="*/ 677 w 771"/>
              <a:gd name="T47" fmla="*/ 536 h 812"/>
              <a:gd name="T48" fmla="*/ 696 w 771"/>
              <a:gd name="T49" fmla="*/ 482 h 812"/>
              <a:gd name="T50" fmla="*/ 704 w 771"/>
              <a:gd name="T51" fmla="*/ 432 h 812"/>
              <a:gd name="T52" fmla="*/ 702 w 771"/>
              <a:gd name="T53" fmla="*/ 374 h 812"/>
              <a:gd name="T54" fmla="*/ 695 w 771"/>
              <a:gd name="T55" fmla="*/ 334 h 812"/>
              <a:gd name="T56" fmla="*/ 666 w 771"/>
              <a:gd name="T57" fmla="*/ 264 h 812"/>
              <a:gd name="T58" fmla="*/ 667 w 771"/>
              <a:gd name="T59" fmla="*/ 258 h 812"/>
              <a:gd name="T60" fmla="*/ 703 w 771"/>
              <a:gd name="T61" fmla="*/ 222 h 812"/>
              <a:gd name="T62" fmla="*/ 707 w 771"/>
              <a:gd name="T63" fmla="*/ 219 h 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71" h="812">
                <a:moveTo>
                  <a:pt x="707" y="219"/>
                </a:moveTo>
                <a:cubicBezTo>
                  <a:pt x="736" y="265"/>
                  <a:pt x="754" y="315"/>
                  <a:pt x="760" y="369"/>
                </a:cubicBezTo>
                <a:cubicBezTo>
                  <a:pt x="771" y="467"/>
                  <a:pt x="746" y="557"/>
                  <a:pt x="685" y="634"/>
                </a:cubicBezTo>
                <a:cubicBezTo>
                  <a:pt x="561" y="789"/>
                  <a:pt x="347" y="812"/>
                  <a:pt x="197" y="707"/>
                </a:cubicBezTo>
                <a:cubicBezTo>
                  <a:pt x="31" y="591"/>
                  <a:pt x="0" y="374"/>
                  <a:pt x="97" y="220"/>
                </a:cubicBezTo>
                <a:cubicBezTo>
                  <a:pt x="203" y="52"/>
                  <a:pt x="424" y="0"/>
                  <a:pt x="594" y="106"/>
                </a:cubicBezTo>
                <a:cubicBezTo>
                  <a:pt x="580" y="120"/>
                  <a:pt x="566" y="134"/>
                  <a:pt x="552" y="147"/>
                </a:cubicBezTo>
                <a:cubicBezTo>
                  <a:pt x="538" y="141"/>
                  <a:pt x="523" y="134"/>
                  <a:pt x="509" y="128"/>
                </a:cubicBezTo>
                <a:cubicBezTo>
                  <a:pt x="491" y="121"/>
                  <a:pt x="473" y="116"/>
                  <a:pt x="454" y="113"/>
                </a:cubicBezTo>
                <a:cubicBezTo>
                  <a:pt x="427" y="108"/>
                  <a:pt x="399" y="107"/>
                  <a:pt x="372" y="110"/>
                </a:cubicBezTo>
                <a:cubicBezTo>
                  <a:pt x="325" y="115"/>
                  <a:pt x="281" y="130"/>
                  <a:pt x="241" y="155"/>
                </a:cubicBezTo>
                <a:cubicBezTo>
                  <a:pt x="203" y="179"/>
                  <a:pt x="171" y="211"/>
                  <a:pt x="147" y="249"/>
                </a:cubicBezTo>
                <a:cubicBezTo>
                  <a:pt x="134" y="270"/>
                  <a:pt x="123" y="293"/>
                  <a:pt x="115" y="317"/>
                </a:cubicBezTo>
                <a:cubicBezTo>
                  <a:pt x="110" y="333"/>
                  <a:pt x="106" y="350"/>
                  <a:pt x="103" y="366"/>
                </a:cubicBezTo>
                <a:cubicBezTo>
                  <a:pt x="99" y="394"/>
                  <a:pt x="99" y="422"/>
                  <a:pt x="102" y="450"/>
                </a:cubicBezTo>
                <a:cubicBezTo>
                  <a:pt x="105" y="477"/>
                  <a:pt x="113" y="503"/>
                  <a:pt x="124" y="528"/>
                </a:cubicBezTo>
                <a:cubicBezTo>
                  <a:pt x="143" y="574"/>
                  <a:pt x="171" y="612"/>
                  <a:pt x="209" y="643"/>
                </a:cubicBezTo>
                <a:cubicBezTo>
                  <a:pt x="235" y="665"/>
                  <a:pt x="263" y="682"/>
                  <a:pt x="295" y="694"/>
                </a:cubicBezTo>
                <a:cubicBezTo>
                  <a:pt x="315" y="701"/>
                  <a:pt x="336" y="707"/>
                  <a:pt x="357" y="710"/>
                </a:cubicBezTo>
                <a:cubicBezTo>
                  <a:pt x="384" y="714"/>
                  <a:pt x="412" y="715"/>
                  <a:pt x="439" y="711"/>
                </a:cubicBezTo>
                <a:cubicBezTo>
                  <a:pt x="464" y="708"/>
                  <a:pt x="488" y="702"/>
                  <a:pt x="512" y="693"/>
                </a:cubicBezTo>
                <a:cubicBezTo>
                  <a:pt x="538" y="683"/>
                  <a:pt x="563" y="669"/>
                  <a:pt x="585" y="652"/>
                </a:cubicBezTo>
                <a:cubicBezTo>
                  <a:pt x="607" y="635"/>
                  <a:pt x="627" y="615"/>
                  <a:pt x="644" y="592"/>
                </a:cubicBezTo>
                <a:cubicBezTo>
                  <a:pt x="657" y="575"/>
                  <a:pt x="668" y="556"/>
                  <a:pt x="677" y="536"/>
                </a:cubicBezTo>
                <a:cubicBezTo>
                  <a:pt x="686" y="519"/>
                  <a:pt x="692" y="501"/>
                  <a:pt x="696" y="482"/>
                </a:cubicBezTo>
                <a:cubicBezTo>
                  <a:pt x="700" y="465"/>
                  <a:pt x="703" y="449"/>
                  <a:pt x="704" y="432"/>
                </a:cubicBezTo>
                <a:cubicBezTo>
                  <a:pt x="704" y="413"/>
                  <a:pt x="704" y="393"/>
                  <a:pt x="702" y="374"/>
                </a:cubicBezTo>
                <a:cubicBezTo>
                  <a:pt x="701" y="361"/>
                  <a:pt x="698" y="347"/>
                  <a:pt x="695" y="334"/>
                </a:cubicBezTo>
                <a:cubicBezTo>
                  <a:pt x="689" y="310"/>
                  <a:pt x="679" y="286"/>
                  <a:pt x="666" y="264"/>
                </a:cubicBezTo>
                <a:cubicBezTo>
                  <a:pt x="665" y="262"/>
                  <a:pt x="665" y="260"/>
                  <a:pt x="667" y="258"/>
                </a:cubicBezTo>
                <a:cubicBezTo>
                  <a:pt x="680" y="246"/>
                  <a:pt x="691" y="234"/>
                  <a:pt x="703" y="222"/>
                </a:cubicBezTo>
                <a:cubicBezTo>
                  <a:pt x="704" y="221"/>
                  <a:pt x="705" y="220"/>
                  <a:pt x="707" y="219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Freeform 7">
            <a:extLst>
              <a:ext uri="{FF2B5EF4-FFF2-40B4-BE49-F238E27FC236}">
                <a16:creationId xmlns:a16="http://schemas.microsoft.com/office/drawing/2014/main" id="{059B6373-C88C-4848-80CA-5A1D23E39106}"/>
              </a:ext>
            </a:extLst>
          </p:cNvPr>
          <p:cNvSpPr>
            <a:spLocks/>
          </p:cNvSpPr>
          <p:nvPr/>
        </p:nvSpPr>
        <p:spPr bwMode="auto">
          <a:xfrm>
            <a:off x="1598012" y="1997380"/>
            <a:ext cx="2826027" cy="2795108"/>
          </a:xfrm>
          <a:custGeom>
            <a:avLst/>
            <a:gdLst>
              <a:gd name="T0" fmla="*/ 350 w 455"/>
              <a:gd name="T1" fmla="*/ 54 h 450"/>
              <a:gd name="T2" fmla="*/ 311 w 455"/>
              <a:gd name="T3" fmla="*/ 93 h 450"/>
              <a:gd name="T4" fmla="*/ 305 w 455"/>
              <a:gd name="T5" fmla="*/ 94 h 450"/>
              <a:gd name="T6" fmla="*/ 262 w 455"/>
              <a:gd name="T7" fmla="*/ 81 h 450"/>
              <a:gd name="T8" fmla="*/ 210 w 455"/>
              <a:gd name="T9" fmla="*/ 82 h 450"/>
              <a:gd name="T10" fmla="*/ 148 w 455"/>
              <a:gd name="T11" fmla="*/ 109 h 450"/>
              <a:gd name="T12" fmla="*/ 103 w 455"/>
              <a:gd name="T13" fmla="*/ 160 h 450"/>
              <a:gd name="T14" fmla="*/ 84 w 455"/>
              <a:gd name="T15" fmla="*/ 216 h 450"/>
              <a:gd name="T16" fmla="*/ 90 w 455"/>
              <a:gd name="T17" fmla="*/ 283 h 450"/>
              <a:gd name="T18" fmla="*/ 154 w 455"/>
              <a:gd name="T19" fmla="*/ 367 h 450"/>
              <a:gd name="T20" fmla="*/ 225 w 455"/>
              <a:gd name="T21" fmla="*/ 392 h 450"/>
              <a:gd name="T22" fmla="*/ 302 w 455"/>
              <a:gd name="T23" fmla="*/ 379 h 450"/>
              <a:gd name="T24" fmla="*/ 364 w 455"/>
              <a:gd name="T25" fmla="*/ 330 h 450"/>
              <a:gd name="T26" fmla="*/ 391 w 455"/>
              <a:gd name="T27" fmla="*/ 273 h 450"/>
              <a:gd name="T28" fmla="*/ 395 w 455"/>
              <a:gd name="T29" fmla="*/ 223 h 450"/>
              <a:gd name="T30" fmla="*/ 380 w 455"/>
              <a:gd name="T31" fmla="*/ 167 h 450"/>
              <a:gd name="T32" fmla="*/ 422 w 455"/>
              <a:gd name="T33" fmla="*/ 125 h 450"/>
              <a:gd name="T34" fmla="*/ 453 w 455"/>
              <a:gd name="T35" fmla="*/ 242 h 450"/>
              <a:gd name="T36" fmla="*/ 418 w 455"/>
              <a:gd name="T37" fmla="*/ 354 h 450"/>
              <a:gd name="T38" fmla="*/ 235 w 455"/>
              <a:gd name="T39" fmla="*/ 450 h 450"/>
              <a:gd name="T40" fmla="*/ 85 w 455"/>
              <a:gd name="T41" fmla="*/ 385 h 450"/>
              <a:gd name="T42" fmla="*/ 95 w 455"/>
              <a:gd name="T43" fmla="*/ 78 h 450"/>
              <a:gd name="T44" fmla="*/ 350 w 455"/>
              <a:gd name="T45" fmla="*/ 54 h 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55" h="450">
                <a:moveTo>
                  <a:pt x="350" y="54"/>
                </a:moveTo>
                <a:cubicBezTo>
                  <a:pt x="337" y="67"/>
                  <a:pt x="324" y="80"/>
                  <a:pt x="311" y="93"/>
                </a:cubicBezTo>
                <a:cubicBezTo>
                  <a:pt x="310" y="94"/>
                  <a:pt x="307" y="95"/>
                  <a:pt x="305" y="94"/>
                </a:cubicBezTo>
                <a:cubicBezTo>
                  <a:pt x="292" y="87"/>
                  <a:pt x="277" y="83"/>
                  <a:pt x="262" y="81"/>
                </a:cubicBezTo>
                <a:cubicBezTo>
                  <a:pt x="244" y="79"/>
                  <a:pt x="227" y="79"/>
                  <a:pt x="210" y="82"/>
                </a:cubicBezTo>
                <a:cubicBezTo>
                  <a:pt x="187" y="87"/>
                  <a:pt x="166" y="96"/>
                  <a:pt x="148" y="109"/>
                </a:cubicBezTo>
                <a:cubicBezTo>
                  <a:pt x="129" y="123"/>
                  <a:pt x="114" y="140"/>
                  <a:pt x="103" y="160"/>
                </a:cubicBezTo>
                <a:cubicBezTo>
                  <a:pt x="93" y="178"/>
                  <a:pt x="87" y="196"/>
                  <a:pt x="84" y="216"/>
                </a:cubicBezTo>
                <a:cubicBezTo>
                  <a:pt x="81" y="239"/>
                  <a:pt x="83" y="261"/>
                  <a:pt x="90" y="283"/>
                </a:cubicBezTo>
                <a:cubicBezTo>
                  <a:pt x="101" y="319"/>
                  <a:pt x="123" y="347"/>
                  <a:pt x="154" y="367"/>
                </a:cubicBezTo>
                <a:cubicBezTo>
                  <a:pt x="176" y="381"/>
                  <a:pt x="199" y="389"/>
                  <a:pt x="225" y="392"/>
                </a:cubicBezTo>
                <a:cubicBezTo>
                  <a:pt x="252" y="394"/>
                  <a:pt x="277" y="390"/>
                  <a:pt x="302" y="379"/>
                </a:cubicBezTo>
                <a:cubicBezTo>
                  <a:pt x="327" y="368"/>
                  <a:pt x="348" y="352"/>
                  <a:pt x="364" y="330"/>
                </a:cubicBezTo>
                <a:cubicBezTo>
                  <a:pt x="377" y="313"/>
                  <a:pt x="386" y="294"/>
                  <a:pt x="391" y="273"/>
                </a:cubicBezTo>
                <a:cubicBezTo>
                  <a:pt x="395" y="256"/>
                  <a:pt x="397" y="240"/>
                  <a:pt x="395" y="223"/>
                </a:cubicBezTo>
                <a:cubicBezTo>
                  <a:pt x="394" y="204"/>
                  <a:pt x="389" y="185"/>
                  <a:pt x="380" y="167"/>
                </a:cubicBezTo>
                <a:cubicBezTo>
                  <a:pt x="394" y="153"/>
                  <a:pt x="408" y="139"/>
                  <a:pt x="422" y="125"/>
                </a:cubicBezTo>
                <a:cubicBezTo>
                  <a:pt x="444" y="161"/>
                  <a:pt x="455" y="200"/>
                  <a:pt x="453" y="242"/>
                </a:cubicBezTo>
                <a:cubicBezTo>
                  <a:pt x="452" y="283"/>
                  <a:pt x="441" y="320"/>
                  <a:pt x="418" y="354"/>
                </a:cubicBezTo>
                <a:cubicBezTo>
                  <a:pt x="374" y="418"/>
                  <a:pt x="312" y="450"/>
                  <a:pt x="235" y="450"/>
                </a:cubicBezTo>
                <a:cubicBezTo>
                  <a:pt x="176" y="450"/>
                  <a:pt x="125" y="427"/>
                  <a:pt x="85" y="385"/>
                </a:cubicBezTo>
                <a:cubicBezTo>
                  <a:pt x="0" y="295"/>
                  <a:pt x="6" y="160"/>
                  <a:pt x="95" y="78"/>
                </a:cubicBezTo>
                <a:cubicBezTo>
                  <a:pt x="179" y="0"/>
                  <a:pt x="293" y="14"/>
                  <a:pt x="350" y="5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Freeform 8">
            <a:extLst>
              <a:ext uri="{FF2B5EF4-FFF2-40B4-BE49-F238E27FC236}">
                <a16:creationId xmlns:a16="http://schemas.microsoft.com/office/drawing/2014/main" id="{D14DE085-B12C-4ECC-96B5-870DCF4B39FA}"/>
              </a:ext>
            </a:extLst>
          </p:cNvPr>
          <p:cNvSpPr>
            <a:spLocks/>
          </p:cNvSpPr>
          <p:nvPr/>
        </p:nvSpPr>
        <p:spPr bwMode="auto">
          <a:xfrm>
            <a:off x="2621443" y="1227487"/>
            <a:ext cx="2689982" cy="2696166"/>
          </a:xfrm>
          <a:custGeom>
            <a:avLst/>
            <a:gdLst>
              <a:gd name="T0" fmla="*/ 363 w 433"/>
              <a:gd name="T1" fmla="*/ 0 h 434"/>
              <a:gd name="T2" fmla="*/ 363 w 433"/>
              <a:gd name="T3" fmla="*/ 71 h 434"/>
              <a:gd name="T4" fmla="*/ 432 w 433"/>
              <a:gd name="T5" fmla="*/ 71 h 434"/>
              <a:gd name="T6" fmla="*/ 433 w 433"/>
              <a:gd name="T7" fmla="*/ 73 h 434"/>
              <a:gd name="T8" fmla="*/ 408 w 433"/>
              <a:gd name="T9" fmla="*/ 98 h 434"/>
              <a:gd name="T10" fmla="*/ 303 w 433"/>
              <a:gd name="T11" fmla="*/ 203 h 434"/>
              <a:gd name="T12" fmla="*/ 292 w 433"/>
              <a:gd name="T13" fmla="*/ 207 h 434"/>
              <a:gd name="T14" fmla="*/ 262 w 433"/>
              <a:gd name="T15" fmla="*/ 208 h 434"/>
              <a:gd name="T16" fmla="*/ 255 w 433"/>
              <a:gd name="T17" fmla="*/ 210 h 434"/>
              <a:gd name="T18" fmla="*/ 176 w 433"/>
              <a:gd name="T19" fmla="*/ 289 h 434"/>
              <a:gd name="T20" fmla="*/ 141 w 433"/>
              <a:gd name="T21" fmla="*/ 325 h 434"/>
              <a:gd name="T22" fmla="*/ 140 w 433"/>
              <a:gd name="T23" fmla="*/ 330 h 434"/>
              <a:gd name="T24" fmla="*/ 146 w 433"/>
              <a:gd name="T25" fmla="*/ 354 h 434"/>
              <a:gd name="T26" fmla="*/ 121 w 433"/>
              <a:gd name="T27" fmla="*/ 415 h 434"/>
              <a:gd name="T28" fmla="*/ 67 w 433"/>
              <a:gd name="T29" fmla="*/ 432 h 434"/>
              <a:gd name="T30" fmla="*/ 12 w 433"/>
              <a:gd name="T31" fmla="*/ 397 h 434"/>
              <a:gd name="T32" fmla="*/ 4 w 433"/>
              <a:gd name="T33" fmla="*/ 342 h 434"/>
              <a:gd name="T34" fmla="*/ 46 w 433"/>
              <a:gd name="T35" fmla="*/ 294 h 434"/>
              <a:gd name="T36" fmla="*/ 105 w 433"/>
              <a:gd name="T37" fmla="*/ 295 h 434"/>
              <a:gd name="T38" fmla="*/ 110 w 433"/>
              <a:gd name="T39" fmla="*/ 293 h 434"/>
              <a:gd name="T40" fmla="*/ 191 w 433"/>
              <a:gd name="T41" fmla="*/ 213 h 434"/>
              <a:gd name="T42" fmla="*/ 223 w 433"/>
              <a:gd name="T43" fmla="*/ 181 h 434"/>
              <a:gd name="T44" fmla="*/ 227 w 433"/>
              <a:gd name="T45" fmla="*/ 171 h 434"/>
              <a:gd name="T46" fmla="*/ 227 w 433"/>
              <a:gd name="T47" fmla="*/ 143 h 434"/>
              <a:gd name="T48" fmla="*/ 231 w 433"/>
              <a:gd name="T49" fmla="*/ 131 h 434"/>
              <a:gd name="T50" fmla="*/ 360 w 433"/>
              <a:gd name="T51" fmla="*/ 3 h 434"/>
              <a:gd name="T52" fmla="*/ 363 w 433"/>
              <a:gd name="T53" fmla="*/ 0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33" h="434">
                <a:moveTo>
                  <a:pt x="363" y="0"/>
                </a:moveTo>
                <a:cubicBezTo>
                  <a:pt x="363" y="24"/>
                  <a:pt x="363" y="47"/>
                  <a:pt x="363" y="71"/>
                </a:cubicBezTo>
                <a:cubicBezTo>
                  <a:pt x="386" y="71"/>
                  <a:pt x="409" y="71"/>
                  <a:pt x="432" y="71"/>
                </a:cubicBezTo>
                <a:cubicBezTo>
                  <a:pt x="432" y="72"/>
                  <a:pt x="432" y="73"/>
                  <a:pt x="433" y="73"/>
                </a:cubicBezTo>
                <a:cubicBezTo>
                  <a:pt x="424" y="81"/>
                  <a:pt x="416" y="90"/>
                  <a:pt x="408" y="98"/>
                </a:cubicBezTo>
                <a:cubicBezTo>
                  <a:pt x="373" y="133"/>
                  <a:pt x="338" y="168"/>
                  <a:pt x="303" y="203"/>
                </a:cubicBezTo>
                <a:cubicBezTo>
                  <a:pt x="300" y="206"/>
                  <a:pt x="297" y="208"/>
                  <a:pt x="292" y="207"/>
                </a:cubicBezTo>
                <a:cubicBezTo>
                  <a:pt x="282" y="207"/>
                  <a:pt x="272" y="207"/>
                  <a:pt x="262" y="208"/>
                </a:cubicBezTo>
                <a:cubicBezTo>
                  <a:pt x="260" y="208"/>
                  <a:pt x="256" y="209"/>
                  <a:pt x="255" y="210"/>
                </a:cubicBezTo>
                <a:cubicBezTo>
                  <a:pt x="228" y="237"/>
                  <a:pt x="202" y="263"/>
                  <a:pt x="176" y="289"/>
                </a:cubicBezTo>
                <a:cubicBezTo>
                  <a:pt x="164" y="301"/>
                  <a:pt x="152" y="313"/>
                  <a:pt x="141" y="325"/>
                </a:cubicBezTo>
                <a:cubicBezTo>
                  <a:pt x="140" y="326"/>
                  <a:pt x="139" y="328"/>
                  <a:pt x="140" y="330"/>
                </a:cubicBezTo>
                <a:cubicBezTo>
                  <a:pt x="143" y="338"/>
                  <a:pt x="145" y="346"/>
                  <a:pt x="146" y="354"/>
                </a:cubicBezTo>
                <a:cubicBezTo>
                  <a:pt x="148" y="379"/>
                  <a:pt x="139" y="399"/>
                  <a:pt x="121" y="415"/>
                </a:cubicBezTo>
                <a:cubicBezTo>
                  <a:pt x="105" y="428"/>
                  <a:pt x="87" y="434"/>
                  <a:pt x="67" y="432"/>
                </a:cubicBezTo>
                <a:cubicBezTo>
                  <a:pt x="43" y="429"/>
                  <a:pt x="25" y="417"/>
                  <a:pt x="12" y="397"/>
                </a:cubicBezTo>
                <a:cubicBezTo>
                  <a:pt x="2" y="380"/>
                  <a:pt x="0" y="361"/>
                  <a:pt x="4" y="342"/>
                </a:cubicBezTo>
                <a:cubicBezTo>
                  <a:pt x="10" y="320"/>
                  <a:pt x="24" y="303"/>
                  <a:pt x="46" y="294"/>
                </a:cubicBezTo>
                <a:cubicBezTo>
                  <a:pt x="66" y="285"/>
                  <a:pt x="86" y="286"/>
                  <a:pt x="105" y="295"/>
                </a:cubicBezTo>
                <a:cubicBezTo>
                  <a:pt x="107" y="295"/>
                  <a:pt x="109" y="294"/>
                  <a:pt x="110" y="293"/>
                </a:cubicBezTo>
                <a:cubicBezTo>
                  <a:pt x="137" y="267"/>
                  <a:pt x="164" y="240"/>
                  <a:pt x="191" y="213"/>
                </a:cubicBezTo>
                <a:cubicBezTo>
                  <a:pt x="202" y="202"/>
                  <a:pt x="212" y="191"/>
                  <a:pt x="223" y="181"/>
                </a:cubicBezTo>
                <a:cubicBezTo>
                  <a:pt x="226" y="178"/>
                  <a:pt x="227" y="175"/>
                  <a:pt x="227" y="171"/>
                </a:cubicBezTo>
                <a:cubicBezTo>
                  <a:pt x="227" y="162"/>
                  <a:pt x="227" y="152"/>
                  <a:pt x="227" y="143"/>
                </a:cubicBezTo>
                <a:cubicBezTo>
                  <a:pt x="226" y="138"/>
                  <a:pt x="228" y="135"/>
                  <a:pt x="231" y="131"/>
                </a:cubicBezTo>
                <a:cubicBezTo>
                  <a:pt x="274" y="88"/>
                  <a:pt x="317" y="45"/>
                  <a:pt x="360" y="3"/>
                </a:cubicBezTo>
                <a:cubicBezTo>
                  <a:pt x="361" y="2"/>
                  <a:pt x="362" y="1"/>
                  <a:pt x="363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Groupe 56"/>
          <p:cNvGrpSpPr/>
          <p:nvPr/>
        </p:nvGrpSpPr>
        <p:grpSpPr>
          <a:xfrm>
            <a:off x="-73540" y="3432034"/>
            <a:ext cx="591048" cy="3015734"/>
            <a:chOff x="-93718" y="3610524"/>
            <a:chExt cx="591048" cy="3015734"/>
          </a:xfrm>
        </p:grpSpPr>
        <p:grpSp>
          <p:nvGrpSpPr>
            <p:cNvPr id="58" name="Groupe 57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93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94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95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87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88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89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81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82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83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85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4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76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77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78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70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71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72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3" name="Groupe 62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64" name="Groupe 63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66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074D6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67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68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65" name="Image 6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106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12047" y="879411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23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5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12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12778" y="558611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59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>
            <a:extLst>
              <a:ext uri="{FF2B5EF4-FFF2-40B4-BE49-F238E27FC236}">
                <a16:creationId xmlns:a16="http://schemas.microsoft.com/office/drawing/2014/main" id="{F9EADFFF-33EA-4A41-94D0-E5541D8AB55B}"/>
              </a:ext>
            </a:extLst>
          </p:cNvPr>
          <p:cNvSpPr txBox="1"/>
          <p:nvPr/>
        </p:nvSpPr>
        <p:spPr>
          <a:xfrm>
            <a:off x="66390" y="1263102"/>
            <a:ext cx="12192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DEMONSTRATION</a:t>
            </a:r>
            <a:r>
              <a:rPr lang="en-US" sz="2400" b="1" dirty="0">
                <a:latin typeface="Tw Cen MT" panose="020B0602020104020603" pitchFamily="34" charset="0"/>
              </a:rPr>
              <a:t> </a:t>
            </a:r>
            <a:r>
              <a:rPr lang="en-US" sz="2400" b="1" dirty="0">
                <a:solidFill>
                  <a:srgbClr val="FCB414"/>
                </a:solidFill>
                <a:latin typeface="Tw Cen MT" panose="020B0602020104020603" pitchFamily="34" charset="0"/>
              </a:rPr>
              <a:t>DE LA </a:t>
            </a:r>
            <a:r>
              <a:rPr lang="en-US" sz="2400" b="1" dirty="0" smtClean="0">
                <a:solidFill>
                  <a:srgbClr val="FCB414"/>
                </a:solidFill>
                <a:latin typeface="Tw Cen MT" panose="020B0602020104020603" pitchFamily="34" charset="0"/>
              </a:rPr>
              <a:t>PLATEFORME DE GESTION DES LIVRAISONS : ETUDE DE CAS CHEZ TRANSKAM</a:t>
            </a:r>
            <a:endParaRPr lang="en-GB" sz="2400" b="1" dirty="0">
              <a:solidFill>
                <a:srgbClr val="FCB414"/>
              </a:solidFill>
              <a:latin typeface="Tw Cen MT" panose="020B0602020104020603" pitchFamily="34" charset="0"/>
            </a:endParaRPr>
          </a:p>
        </p:txBody>
      </p:sp>
      <p:sp>
        <p:nvSpPr>
          <p:cNvPr id="50" name="Oval 47">
            <a:extLst>
              <a:ext uri="{FF2B5EF4-FFF2-40B4-BE49-F238E27FC236}">
                <a16:creationId xmlns:a16="http://schemas.microsoft.com/office/drawing/2014/main" id="{FB22CC8B-E0CE-465E-B6A4-CE70C4D6C7D8}"/>
              </a:ext>
            </a:extLst>
          </p:cNvPr>
          <p:cNvSpPr/>
          <p:nvPr/>
        </p:nvSpPr>
        <p:spPr>
          <a:xfrm>
            <a:off x="2555211" y="5756103"/>
            <a:ext cx="7070985" cy="306049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2" name="Group 74">
            <a:extLst>
              <a:ext uri="{FF2B5EF4-FFF2-40B4-BE49-F238E27FC236}">
                <a16:creationId xmlns:a16="http://schemas.microsoft.com/office/drawing/2014/main" id="{EAA3DC40-DF27-438A-B2FD-1FDC1B73AF9F}"/>
              </a:ext>
            </a:extLst>
          </p:cNvPr>
          <p:cNvGrpSpPr/>
          <p:nvPr/>
        </p:nvGrpSpPr>
        <p:grpSpPr>
          <a:xfrm>
            <a:off x="2788484" y="2104575"/>
            <a:ext cx="6553479" cy="3769254"/>
            <a:chOff x="796810" y="2238917"/>
            <a:chExt cx="5787454" cy="3328673"/>
          </a:xfrm>
        </p:grpSpPr>
        <p:sp>
          <p:nvSpPr>
            <p:cNvPr id="93" name="Freeform 5">
              <a:extLst>
                <a:ext uri="{FF2B5EF4-FFF2-40B4-BE49-F238E27FC236}">
                  <a16:creationId xmlns:a16="http://schemas.microsoft.com/office/drawing/2014/main" id="{3E1A82DD-013A-4774-BD21-686CADBD1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30290" y="2238917"/>
              <a:ext cx="4719724" cy="3117743"/>
            </a:xfrm>
            <a:custGeom>
              <a:avLst/>
              <a:gdLst>
                <a:gd name="T0" fmla="*/ 4914 w 4918"/>
                <a:gd name="T1" fmla="*/ 178 h 3248"/>
                <a:gd name="T2" fmla="*/ 4915 w 4918"/>
                <a:gd name="T3" fmla="*/ 713 h 3248"/>
                <a:gd name="T4" fmla="*/ 4915 w 4918"/>
                <a:gd name="T5" fmla="*/ 2133 h 3248"/>
                <a:gd name="T6" fmla="*/ 4918 w 4918"/>
                <a:gd name="T7" fmla="*/ 3248 h 3248"/>
                <a:gd name="T8" fmla="*/ 1 w 4918"/>
                <a:gd name="T9" fmla="*/ 3248 h 3248"/>
                <a:gd name="T10" fmla="*/ 1 w 4918"/>
                <a:gd name="T11" fmla="*/ 2183 h 3248"/>
                <a:gd name="T12" fmla="*/ 0 w 4918"/>
                <a:gd name="T13" fmla="*/ 229 h 3248"/>
                <a:gd name="T14" fmla="*/ 8 w 4918"/>
                <a:gd name="T15" fmla="*/ 157 h 3248"/>
                <a:gd name="T16" fmla="*/ 14 w 4918"/>
                <a:gd name="T17" fmla="*/ 143 h 3248"/>
                <a:gd name="T18" fmla="*/ 141 w 4918"/>
                <a:gd name="T19" fmla="*/ 12 h 3248"/>
                <a:gd name="T20" fmla="*/ 218 w 4918"/>
                <a:gd name="T21" fmla="*/ 0 h 3248"/>
                <a:gd name="T22" fmla="*/ 4712 w 4918"/>
                <a:gd name="T23" fmla="*/ 1 h 3248"/>
                <a:gd name="T24" fmla="*/ 4905 w 4918"/>
                <a:gd name="T25" fmla="*/ 143 h 3248"/>
                <a:gd name="T26" fmla="*/ 4911 w 4918"/>
                <a:gd name="T27" fmla="*/ 157 h 3248"/>
                <a:gd name="T28" fmla="*/ 4913 w 4918"/>
                <a:gd name="T29" fmla="*/ 167 h 3248"/>
                <a:gd name="T30" fmla="*/ 4914 w 4918"/>
                <a:gd name="T31" fmla="*/ 178 h 3248"/>
                <a:gd name="T32" fmla="*/ 2459 w 4918"/>
                <a:gd name="T33" fmla="*/ 201 h 3248"/>
                <a:gd name="T34" fmla="*/ 267 w 4918"/>
                <a:gd name="T35" fmla="*/ 200 h 3248"/>
                <a:gd name="T36" fmla="*/ 233 w 4918"/>
                <a:gd name="T37" fmla="*/ 235 h 3248"/>
                <a:gd name="T38" fmla="*/ 233 w 4918"/>
                <a:gd name="T39" fmla="*/ 3008 h 3248"/>
                <a:gd name="T40" fmla="*/ 272 w 4918"/>
                <a:gd name="T41" fmla="*/ 3047 h 3248"/>
                <a:gd name="T42" fmla="*/ 4652 w 4918"/>
                <a:gd name="T43" fmla="*/ 3047 h 3248"/>
                <a:gd name="T44" fmla="*/ 4686 w 4918"/>
                <a:gd name="T45" fmla="*/ 3013 h 3248"/>
                <a:gd name="T46" fmla="*/ 4686 w 4918"/>
                <a:gd name="T47" fmla="*/ 235 h 3248"/>
                <a:gd name="T48" fmla="*/ 4652 w 4918"/>
                <a:gd name="T49" fmla="*/ 200 h 3248"/>
                <a:gd name="T50" fmla="*/ 2459 w 4918"/>
                <a:gd name="T51" fmla="*/ 201 h 3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18" h="3248">
                  <a:moveTo>
                    <a:pt x="4914" y="178"/>
                  </a:moveTo>
                  <a:cubicBezTo>
                    <a:pt x="4914" y="356"/>
                    <a:pt x="4915" y="535"/>
                    <a:pt x="4915" y="713"/>
                  </a:cubicBezTo>
                  <a:cubicBezTo>
                    <a:pt x="4915" y="1187"/>
                    <a:pt x="4915" y="1660"/>
                    <a:pt x="4915" y="2133"/>
                  </a:cubicBezTo>
                  <a:cubicBezTo>
                    <a:pt x="4916" y="2491"/>
                    <a:pt x="4918" y="3248"/>
                    <a:pt x="4918" y="3248"/>
                  </a:cubicBezTo>
                  <a:cubicBezTo>
                    <a:pt x="1" y="3248"/>
                    <a:pt x="1" y="3248"/>
                    <a:pt x="1" y="3248"/>
                  </a:cubicBezTo>
                  <a:cubicBezTo>
                    <a:pt x="1" y="2893"/>
                    <a:pt x="1" y="2537"/>
                    <a:pt x="1" y="2183"/>
                  </a:cubicBezTo>
                  <a:cubicBezTo>
                    <a:pt x="1" y="1532"/>
                    <a:pt x="1" y="880"/>
                    <a:pt x="0" y="229"/>
                  </a:cubicBezTo>
                  <a:cubicBezTo>
                    <a:pt x="0" y="205"/>
                    <a:pt x="2" y="181"/>
                    <a:pt x="8" y="157"/>
                  </a:cubicBezTo>
                  <a:cubicBezTo>
                    <a:pt x="13" y="154"/>
                    <a:pt x="15" y="150"/>
                    <a:pt x="14" y="143"/>
                  </a:cubicBezTo>
                  <a:cubicBezTo>
                    <a:pt x="33" y="77"/>
                    <a:pt x="77" y="34"/>
                    <a:pt x="141" y="12"/>
                  </a:cubicBezTo>
                  <a:cubicBezTo>
                    <a:pt x="166" y="3"/>
                    <a:pt x="191" y="0"/>
                    <a:pt x="218" y="0"/>
                  </a:cubicBezTo>
                  <a:cubicBezTo>
                    <a:pt x="1716" y="1"/>
                    <a:pt x="3214" y="1"/>
                    <a:pt x="4712" y="1"/>
                  </a:cubicBezTo>
                  <a:cubicBezTo>
                    <a:pt x="4802" y="1"/>
                    <a:pt x="4888" y="64"/>
                    <a:pt x="4905" y="143"/>
                  </a:cubicBezTo>
                  <a:cubicBezTo>
                    <a:pt x="4903" y="150"/>
                    <a:pt x="4905" y="154"/>
                    <a:pt x="4911" y="157"/>
                  </a:cubicBezTo>
                  <a:cubicBezTo>
                    <a:pt x="4911" y="160"/>
                    <a:pt x="4912" y="164"/>
                    <a:pt x="4913" y="167"/>
                  </a:cubicBezTo>
                  <a:cubicBezTo>
                    <a:pt x="4908" y="171"/>
                    <a:pt x="4909" y="175"/>
                    <a:pt x="4914" y="178"/>
                  </a:cubicBezTo>
                  <a:close/>
                  <a:moveTo>
                    <a:pt x="2459" y="201"/>
                  </a:moveTo>
                  <a:cubicBezTo>
                    <a:pt x="1728" y="201"/>
                    <a:pt x="998" y="201"/>
                    <a:pt x="267" y="200"/>
                  </a:cubicBezTo>
                  <a:cubicBezTo>
                    <a:pt x="238" y="200"/>
                    <a:pt x="233" y="208"/>
                    <a:pt x="233" y="235"/>
                  </a:cubicBezTo>
                  <a:cubicBezTo>
                    <a:pt x="233" y="1159"/>
                    <a:pt x="233" y="2084"/>
                    <a:pt x="233" y="3008"/>
                  </a:cubicBezTo>
                  <a:cubicBezTo>
                    <a:pt x="233" y="3047"/>
                    <a:pt x="233" y="3047"/>
                    <a:pt x="272" y="3047"/>
                  </a:cubicBezTo>
                  <a:cubicBezTo>
                    <a:pt x="1732" y="3047"/>
                    <a:pt x="3192" y="3047"/>
                    <a:pt x="4652" y="3047"/>
                  </a:cubicBezTo>
                  <a:cubicBezTo>
                    <a:pt x="4679" y="3047"/>
                    <a:pt x="4686" y="3040"/>
                    <a:pt x="4686" y="3013"/>
                  </a:cubicBezTo>
                  <a:cubicBezTo>
                    <a:pt x="4685" y="2087"/>
                    <a:pt x="4685" y="1161"/>
                    <a:pt x="4686" y="235"/>
                  </a:cubicBezTo>
                  <a:cubicBezTo>
                    <a:pt x="4686" y="207"/>
                    <a:pt x="4680" y="200"/>
                    <a:pt x="4652" y="200"/>
                  </a:cubicBezTo>
                  <a:cubicBezTo>
                    <a:pt x="3921" y="201"/>
                    <a:pt x="3190" y="201"/>
                    <a:pt x="2459" y="201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10">
              <a:extLst>
                <a:ext uri="{FF2B5EF4-FFF2-40B4-BE49-F238E27FC236}">
                  <a16:creationId xmlns:a16="http://schemas.microsoft.com/office/drawing/2014/main" id="{8FBA8C93-6931-48B1-8BC2-F07E2AFF1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132" y="5357431"/>
              <a:ext cx="866809" cy="79291"/>
            </a:xfrm>
            <a:custGeom>
              <a:avLst/>
              <a:gdLst>
                <a:gd name="T0" fmla="*/ 0 w 903"/>
                <a:gd name="T1" fmla="*/ 0 h 83"/>
                <a:gd name="T2" fmla="*/ 903 w 903"/>
                <a:gd name="T3" fmla="*/ 0 h 83"/>
                <a:gd name="T4" fmla="*/ 816 w 903"/>
                <a:gd name="T5" fmla="*/ 83 h 83"/>
                <a:gd name="T6" fmla="*/ 87 w 903"/>
                <a:gd name="T7" fmla="*/ 83 h 83"/>
                <a:gd name="T8" fmla="*/ 0 w 903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3" h="83">
                  <a:moveTo>
                    <a:pt x="0" y="0"/>
                  </a:moveTo>
                  <a:cubicBezTo>
                    <a:pt x="301" y="0"/>
                    <a:pt x="602" y="0"/>
                    <a:pt x="903" y="0"/>
                  </a:cubicBezTo>
                  <a:cubicBezTo>
                    <a:pt x="900" y="45"/>
                    <a:pt x="861" y="83"/>
                    <a:pt x="816" y="83"/>
                  </a:cubicBezTo>
                  <a:cubicBezTo>
                    <a:pt x="573" y="83"/>
                    <a:pt x="330" y="83"/>
                    <a:pt x="87" y="83"/>
                  </a:cubicBezTo>
                  <a:cubicBezTo>
                    <a:pt x="42" y="83"/>
                    <a:pt x="2" y="45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11">
              <a:extLst>
                <a:ext uri="{FF2B5EF4-FFF2-40B4-BE49-F238E27FC236}">
                  <a16:creationId xmlns:a16="http://schemas.microsoft.com/office/drawing/2014/main" id="{134AFC53-1290-4F90-880F-BC86A35ED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10" y="5356661"/>
              <a:ext cx="5787454" cy="144725"/>
            </a:xfrm>
            <a:custGeom>
              <a:avLst/>
              <a:gdLst>
                <a:gd name="T0" fmla="*/ 135 w 6031"/>
                <a:gd name="T1" fmla="*/ 150 h 151"/>
                <a:gd name="T2" fmla="*/ 1969 w 6031"/>
                <a:gd name="T3" fmla="*/ 151 h 151"/>
                <a:gd name="T4" fmla="*/ 1969 w 6031"/>
                <a:gd name="T5" fmla="*/ 150 h 151"/>
                <a:gd name="T6" fmla="*/ 2640 w 6031"/>
                <a:gd name="T7" fmla="*/ 150 h 151"/>
                <a:gd name="T8" fmla="*/ 2772 w 6031"/>
                <a:gd name="T9" fmla="*/ 151 h 151"/>
                <a:gd name="T10" fmla="*/ 2977 w 6031"/>
                <a:gd name="T11" fmla="*/ 151 h 151"/>
                <a:gd name="T12" fmla="*/ 3343 w 6031"/>
                <a:gd name="T13" fmla="*/ 151 h 151"/>
                <a:gd name="T14" fmla="*/ 4495 w 6031"/>
                <a:gd name="T15" fmla="*/ 151 h 151"/>
                <a:gd name="T16" fmla="*/ 4698 w 6031"/>
                <a:gd name="T17" fmla="*/ 151 h 151"/>
                <a:gd name="T18" fmla="*/ 5896 w 6031"/>
                <a:gd name="T19" fmla="*/ 150 h 151"/>
                <a:gd name="T20" fmla="*/ 6025 w 6031"/>
                <a:gd name="T21" fmla="*/ 147 h 151"/>
                <a:gd name="T22" fmla="*/ 6029 w 6031"/>
                <a:gd name="T23" fmla="*/ 36 h 151"/>
                <a:gd name="T24" fmla="*/ 5994 w 6031"/>
                <a:gd name="T25" fmla="*/ 0 h 151"/>
                <a:gd name="T26" fmla="*/ 4782 w 6031"/>
                <a:gd name="T27" fmla="*/ 1 h 151"/>
                <a:gd name="T28" fmla="*/ 3467 w 6031"/>
                <a:gd name="T29" fmla="*/ 1 h 151"/>
                <a:gd name="T30" fmla="*/ 3380 w 6031"/>
                <a:gd name="T31" fmla="*/ 85 h 151"/>
                <a:gd name="T32" fmla="*/ 2651 w 6031"/>
                <a:gd name="T33" fmla="*/ 85 h 151"/>
                <a:gd name="T34" fmla="*/ 2564 w 6031"/>
                <a:gd name="T35" fmla="*/ 1 h 151"/>
                <a:gd name="T36" fmla="*/ 1249 w 6031"/>
                <a:gd name="T37" fmla="*/ 1 h 151"/>
                <a:gd name="T38" fmla="*/ 37 w 6031"/>
                <a:gd name="T39" fmla="*/ 0 h 151"/>
                <a:gd name="T40" fmla="*/ 2 w 6031"/>
                <a:gd name="T41" fmla="*/ 36 h 151"/>
                <a:gd name="T42" fmla="*/ 6 w 6031"/>
                <a:gd name="T43" fmla="*/ 147 h 151"/>
                <a:gd name="T44" fmla="*/ 135 w 6031"/>
                <a:gd name="T45" fmla="*/ 15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31" h="151">
                  <a:moveTo>
                    <a:pt x="135" y="150"/>
                  </a:moveTo>
                  <a:cubicBezTo>
                    <a:pt x="746" y="151"/>
                    <a:pt x="1358" y="151"/>
                    <a:pt x="1969" y="151"/>
                  </a:cubicBezTo>
                  <a:cubicBezTo>
                    <a:pt x="1969" y="150"/>
                    <a:pt x="1969" y="150"/>
                    <a:pt x="1969" y="150"/>
                  </a:cubicBezTo>
                  <a:cubicBezTo>
                    <a:pt x="2193" y="150"/>
                    <a:pt x="2416" y="150"/>
                    <a:pt x="2640" y="150"/>
                  </a:cubicBezTo>
                  <a:cubicBezTo>
                    <a:pt x="2684" y="150"/>
                    <a:pt x="2728" y="151"/>
                    <a:pt x="2772" y="151"/>
                  </a:cubicBezTo>
                  <a:cubicBezTo>
                    <a:pt x="2840" y="151"/>
                    <a:pt x="2909" y="151"/>
                    <a:pt x="2977" y="151"/>
                  </a:cubicBezTo>
                  <a:cubicBezTo>
                    <a:pt x="3099" y="150"/>
                    <a:pt x="3221" y="151"/>
                    <a:pt x="3343" y="151"/>
                  </a:cubicBezTo>
                  <a:cubicBezTo>
                    <a:pt x="3727" y="151"/>
                    <a:pt x="4111" y="151"/>
                    <a:pt x="4495" y="151"/>
                  </a:cubicBezTo>
                  <a:cubicBezTo>
                    <a:pt x="4564" y="151"/>
                    <a:pt x="4631" y="151"/>
                    <a:pt x="4698" y="151"/>
                  </a:cubicBezTo>
                  <a:cubicBezTo>
                    <a:pt x="5097" y="151"/>
                    <a:pt x="5497" y="151"/>
                    <a:pt x="5896" y="150"/>
                  </a:cubicBezTo>
                  <a:cubicBezTo>
                    <a:pt x="5938" y="150"/>
                    <a:pt x="5983" y="146"/>
                    <a:pt x="6025" y="147"/>
                  </a:cubicBezTo>
                  <a:cubicBezTo>
                    <a:pt x="6031" y="133"/>
                    <a:pt x="6029" y="73"/>
                    <a:pt x="6029" y="36"/>
                  </a:cubicBezTo>
                  <a:cubicBezTo>
                    <a:pt x="6029" y="8"/>
                    <a:pt x="6023" y="0"/>
                    <a:pt x="5994" y="0"/>
                  </a:cubicBezTo>
                  <a:cubicBezTo>
                    <a:pt x="5821" y="1"/>
                    <a:pt x="4974" y="1"/>
                    <a:pt x="4782" y="1"/>
                  </a:cubicBezTo>
                  <a:cubicBezTo>
                    <a:pt x="4608" y="1"/>
                    <a:pt x="3467" y="1"/>
                    <a:pt x="3467" y="1"/>
                  </a:cubicBezTo>
                  <a:cubicBezTo>
                    <a:pt x="3464" y="46"/>
                    <a:pt x="3425" y="84"/>
                    <a:pt x="3380" y="85"/>
                  </a:cubicBezTo>
                  <a:cubicBezTo>
                    <a:pt x="3137" y="85"/>
                    <a:pt x="2894" y="85"/>
                    <a:pt x="2651" y="85"/>
                  </a:cubicBezTo>
                  <a:cubicBezTo>
                    <a:pt x="2606" y="84"/>
                    <a:pt x="2566" y="46"/>
                    <a:pt x="2564" y="1"/>
                  </a:cubicBezTo>
                  <a:cubicBezTo>
                    <a:pt x="2564" y="1"/>
                    <a:pt x="1413" y="1"/>
                    <a:pt x="1249" y="1"/>
                  </a:cubicBezTo>
                  <a:cubicBezTo>
                    <a:pt x="1057" y="1"/>
                    <a:pt x="210" y="1"/>
                    <a:pt x="37" y="0"/>
                  </a:cubicBezTo>
                  <a:cubicBezTo>
                    <a:pt x="8" y="0"/>
                    <a:pt x="2" y="8"/>
                    <a:pt x="2" y="36"/>
                  </a:cubicBezTo>
                  <a:cubicBezTo>
                    <a:pt x="2" y="72"/>
                    <a:pt x="0" y="133"/>
                    <a:pt x="6" y="147"/>
                  </a:cubicBezTo>
                  <a:cubicBezTo>
                    <a:pt x="48" y="146"/>
                    <a:pt x="93" y="150"/>
                    <a:pt x="135" y="150"/>
                  </a:cubicBezTo>
                  <a:close/>
                </a:path>
              </a:pathLst>
            </a:custGeom>
            <a:solidFill>
              <a:srgbClr val="F5F6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4">
              <a:extLst>
                <a:ext uri="{FF2B5EF4-FFF2-40B4-BE49-F238E27FC236}">
                  <a16:creationId xmlns:a16="http://schemas.microsoft.com/office/drawing/2014/main" id="{79FC95B4-2D94-41F7-9A08-2072EFFC0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198" y="5497537"/>
              <a:ext cx="5776677" cy="70053"/>
            </a:xfrm>
            <a:custGeom>
              <a:avLst/>
              <a:gdLst>
                <a:gd name="T0" fmla="*/ 5890 w 6019"/>
                <a:gd name="T1" fmla="*/ 3 h 73"/>
                <a:gd name="T2" fmla="*/ 3337 w 6019"/>
                <a:gd name="T3" fmla="*/ 4 h 73"/>
                <a:gd name="T4" fmla="*/ 2892 w 6019"/>
                <a:gd name="T5" fmla="*/ 5 h 73"/>
                <a:gd name="T6" fmla="*/ 2634 w 6019"/>
                <a:gd name="T7" fmla="*/ 3 h 73"/>
                <a:gd name="T8" fmla="*/ 1963 w 6019"/>
                <a:gd name="T9" fmla="*/ 4 h 73"/>
                <a:gd name="T10" fmla="*/ 1963 w 6019"/>
                <a:gd name="T11" fmla="*/ 4 h 73"/>
                <a:gd name="T12" fmla="*/ 129 w 6019"/>
                <a:gd name="T13" fmla="*/ 3 h 73"/>
                <a:gd name="T14" fmla="*/ 0 w 6019"/>
                <a:gd name="T15" fmla="*/ 0 h 73"/>
                <a:gd name="T16" fmla="*/ 117 w 6019"/>
                <a:gd name="T17" fmla="*/ 59 h 73"/>
                <a:gd name="T18" fmla="*/ 579 w 6019"/>
                <a:gd name="T19" fmla="*/ 70 h 73"/>
                <a:gd name="T20" fmla="*/ 1963 w 6019"/>
                <a:gd name="T21" fmla="*/ 71 h 73"/>
                <a:gd name="T22" fmla="*/ 1963 w 6019"/>
                <a:gd name="T23" fmla="*/ 71 h 73"/>
                <a:gd name="T24" fmla="*/ 5440 w 6019"/>
                <a:gd name="T25" fmla="*/ 70 h 73"/>
                <a:gd name="T26" fmla="*/ 5902 w 6019"/>
                <a:gd name="T27" fmla="*/ 59 h 73"/>
                <a:gd name="T28" fmla="*/ 6019 w 6019"/>
                <a:gd name="T29" fmla="*/ 0 h 73"/>
                <a:gd name="T30" fmla="*/ 5890 w 6019"/>
                <a:gd name="T31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19" h="73">
                  <a:moveTo>
                    <a:pt x="5890" y="3"/>
                  </a:moveTo>
                  <a:cubicBezTo>
                    <a:pt x="5039" y="4"/>
                    <a:pt x="4188" y="4"/>
                    <a:pt x="3337" y="4"/>
                  </a:cubicBezTo>
                  <a:cubicBezTo>
                    <a:pt x="3189" y="4"/>
                    <a:pt x="3040" y="3"/>
                    <a:pt x="2892" y="5"/>
                  </a:cubicBezTo>
                  <a:cubicBezTo>
                    <a:pt x="2806" y="6"/>
                    <a:pt x="2720" y="3"/>
                    <a:pt x="2634" y="3"/>
                  </a:cubicBezTo>
                  <a:cubicBezTo>
                    <a:pt x="2410" y="4"/>
                    <a:pt x="2187" y="4"/>
                    <a:pt x="1963" y="4"/>
                  </a:cubicBezTo>
                  <a:cubicBezTo>
                    <a:pt x="1963" y="4"/>
                    <a:pt x="1963" y="4"/>
                    <a:pt x="1963" y="4"/>
                  </a:cubicBezTo>
                  <a:cubicBezTo>
                    <a:pt x="1352" y="4"/>
                    <a:pt x="740" y="4"/>
                    <a:pt x="129" y="3"/>
                  </a:cubicBezTo>
                  <a:cubicBezTo>
                    <a:pt x="87" y="3"/>
                    <a:pt x="42" y="0"/>
                    <a:pt x="0" y="0"/>
                  </a:cubicBezTo>
                  <a:cubicBezTo>
                    <a:pt x="20" y="41"/>
                    <a:pt x="74" y="53"/>
                    <a:pt x="117" y="59"/>
                  </a:cubicBezTo>
                  <a:cubicBezTo>
                    <a:pt x="279" y="73"/>
                    <a:pt x="425" y="70"/>
                    <a:pt x="579" y="70"/>
                  </a:cubicBezTo>
                  <a:cubicBezTo>
                    <a:pt x="1040" y="71"/>
                    <a:pt x="1502" y="71"/>
                    <a:pt x="1963" y="71"/>
                  </a:cubicBezTo>
                  <a:cubicBezTo>
                    <a:pt x="1963" y="71"/>
                    <a:pt x="1963" y="71"/>
                    <a:pt x="1963" y="71"/>
                  </a:cubicBezTo>
                  <a:cubicBezTo>
                    <a:pt x="3122" y="71"/>
                    <a:pt x="4281" y="71"/>
                    <a:pt x="5440" y="70"/>
                  </a:cubicBezTo>
                  <a:cubicBezTo>
                    <a:pt x="5594" y="70"/>
                    <a:pt x="5740" y="73"/>
                    <a:pt x="5902" y="59"/>
                  </a:cubicBezTo>
                  <a:cubicBezTo>
                    <a:pt x="5945" y="53"/>
                    <a:pt x="5999" y="41"/>
                    <a:pt x="6019" y="0"/>
                  </a:cubicBezTo>
                  <a:cubicBezTo>
                    <a:pt x="5977" y="0"/>
                    <a:pt x="5932" y="3"/>
                    <a:pt x="5890" y="3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8" name="Group 41">
            <a:extLst>
              <a:ext uri="{FF2B5EF4-FFF2-40B4-BE49-F238E27FC236}">
                <a16:creationId xmlns:a16="http://schemas.microsoft.com/office/drawing/2014/main" id="{36FEB24B-6320-42D2-9FC3-0DDE159D589C}"/>
              </a:ext>
            </a:extLst>
          </p:cNvPr>
          <p:cNvGrpSpPr/>
          <p:nvPr/>
        </p:nvGrpSpPr>
        <p:grpSpPr>
          <a:xfrm>
            <a:off x="5256779" y="2751710"/>
            <a:ext cx="1669433" cy="2036281"/>
            <a:chOff x="7549436" y="-3035119"/>
            <a:chExt cx="1474296" cy="1798263"/>
          </a:xfrm>
        </p:grpSpPr>
        <p:sp>
          <p:nvSpPr>
            <p:cNvPr id="99" name="Freeform 5">
              <a:extLst>
                <a:ext uri="{FF2B5EF4-FFF2-40B4-BE49-F238E27FC236}">
                  <a16:creationId xmlns:a16="http://schemas.microsoft.com/office/drawing/2014/main" id="{92527DD2-586B-4CF2-9B18-84AD771643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7222" y="-2761530"/>
              <a:ext cx="917325" cy="1524674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6">
              <a:extLst>
                <a:ext uri="{FF2B5EF4-FFF2-40B4-BE49-F238E27FC236}">
                  <a16:creationId xmlns:a16="http://schemas.microsoft.com/office/drawing/2014/main" id="{3214ADCC-CC01-4498-A6E0-67B83326F1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3578" y="-2329808"/>
              <a:ext cx="65073" cy="110555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7">
              <a:extLst>
                <a:ext uri="{FF2B5EF4-FFF2-40B4-BE49-F238E27FC236}">
                  <a16:creationId xmlns:a16="http://schemas.microsoft.com/office/drawing/2014/main" id="{4C4FBBF4-5029-4762-88C5-E303BA5041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5765" y="-2182168"/>
              <a:ext cx="235803" cy="378545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8">
              <a:extLst>
                <a:ext uri="{FF2B5EF4-FFF2-40B4-BE49-F238E27FC236}">
                  <a16:creationId xmlns:a16="http://schemas.microsoft.com/office/drawing/2014/main" id="{FE1E51E4-DBF3-4F84-BF9C-E13C7C1BB1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10842" y="-2203160"/>
              <a:ext cx="105657" cy="130847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9">
              <a:extLst>
                <a:ext uri="{FF2B5EF4-FFF2-40B4-BE49-F238E27FC236}">
                  <a16:creationId xmlns:a16="http://schemas.microsoft.com/office/drawing/2014/main" id="{2BF7B793-C1E3-4A54-8E7E-A4E59D65A2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2653076"/>
              <a:ext cx="381344" cy="41563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0">
              <a:extLst>
                <a:ext uri="{FF2B5EF4-FFF2-40B4-BE49-F238E27FC236}">
                  <a16:creationId xmlns:a16="http://schemas.microsoft.com/office/drawing/2014/main" id="{0D898345-BBE9-4AB1-B1F7-3929C0B608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3035119"/>
              <a:ext cx="58776" cy="223908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1">
              <a:extLst>
                <a:ext uri="{FF2B5EF4-FFF2-40B4-BE49-F238E27FC236}">
                  <a16:creationId xmlns:a16="http://schemas.microsoft.com/office/drawing/2014/main" id="{E66DE13C-54A8-4A74-82EA-161F69D18B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9293" y="-2944156"/>
              <a:ext cx="149039" cy="207115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2">
              <a:extLst>
                <a:ext uri="{FF2B5EF4-FFF2-40B4-BE49-F238E27FC236}">
                  <a16:creationId xmlns:a16="http://schemas.microsoft.com/office/drawing/2014/main" id="{A940192C-D2EC-49BB-B72C-F3426CE768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052722"/>
              <a:ext cx="209214" cy="146940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3">
              <a:extLst>
                <a:ext uri="{FF2B5EF4-FFF2-40B4-BE49-F238E27FC236}">
                  <a16:creationId xmlns:a16="http://schemas.microsoft.com/office/drawing/2014/main" id="{0DA13873-C639-458A-A279-3D8A633006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682464"/>
              <a:ext cx="209214" cy="145540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14">
              <a:extLst>
                <a:ext uri="{FF2B5EF4-FFF2-40B4-BE49-F238E27FC236}">
                  <a16:creationId xmlns:a16="http://schemas.microsoft.com/office/drawing/2014/main" id="{4B81459C-9478-4F8E-AB39-2DB8B2DFB6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9824" y="-2322811"/>
              <a:ext cx="223908" cy="59476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5">
              <a:extLst>
                <a:ext uri="{FF2B5EF4-FFF2-40B4-BE49-F238E27FC236}">
                  <a16:creationId xmlns:a16="http://schemas.microsoft.com/office/drawing/2014/main" id="{D6E6C8E0-B2F9-4738-A12F-56EFF6CF1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9436" y="-2322811"/>
              <a:ext cx="222509" cy="59476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B994D8AC-D00B-439B-9C69-01973EA66E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682464"/>
              <a:ext cx="209214" cy="145540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17">
              <a:extLst>
                <a:ext uri="{FF2B5EF4-FFF2-40B4-BE49-F238E27FC236}">
                  <a16:creationId xmlns:a16="http://schemas.microsoft.com/office/drawing/2014/main" id="{037F0689-69CF-4C00-A822-086AAA5BEB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052722"/>
              <a:ext cx="209214" cy="146940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8">
              <a:extLst>
                <a:ext uri="{FF2B5EF4-FFF2-40B4-BE49-F238E27FC236}">
                  <a16:creationId xmlns:a16="http://schemas.microsoft.com/office/drawing/2014/main" id="{6B9DAD8A-0528-4B17-A174-67A23F627F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4837" y="-2944156"/>
              <a:ext cx="149039" cy="207115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3" name="Oval 39">
            <a:extLst>
              <a:ext uri="{FF2B5EF4-FFF2-40B4-BE49-F238E27FC236}">
                <a16:creationId xmlns:a16="http://schemas.microsoft.com/office/drawing/2014/main" id="{A0D76057-BD18-43BA-8B6F-EE47DCC2924B}"/>
              </a:ext>
            </a:extLst>
          </p:cNvPr>
          <p:cNvSpPr/>
          <p:nvPr/>
        </p:nvSpPr>
        <p:spPr>
          <a:xfrm>
            <a:off x="6023482" y="2174032"/>
            <a:ext cx="76227" cy="7622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557534" y="840460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24</a:t>
            </a:r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417004FE-8FF1-4FB9-B18C-67713FDF4BA2}"/>
              </a:ext>
            </a:extLst>
          </p:cNvPr>
          <p:cNvGrpSpPr/>
          <p:nvPr/>
        </p:nvGrpSpPr>
        <p:grpSpPr>
          <a:xfrm>
            <a:off x="44868" y="3423069"/>
            <a:ext cx="451117" cy="451117"/>
            <a:chOff x="5398" y="4304000"/>
            <a:chExt cx="451117" cy="451117"/>
          </a:xfrm>
        </p:grpSpPr>
        <p:sp>
          <p:nvSpPr>
            <p:cNvPr id="196" name="Oval 51">
              <a:extLst>
                <a:ext uri="{FF2B5EF4-FFF2-40B4-BE49-F238E27FC236}">
                  <a16:creationId xmlns:a16="http://schemas.microsoft.com/office/drawing/2014/main" id="{C085A29A-54E8-44CB-8278-151CE04BA5CC}"/>
                </a:ext>
              </a:extLst>
            </p:cNvPr>
            <p:cNvSpPr/>
            <p:nvPr/>
          </p:nvSpPr>
          <p:spPr>
            <a:xfrm>
              <a:off x="5398" y="4304000"/>
              <a:ext cx="451117" cy="451117"/>
            </a:xfrm>
            <a:prstGeom prst="ellipse">
              <a:avLst/>
            </a:prstGeom>
            <a:solidFill>
              <a:srgbClr val="074D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grpSp>
          <p:nvGrpSpPr>
            <p:cNvPr id="197" name="Group 47">
              <a:extLst>
                <a:ext uri="{FF2B5EF4-FFF2-40B4-BE49-F238E27FC236}">
                  <a16:creationId xmlns:a16="http://schemas.microsoft.com/office/drawing/2014/main" id="{F96E7628-0458-4135-965D-CACF7A4F3CDE}"/>
                </a:ext>
              </a:extLst>
            </p:cNvPr>
            <p:cNvGrpSpPr/>
            <p:nvPr/>
          </p:nvGrpSpPr>
          <p:grpSpPr>
            <a:xfrm>
              <a:off x="93892" y="4366221"/>
              <a:ext cx="274127" cy="334365"/>
              <a:chOff x="7931851" y="2464731"/>
              <a:chExt cx="1002842" cy="1223210"/>
            </a:xfrm>
          </p:grpSpPr>
          <p:sp>
            <p:nvSpPr>
              <p:cNvPr id="198" name="Freeform 5">
                <a:extLst>
                  <a:ext uri="{FF2B5EF4-FFF2-40B4-BE49-F238E27FC236}">
                    <a16:creationId xmlns:a16="http://schemas.microsoft.com/office/drawing/2014/main" id="{B97BBEB8-0289-4205-AC3E-361BD7FC74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20806" y="2650831"/>
                <a:ext cx="623981" cy="1037110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6">
                <a:extLst>
                  <a:ext uri="{FF2B5EF4-FFF2-40B4-BE49-F238E27FC236}">
                    <a16:creationId xmlns:a16="http://schemas.microsoft.com/office/drawing/2014/main" id="{438BB39D-9EA4-4E36-8616-5279647A7E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93151" y="2944496"/>
                <a:ext cx="44264" cy="75201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7">
                <a:extLst>
                  <a:ext uri="{FF2B5EF4-FFF2-40B4-BE49-F238E27FC236}">
                    <a16:creationId xmlns:a16="http://schemas.microsoft.com/office/drawing/2014/main" id="{D4CE9B76-2C9B-49C7-81D9-2448CA0237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15045" y="3044923"/>
                <a:ext cx="160397" cy="25749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8">
                <a:extLst>
                  <a:ext uri="{FF2B5EF4-FFF2-40B4-BE49-F238E27FC236}">
                    <a16:creationId xmlns:a16="http://schemas.microsoft.com/office/drawing/2014/main" id="{152AAD01-CEAE-49C9-AE3F-7D24C979C6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5816" y="3030644"/>
                <a:ext cx="71870" cy="8900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9">
                <a:extLst>
                  <a:ext uri="{FF2B5EF4-FFF2-40B4-BE49-F238E27FC236}">
                    <a16:creationId xmlns:a16="http://schemas.microsoft.com/office/drawing/2014/main" id="{E891C8FB-4C14-4436-8392-BDFFE9BB53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724603"/>
                <a:ext cx="259397" cy="28271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Freeform 10">
                <a:extLst>
                  <a:ext uri="{FF2B5EF4-FFF2-40B4-BE49-F238E27FC236}">
                    <a16:creationId xmlns:a16="http://schemas.microsoft.com/office/drawing/2014/main" id="{B8328D4B-8896-44F9-86B7-90F3156DFD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464731"/>
                <a:ext cx="39980" cy="152306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Freeform 11">
                <a:extLst>
                  <a:ext uri="{FF2B5EF4-FFF2-40B4-BE49-F238E27FC236}">
                    <a16:creationId xmlns:a16="http://schemas.microsoft.com/office/drawing/2014/main" id="{ED1541A4-3B9C-46F4-9A03-4A680398D3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69830" y="2526606"/>
                <a:ext cx="101379" cy="14088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Freeform 12">
                <a:extLst>
                  <a:ext uri="{FF2B5EF4-FFF2-40B4-BE49-F238E27FC236}">
                    <a16:creationId xmlns:a16="http://schemas.microsoft.com/office/drawing/2014/main" id="{7F00257C-3C4C-4FF0-AF55-0C5ECB50F4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3132975"/>
                <a:ext cx="142311" cy="99951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Freeform 13">
                <a:extLst>
                  <a:ext uri="{FF2B5EF4-FFF2-40B4-BE49-F238E27FC236}">
                    <a16:creationId xmlns:a16="http://schemas.microsoft.com/office/drawing/2014/main" id="{96C402E7-71DA-4C86-A1BA-93429F5026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2704613"/>
                <a:ext cx="142311" cy="98999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Freeform 14">
                <a:extLst>
                  <a:ext uri="{FF2B5EF4-FFF2-40B4-BE49-F238E27FC236}">
                    <a16:creationId xmlns:a16="http://schemas.microsoft.com/office/drawing/2014/main" id="{94875E8B-2D3D-4E9B-9ECA-530E1427DB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82387" y="2949255"/>
                <a:ext cx="152306" cy="40457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15">
                <a:extLst>
                  <a:ext uri="{FF2B5EF4-FFF2-40B4-BE49-F238E27FC236}">
                    <a16:creationId xmlns:a16="http://schemas.microsoft.com/office/drawing/2014/main" id="{5455850F-94A8-4B95-8ECB-D90BAB6EDB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31851" y="2949255"/>
                <a:ext cx="151355" cy="40457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" name="Freeform 16">
                <a:extLst>
                  <a:ext uri="{FF2B5EF4-FFF2-40B4-BE49-F238E27FC236}">
                    <a16:creationId xmlns:a16="http://schemas.microsoft.com/office/drawing/2014/main" id="{204D5846-BC02-448D-8B12-150488E958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2704613"/>
                <a:ext cx="142311" cy="98999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" name="Freeform 17">
                <a:extLst>
                  <a:ext uri="{FF2B5EF4-FFF2-40B4-BE49-F238E27FC236}">
                    <a16:creationId xmlns:a16="http://schemas.microsoft.com/office/drawing/2014/main" id="{2AE322B5-4B1B-4907-82FD-1AC1318F20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3132975"/>
                <a:ext cx="142311" cy="99951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Freeform 18">
                <a:extLst>
                  <a:ext uri="{FF2B5EF4-FFF2-40B4-BE49-F238E27FC236}">
                    <a16:creationId xmlns:a16="http://schemas.microsoft.com/office/drawing/2014/main" id="{2BF677DD-2A22-4883-B296-EDACDC7C43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95336" y="2526606"/>
                <a:ext cx="101379" cy="14088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2E53B27B-3084-4B6F-92A8-71EFBD254104}"/>
              </a:ext>
            </a:extLst>
          </p:cNvPr>
          <p:cNvGrpSpPr/>
          <p:nvPr/>
        </p:nvGrpSpPr>
        <p:grpSpPr>
          <a:xfrm>
            <a:off x="52455" y="4450500"/>
            <a:ext cx="451117" cy="451117"/>
            <a:chOff x="5398" y="4755468"/>
            <a:chExt cx="451117" cy="451117"/>
          </a:xfrm>
        </p:grpSpPr>
        <p:sp>
          <p:nvSpPr>
            <p:cNvPr id="190" name="Oval 51">
              <a:extLst>
                <a:ext uri="{FF2B5EF4-FFF2-40B4-BE49-F238E27FC236}">
                  <a16:creationId xmlns:a16="http://schemas.microsoft.com/office/drawing/2014/main" id="{31DA3644-044D-40BA-BA28-1F1F412B7749}"/>
                </a:ext>
              </a:extLst>
            </p:cNvPr>
            <p:cNvSpPr/>
            <p:nvPr/>
          </p:nvSpPr>
          <p:spPr>
            <a:xfrm>
              <a:off x="5398" y="4755468"/>
              <a:ext cx="451117" cy="451117"/>
            </a:xfrm>
            <a:prstGeom prst="ellipse">
              <a:avLst/>
            </a:prstGeom>
            <a:solidFill>
              <a:srgbClr val="074D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grpSp>
          <p:nvGrpSpPr>
            <p:cNvPr id="191" name="Group 66">
              <a:extLst>
                <a:ext uri="{FF2B5EF4-FFF2-40B4-BE49-F238E27FC236}">
                  <a16:creationId xmlns:a16="http://schemas.microsoft.com/office/drawing/2014/main" id="{9DF6FDE6-E4FB-4992-BC60-C9F56E013ACE}"/>
                </a:ext>
              </a:extLst>
            </p:cNvPr>
            <p:cNvGrpSpPr/>
            <p:nvPr/>
          </p:nvGrpSpPr>
          <p:grpSpPr>
            <a:xfrm>
              <a:off x="63425" y="4797904"/>
              <a:ext cx="334800" cy="334800"/>
              <a:chOff x="2700338" y="8651875"/>
              <a:chExt cx="6545262" cy="6543675"/>
            </a:xfrm>
            <a:solidFill>
              <a:schemeClr val="bg1"/>
            </a:solidFill>
          </p:grpSpPr>
          <p:sp>
            <p:nvSpPr>
              <p:cNvPr id="192" name="Freeform 18">
                <a:extLst>
                  <a:ext uri="{FF2B5EF4-FFF2-40B4-BE49-F238E27FC236}">
                    <a16:creationId xmlns:a16="http://schemas.microsoft.com/office/drawing/2014/main" id="{9EDBDD48-E059-4F24-AB48-C8EF6B56E8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00338" y="10820400"/>
                <a:ext cx="4376737" cy="4375150"/>
              </a:xfrm>
              <a:custGeom>
                <a:avLst/>
                <a:gdLst>
                  <a:gd name="T0" fmla="*/ 477 w 1376"/>
                  <a:gd name="T1" fmla="*/ 1360 h 1376"/>
                  <a:gd name="T2" fmla="*/ 312 w 1376"/>
                  <a:gd name="T3" fmla="*/ 1212 h 1376"/>
                  <a:gd name="T4" fmla="*/ 237 w 1376"/>
                  <a:gd name="T5" fmla="*/ 1044 h 1376"/>
                  <a:gd name="T6" fmla="*/ 64 w 1376"/>
                  <a:gd name="T7" fmla="*/ 1013 h 1376"/>
                  <a:gd name="T8" fmla="*/ 51 w 1376"/>
                  <a:gd name="T9" fmla="*/ 793 h 1376"/>
                  <a:gd name="T10" fmla="*/ 117 w 1376"/>
                  <a:gd name="T11" fmla="*/ 621 h 1376"/>
                  <a:gd name="T12" fmla="*/ 16 w 1376"/>
                  <a:gd name="T13" fmla="*/ 476 h 1376"/>
                  <a:gd name="T14" fmla="*/ 164 w 1376"/>
                  <a:gd name="T15" fmla="*/ 312 h 1376"/>
                  <a:gd name="T16" fmla="*/ 332 w 1376"/>
                  <a:gd name="T17" fmla="*/ 237 h 1376"/>
                  <a:gd name="T18" fmla="*/ 363 w 1376"/>
                  <a:gd name="T19" fmla="*/ 63 h 1376"/>
                  <a:gd name="T20" fmla="*/ 583 w 1376"/>
                  <a:gd name="T21" fmla="*/ 51 h 1376"/>
                  <a:gd name="T22" fmla="*/ 755 w 1376"/>
                  <a:gd name="T23" fmla="*/ 116 h 1376"/>
                  <a:gd name="T24" fmla="*/ 900 w 1376"/>
                  <a:gd name="T25" fmla="*/ 16 h 1376"/>
                  <a:gd name="T26" fmla="*/ 1064 w 1376"/>
                  <a:gd name="T27" fmla="*/ 163 h 1376"/>
                  <a:gd name="T28" fmla="*/ 1139 w 1376"/>
                  <a:gd name="T29" fmla="*/ 331 h 1376"/>
                  <a:gd name="T30" fmla="*/ 1313 w 1376"/>
                  <a:gd name="T31" fmla="*/ 362 h 1376"/>
                  <a:gd name="T32" fmla="*/ 1360 w 1376"/>
                  <a:gd name="T33" fmla="*/ 476 h 1376"/>
                  <a:gd name="T34" fmla="*/ 1260 w 1376"/>
                  <a:gd name="T35" fmla="*/ 621 h 1376"/>
                  <a:gd name="T36" fmla="*/ 1325 w 1376"/>
                  <a:gd name="T37" fmla="*/ 793 h 1376"/>
                  <a:gd name="T38" fmla="*/ 1313 w 1376"/>
                  <a:gd name="T39" fmla="*/ 1013 h 1376"/>
                  <a:gd name="T40" fmla="*/ 1139 w 1376"/>
                  <a:gd name="T41" fmla="*/ 1044 h 1376"/>
                  <a:gd name="T42" fmla="*/ 1064 w 1376"/>
                  <a:gd name="T43" fmla="*/ 1212 h 1376"/>
                  <a:gd name="T44" fmla="*/ 900 w 1376"/>
                  <a:gd name="T45" fmla="*/ 1360 h 1376"/>
                  <a:gd name="T46" fmla="*/ 755 w 1376"/>
                  <a:gd name="T47" fmla="*/ 1259 h 1376"/>
                  <a:gd name="T48" fmla="*/ 583 w 1376"/>
                  <a:gd name="T49" fmla="*/ 1325 h 1376"/>
                  <a:gd name="T50" fmla="*/ 403 w 1376"/>
                  <a:gd name="T51" fmla="*/ 1230 h 1376"/>
                  <a:gd name="T52" fmla="*/ 544 w 1376"/>
                  <a:gd name="T53" fmla="*/ 1210 h 1376"/>
                  <a:gd name="T54" fmla="*/ 748 w 1376"/>
                  <a:gd name="T55" fmla="*/ 1167 h 1376"/>
                  <a:gd name="T56" fmla="*/ 870 w 1376"/>
                  <a:gd name="T57" fmla="*/ 1273 h 1376"/>
                  <a:gd name="T58" fmla="*/ 956 w 1376"/>
                  <a:gd name="T59" fmla="*/ 1159 h 1376"/>
                  <a:gd name="T60" fmla="*/ 1070 w 1376"/>
                  <a:gd name="T61" fmla="*/ 985 h 1376"/>
                  <a:gd name="T62" fmla="*/ 1230 w 1376"/>
                  <a:gd name="T63" fmla="*/ 973 h 1376"/>
                  <a:gd name="T64" fmla="*/ 1211 w 1376"/>
                  <a:gd name="T65" fmla="*/ 832 h 1376"/>
                  <a:gd name="T66" fmla="*/ 1168 w 1376"/>
                  <a:gd name="T67" fmla="*/ 628 h 1376"/>
                  <a:gd name="T68" fmla="*/ 1274 w 1376"/>
                  <a:gd name="T69" fmla="*/ 506 h 1376"/>
                  <a:gd name="T70" fmla="*/ 1160 w 1376"/>
                  <a:gd name="T71" fmla="*/ 420 h 1376"/>
                  <a:gd name="T72" fmla="*/ 986 w 1376"/>
                  <a:gd name="T73" fmla="*/ 306 h 1376"/>
                  <a:gd name="T74" fmla="*/ 974 w 1376"/>
                  <a:gd name="T75" fmla="*/ 146 h 1376"/>
                  <a:gd name="T76" fmla="*/ 833 w 1376"/>
                  <a:gd name="T77" fmla="*/ 165 h 1376"/>
                  <a:gd name="T78" fmla="*/ 629 w 1376"/>
                  <a:gd name="T79" fmla="*/ 208 h 1376"/>
                  <a:gd name="T80" fmla="*/ 507 w 1376"/>
                  <a:gd name="T81" fmla="*/ 102 h 1376"/>
                  <a:gd name="T82" fmla="*/ 421 w 1376"/>
                  <a:gd name="T83" fmla="*/ 216 h 1376"/>
                  <a:gd name="T84" fmla="*/ 307 w 1376"/>
                  <a:gd name="T85" fmla="*/ 390 h 1376"/>
                  <a:gd name="T86" fmla="*/ 146 w 1376"/>
                  <a:gd name="T87" fmla="*/ 402 h 1376"/>
                  <a:gd name="T88" fmla="*/ 166 w 1376"/>
                  <a:gd name="T89" fmla="*/ 543 h 1376"/>
                  <a:gd name="T90" fmla="*/ 209 w 1376"/>
                  <a:gd name="T91" fmla="*/ 747 h 1376"/>
                  <a:gd name="T92" fmla="*/ 103 w 1376"/>
                  <a:gd name="T93" fmla="*/ 869 h 1376"/>
                  <a:gd name="T94" fmla="*/ 217 w 1376"/>
                  <a:gd name="T95" fmla="*/ 955 h 1376"/>
                  <a:gd name="T96" fmla="*/ 391 w 1376"/>
                  <a:gd name="T97" fmla="*/ 1069 h 1376"/>
                  <a:gd name="T98" fmla="*/ 403 w 1376"/>
                  <a:gd name="T99" fmla="*/ 1230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376" h="1376">
                    <a:moveTo>
                      <a:pt x="509" y="1366"/>
                    </a:moveTo>
                    <a:cubicBezTo>
                      <a:pt x="498" y="1366"/>
                      <a:pt x="487" y="1364"/>
                      <a:pt x="477" y="1360"/>
                    </a:cubicBezTo>
                    <a:cubicBezTo>
                      <a:pt x="363" y="1312"/>
                      <a:pt x="363" y="1312"/>
                      <a:pt x="363" y="1312"/>
                    </a:cubicBezTo>
                    <a:cubicBezTo>
                      <a:pt x="324" y="1296"/>
                      <a:pt x="302" y="1253"/>
                      <a:pt x="312" y="1212"/>
                    </a:cubicBezTo>
                    <a:cubicBezTo>
                      <a:pt x="319" y="1188"/>
                      <a:pt x="325" y="1163"/>
                      <a:pt x="332" y="1139"/>
                    </a:cubicBezTo>
                    <a:cubicBezTo>
                      <a:pt x="297" y="1111"/>
                      <a:pt x="265" y="1079"/>
                      <a:pt x="237" y="1044"/>
                    </a:cubicBezTo>
                    <a:cubicBezTo>
                      <a:pt x="213" y="1051"/>
                      <a:pt x="188" y="1057"/>
                      <a:pt x="164" y="1064"/>
                    </a:cubicBezTo>
                    <a:cubicBezTo>
                      <a:pt x="123" y="1074"/>
                      <a:pt x="80" y="1052"/>
                      <a:pt x="64" y="1013"/>
                    </a:cubicBezTo>
                    <a:cubicBezTo>
                      <a:pt x="16" y="899"/>
                      <a:pt x="16" y="899"/>
                      <a:pt x="16" y="899"/>
                    </a:cubicBezTo>
                    <a:cubicBezTo>
                      <a:pt x="0" y="860"/>
                      <a:pt x="15" y="815"/>
                      <a:pt x="51" y="793"/>
                    </a:cubicBezTo>
                    <a:cubicBezTo>
                      <a:pt x="73" y="780"/>
                      <a:pt x="95" y="767"/>
                      <a:pt x="117" y="754"/>
                    </a:cubicBezTo>
                    <a:cubicBezTo>
                      <a:pt x="112" y="710"/>
                      <a:pt x="112" y="665"/>
                      <a:pt x="117" y="621"/>
                    </a:cubicBezTo>
                    <a:cubicBezTo>
                      <a:pt x="95" y="608"/>
                      <a:pt x="73" y="595"/>
                      <a:pt x="51" y="582"/>
                    </a:cubicBezTo>
                    <a:cubicBezTo>
                      <a:pt x="15" y="561"/>
                      <a:pt x="0" y="515"/>
                      <a:pt x="16" y="476"/>
                    </a:cubicBezTo>
                    <a:cubicBezTo>
                      <a:pt x="64" y="362"/>
                      <a:pt x="64" y="362"/>
                      <a:pt x="64" y="362"/>
                    </a:cubicBezTo>
                    <a:cubicBezTo>
                      <a:pt x="80" y="323"/>
                      <a:pt x="123" y="301"/>
                      <a:pt x="164" y="312"/>
                    </a:cubicBezTo>
                    <a:cubicBezTo>
                      <a:pt x="188" y="318"/>
                      <a:pt x="213" y="324"/>
                      <a:pt x="237" y="331"/>
                    </a:cubicBezTo>
                    <a:cubicBezTo>
                      <a:pt x="265" y="296"/>
                      <a:pt x="297" y="264"/>
                      <a:pt x="332" y="237"/>
                    </a:cubicBezTo>
                    <a:cubicBezTo>
                      <a:pt x="325" y="212"/>
                      <a:pt x="319" y="187"/>
                      <a:pt x="312" y="163"/>
                    </a:cubicBezTo>
                    <a:cubicBezTo>
                      <a:pt x="302" y="122"/>
                      <a:pt x="324" y="79"/>
                      <a:pt x="363" y="63"/>
                    </a:cubicBezTo>
                    <a:cubicBezTo>
                      <a:pt x="477" y="16"/>
                      <a:pt x="477" y="16"/>
                      <a:pt x="477" y="16"/>
                    </a:cubicBezTo>
                    <a:cubicBezTo>
                      <a:pt x="516" y="0"/>
                      <a:pt x="561" y="15"/>
                      <a:pt x="583" y="51"/>
                    </a:cubicBezTo>
                    <a:cubicBezTo>
                      <a:pt x="596" y="72"/>
                      <a:pt x="609" y="94"/>
                      <a:pt x="622" y="116"/>
                    </a:cubicBezTo>
                    <a:cubicBezTo>
                      <a:pt x="666" y="111"/>
                      <a:pt x="711" y="111"/>
                      <a:pt x="755" y="116"/>
                    </a:cubicBezTo>
                    <a:cubicBezTo>
                      <a:pt x="768" y="94"/>
                      <a:pt x="781" y="72"/>
                      <a:pt x="794" y="51"/>
                    </a:cubicBezTo>
                    <a:cubicBezTo>
                      <a:pt x="815" y="15"/>
                      <a:pt x="861" y="0"/>
                      <a:pt x="900" y="16"/>
                    </a:cubicBezTo>
                    <a:cubicBezTo>
                      <a:pt x="1014" y="63"/>
                      <a:pt x="1014" y="63"/>
                      <a:pt x="1014" y="63"/>
                    </a:cubicBezTo>
                    <a:cubicBezTo>
                      <a:pt x="1053" y="79"/>
                      <a:pt x="1075" y="122"/>
                      <a:pt x="1064" y="163"/>
                    </a:cubicBezTo>
                    <a:cubicBezTo>
                      <a:pt x="1058" y="187"/>
                      <a:pt x="1052" y="212"/>
                      <a:pt x="1045" y="237"/>
                    </a:cubicBezTo>
                    <a:cubicBezTo>
                      <a:pt x="1080" y="264"/>
                      <a:pt x="1112" y="296"/>
                      <a:pt x="1139" y="331"/>
                    </a:cubicBezTo>
                    <a:cubicBezTo>
                      <a:pt x="1164" y="324"/>
                      <a:pt x="1189" y="318"/>
                      <a:pt x="1213" y="312"/>
                    </a:cubicBezTo>
                    <a:cubicBezTo>
                      <a:pt x="1254" y="301"/>
                      <a:pt x="1297" y="323"/>
                      <a:pt x="1313" y="362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76" y="515"/>
                      <a:pt x="1361" y="561"/>
                      <a:pt x="1325" y="582"/>
                    </a:cubicBezTo>
                    <a:cubicBezTo>
                      <a:pt x="1304" y="595"/>
                      <a:pt x="1282" y="608"/>
                      <a:pt x="1260" y="621"/>
                    </a:cubicBezTo>
                    <a:cubicBezTo>
                      <a:pt x="1265" y="665"/>
                      <a:pt x="1265" y="710"/>
                      <a:pt x="1260" y="754"/>
                    </a:cubicBezTo>
                    <a:cubicBezTo>
                      <a:pt x="1282" y="767"/>
                      <a:pt x="1304" y="780"/>
                      <a:pt x="1325" y="793"/>
                    </a:cubicBezTo>
                    <a:cubicBezTo>
                      <a:pt x="1361" y="815"/>
                      <a:pt x="1376" y="860"/>
                      <a:pt x="1360" y="899"/>
                    </a:cubicBezTo>
                    <a:cubicBezTo>
                      <a:pt x="1313" y="1013"/>
                      <a:pt x="1313" y="1013"/>
                      <a:pt x="1313" y="1013"/>
                    </a:cubicBezTo>
                    <a:cubicBezTo>
                      <a:pt x="1297" y="1052"/>
                      <a:pt x="1254" y="1074"/>
                      <a:pt x="1213" y="1064"/>
                    </a:cubicBezTo>
                    <a:cubicBezTo>
                      <a:pt x="1189" y="1057"/>
                      <a:pt x="1164" y="1051"/>
                      <a:pt x="1139" y="1044"/>
                    </a:cubicBezTo>
                    <a:cubicBezTo>
                      <a:pt x="1112" y="1079"/>
                      <a:pt x="1080" y="1111"/>
                      <a:pt x="1045" y="1139"/>
                    </a:cubicBezTo>
                    <a:cubicBezTo>
                      <a:pt x="1052" y="1164"/>
                      <a:pt x="1058" y="1188"/>
                      <a:pt x="1064" y="1212"/>
                    </a:cubicBezTo>
                    <a:cubicBezTo>
                      <a:pt x="1075" y="1253"/>
                      <a:pt x="1053" y="1296"/>
                      <a:pt x="1014" y="1312"/>
                    </a:cubicBezTo>
                    <a:cubicBezTo>
                      <a:pt x="900" y="1360"/>
                      <a:pt x="900" y="1360"/>
                      <a:pt x="900" y="1360"/>
                    </a:cubicBezTo>
                    <a:cubicBezTo>
                      <a:pt x="861" y="1376"/>
                      <a:pt x="815" y="1361"/>
                      <a:pt x="794" y="1325"/>
                    </a:cubicBezTo>
                    <a:cubicBezTo>
                      <a:pt x="781" y="1303"/>
                      <a:pt x="768" y="1281"/>
                      <a:pt x="755" y="1259"/>
                    </a:cubicBezTo>
                    <a:cubicBezTo>
                      <a:pt x="711" y="1264"/>
                      <a:pt x="666" y="1264"/>
                      <a:pt x="622" y="1259"/>
                    </a:cubicBezTo>
                    <a:cubicBezTo>
                      <a:pt x="609" y="1281"/>
                      <a:pt x="596" y="1303"/>
                      <a:pt x="583" y="1325"/>
                    </a:cubicBezTo>
                    <a:cubicBezTo>
                      <a:pt x="567" y="1351"/>
                      <a:pt x="539" y="1366"/>
                      <a:pt x="509" y="1366"/>
                    </a:cubicBezTo>
                    <a:close/>
                    <a:moveTo>
                      <a:pt x="403" y="1230"/>
                    </a:moveTo>
                    <a:cubicBezTo>
                      <a:pt x="507" y="1273"/>
                      <a:pt x="507" y="1273"/>
                      <a:pt x="507" y="1273"/>
                    </a:cubicBezTo>
                    <a:cubicBezTo>
                      <a:pt x="519" y="1252"/>
                      <a:pt x="532" y="1231"/>
                      <a:pt x="544" y="1210"/>
                    </a:cubicBezTo>
                    <a:cubicBezTo>
                      <a:pt x="562" y="1180"/>
                      <a:pt x="595" y="1163"/>
                      <a:pt x="629" y="1167"/>
                    </a:cubicBezTo>
                    <a:cubicBezTo>
                      <a:pt x="669" y="1172"/>
                      <a:pt x="708" y="1172"/>
                      <a:pt x="748" y="1167"/>
                    </a:cubicBezTo>
                    <a:cubicBezTo>
                      <a:pt x="782" y="1163"/>
                      <a:pt x="815" y="1180"/>
                      <a:pt x="833" y="1210"/>
                    </a:cubicBezTo>
                    <a:cubicBezTo>
                      <a:pt x="845" y="1231"/>
                      <a:pt x="857" y="1252"/>
                      <a:pt x="870" y="1273"/>
                    </a:cubicBezTo>
                    <a:cubicBezTo>
                      <a:pt x="974" y="1230"/>
                      <a:pt x="974" y="1230"/>
                      <a:pt x="974" y="1230"/>
                    </a:cubicBezTo>
                    <a:cubicBezTo>
                      <a:pt x="968" y="1206"/>
                      <a:pt x="962" y="1183"/>
                      <a:pt x="956" y="1159"/>
                    </a:cubicBezTo>
                    <a:cubicBezTo>
                      <a:pt x="947" y="1125"/>
                      <a:pt x="958" y="1090"/>
                      <a:pt x="986" y="1069"/>
                    </a:cubicBezTo>
                    <a:cubicBezTo>
                      <a:pt x="1017" y="1044"/>
                      <a:pt x="1045" y="1016"/>
                      <a:pt x="1070" y="985"/>
                    </a:cubicBezTo>
                    <a:cubicBezTo>
                      <a:pt x="1091" y="958"/>
                      <a:pt x="1126" y="946"/>
                      <a:pt x="1160" y="955"/>
                    </a:cubicBezTo>
                    <a:cubicBezTo>
                      <a:pt x="1183" y="961"/>
                      <a:pt x="1207" y="967"/>
                      <a:pt x="1230" y="973"/>
                    </a:cubicBezTo>
                    <a:cubicBezTo>
                      <a:pt x="1274" y="869"/>
                      <a:pt x="1274" y="869"/>
                      <a:pt x="1274" y="869"/>
                    </a:cubicBezTo>
                    <a:cubicBezTo>
                      <a:pt x="1253" y="856"/>
                      <a:pt x="1232" y="844"/>
                      <a:pt x="1211" y="832"/>
                    </a:cubicBezTo>
                    <a:cubicBezTo>
                      <a:pt x="1181" y="814"/>
                      <a:pt x="1164" y="781"/>
                      <a:pt x="1168" y="747"/>
                    </a:cubicBezTo>
                    <a:cubicBezTo>
                      <a:pt x="1173" y="707"/>
                      <a:pt x="1173" y="668"/>
                      <a:pt x="1168" y="628"/>
                    </a:cubicBezTo>
                    <a:cubicBezTo>
                      <a:pt x="1164" y="594"/>
                      <a:pt x="1181" y="561"/>
                      <a:pt x="1211" y="543"/>
                    </a:cubicBezTo>
                    <a:cubicBezTo>
                      <a:pt x="1232" y="531"/>
                      <a:pt x="1253" y="519"/>
                      <a:pt x="1274" y="506"/>
                    </a:cubicBezTo>
                    <a:cubicBezTo>
                      <a:pt x="1230" y="402"/>
                      <a:pt x="1230" y="402"/>
                      <a:pt x="1230" y="402"/>
                    </a:cubicBezTo>
                    <a:cubicBezTo>
                      <a:pt x="1207" y="408"/>
                      <a:pt x="1183" y="414"/>
                      <a:pt x="1160" y="420"/>
                    </a:cubicBezTo>
                    <a:cubicBezTo>
                      <a:pt x="1126" y="429"/>
                      <a:pt x="1091" y="418"/>
                      <a:pt x="1070" y="390"/>
                    </a:cubicBezTo>
                    <a:cubicBezTo>
                      <a:pt x="1045" y="359"/>
                      <a:pt x="1017" y="331"/>
                      <a:pt x="986" y="306"/>
                    </a:cubicBezTo>
                    <a:cubicBezTo>
                      <a:pt x="958" y="285"/>
                      <a:pt x="947" y="250"/>
                      <a:pt x="956" y="216"/>
                    </a:cubicBezTo>
                    <a:cubicBezTo>
                      <a:pt x="962" y="193"/>
                      <a:pt x="968" y="169"/>
                      <a:pt x="974" y="146"/>
                    </a:cubicBezTo>
                    <a:cubicBezTo>
                      <a:pt x="870" y="102"/>
                      <a:pt x="870" y="102"/>
                      <a:pt x="870" y="102"/>
                    </a:cubicBezTo>
                    <a:cubicBezTo>
                      <a:pt x="857" y="123"/>
                      <a:pt x="845" y="144"/>
                      <a:pt x="833" y="165"/>
                    </a:cubicBezTo>
                    <a:cubicBezTo>
                      <a:pt x="815" y="195"/>
                      <a:pt x="782" y="212"/>
                      <a:pt x="748" y="208"/>
                    </a:cubicBezTo>
                    <a:cubicBezTo>
                      <a:pt x="708" y="203"/>
                      <a:pt x="668" y="203"/>
                      <a:pt x="629" y="208"/>
                    </a:cubicBezTo>
                    <a:cubicBezTo>
                      <a:pt x="595" y="212"/>
                      <a:pt x="561" y="195"/>
                      <a:pt x="544" y="165"/>
                    </a:cubicBezTo>
                    <a:cubicBezTo>
                      <a:pt x="532" y="144"/>
                      <a:pt x="519" y="123"/>
                      <a:pt x="507" y="102"/>
                    </a:cubicBezTo>
                    <a:cubicBezTo>
                      <a:pt x="403" y="146"/>
                      <a:pt x="403" y="146"/>
                      <a:pt x="403" y="146"/>
                    </a:cubicBezTo>
                    <a:cubicBezTo>
                      <a:pt x="409" y="169"/>
                      <a:pt x="415" y="193"/>
                      <a:pt x="421" y="216"/>
                    </a:cubicBezTo>
                    <a:cubicBezTo>
                      <a:pt x="430" y="250"/>
                      <a:pt x="418" y="285"/>
                      <a:pt x="391" y="306"/>
                    </a:cubicBezTo>
                    <a:cubicBezTo>
                      <a:pt x="360" y="331"/>
                      <a:pt x="332" y="359"/>
                      <a:pt x="307" y="390"/>
                    </a:cubicBezTo>
                    <a:cubicBezTo>
                      <a:pt x="286" y="418"/>
                      <a:pt x="251" y="429"/>
                      <a:pt x="217" y="420"/>
                    </a:cubicBezTo>
                    <a:cubicBezTo>
                      <a:pt x="193" y="414"/>
                      <a:pt x="170" y="408"/>
                      <a:pt x="146" y="402"/>
                    </a:cubicBezTo>
                    <a:cubicBezTo>
                      <a:pt x="103" y="506"/>
                      <a:pt x="103" y="506"/>
                      <a:pt x="103" y="506"/>
                    </a:cubicBezTo>
                    <a:cubicBezTo>
                      <a:pt x="124" y="519"/>
                      <a:pt x="145" y="531"/>
                      <a:pt x="166" y="543"/>
                    </a:cubicBezTo>
                    <a:cubicBezTo>
                      <a:pt x="196" y="561"/>
                      <a:pt x="213" y="594"/>
                      <a:pt x="209" y="628"/>
                    </a:cubicBezTo>
                    <a:cubicBezTo>
                      <a:pt x="204" y="668"/>
                      <a:pt x="204" y="708"/>
                      <a:pt x="209" y="747"/>
                    </a:cubicBezTo>
                    <a:cubicBezTo>
                      <a:pt x="213" y="781"/>
                      <a:pt x="196" y="815"/>
                      <a:pt x="166" y="832"/>
                    </a:cubicBezTo>
                    <a:cubicBezTo>
                      <a:pt x="145" y="844"/>
                      <a:pt x="124" y="856"/>
                      <a:pt x="103" y="869"/>
                    </a:cubicBezTo>
                    <a:cubicBezTo>
                      <a:pt x="146" y="973"/>
                      <a:pt x="146" y="973"/>
                      <a:pt x="146" y="973"/>
                    </a:cubicBezTo>
                    <a:cubicBezTo>
                      <a:pt x="170" y="968"/>
                      <a:pt x="193" y="961"/>
                      <a:pt x="217" y="955"/>
                    </a:cubicBezTo>
                    <a:cubicBezTo>
                      <a:pt x="251" y="946"/>
                      <a:pt x="286" y="958"/>
                      <a:pt x="307" y="985"/>
                    </a:cubicBezTo>
                    <a:cubicBezTo>
                      <a:pt x="332" y="1016"/>
                      <a:pt x="360" y="1044"/>
                      <a:pt x="391" y="1069"/>
                    </a:cubicBezTo>
                    <a:cubicBezTo>
                      <a:pt x="418" y="1090"/>
                      <a:pt x="430" y="1125"/>
                      <a:pt x="421" y="1159"/>
                    </a:cubicBezTo>
                    <a:cubicBezTo>
                      <a:pt x="415" y="1183"/>
                      <a:pt x="409" y="1206"/>
                      <a:pt x="403" y="123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">
                <a:extLst>
                  <a:ext uri="{FF2B5EF4-FFF2-40B4-BE49-F238E27FC236}">
                    <a16:creationId xmlns:a16="http://schemas.microsoft.com/office/drawing/2014/main" id="{04FC0B1D-842A-4507-953B-9A59C8C8D7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2375" y="11879263"/>
                <a:ext cx="2255837" cy="2120900"/>
              </a:xfrm>
              <a:custGeom>
                <a:avLst/>
                <a:gdLst>
                  <a:gd name="T0" fmla="*/ 354 w 709"/>
                  <a:gd name="T1" fmla="*/ 667 h 667"/>
                  <a:gd name="T2" fmla="*/ 235 w 709"/>
                  <a:gd name="T3" fmla="*/ 643 h 667"/>
                  <a:gd name="T4" fmla="*/ 66 w 709"/>
                  <a:gd name="T5" fmla="*/ 474 h 667"/>
                  <a:gd name="T6" fmla="*/ 235 w 709"/>
                  <a:gd name="T7" fmla="*/ 66 h 667"/>
                  <a:gd name="T8" fmla="*/ 643 w 709"/>
                  <a:gd name="T9" fmla="*/ 235 h 667"/>
                  <a:gd name="T10" fmla="*/ 643 w 709"/>
                  <a:gd name="T11" fmla="*/ 235 h 667"/>
                  <a:gd name="T12" fmla="*/ 474 w 709"/>
                  <a:gd name="T13" fmla="*/ 643 h 667"/>
                  <a:gd name="T14" fmla="*/ 354 w 709"/>
                  <a:gd name="T15" fmla="*/ 667 h 667"/>
                  <a:gd name="T16" fmla="*/ 354 w 709"/>
                  <a:gd name="T17" fmla="*/ 134 h 667"/>
                  <a:gd name="T18" fmla="*/ 270 w 709"/>
                  <a:gd name="T19" fmla="*/ 151 h 667"/>
                  <a:gd name="T20" fmla="*/ 150 w 709"/>
                  <a:gd name="T21" fmla="*/ 439 h 667"/>
                  <a:gd name="T22" fmla="*/ 270 w 709"/>
                  <a:gd name="T23" fmla="*/ 559 h 667"/>
                  <a:gd name="T24" fmla="*/ 439 w 709"/>
                  <a:gd name="T25" fmla="*/ 559 h 667"/>
                  <a:gd name="T26" fmla="*/ 558 w 709"/>
                  <a:gd name="T27" fmla="*/ 270 h 667"/>
                  <a:gd name="T28" fmla="*/ 354 w 709"/>
                  <a:gd name="T29" fmla="*/ 134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9" h="667">
                    <a:moveTo>
                      <a:pt x="354" y="667"/>
                    </a:moveTo>
                    <a:cubicBezTo>
                      <a:pt x="314" y="667"/>
                      <a:pt x="273" y="659"/>
                      <a:pt x="235" y="643"/>
                    </a:cubicBezTo>
                    <a:cubicBezTo>
                      <a:pt x="158" y="611"/>
                      <a:pt x="98" y="551"/>
                      <a:pt x="66" y="474"/>
                    </a:cubicBezTo>
                    <a:cubicBezTo>
                      <a:pt x="0" y="315"/>
                      <a:pt x="76" y="132"/>
                      <a:pt x="235" y="66"/>
                    </a:cubicBezTo>
                    <a:cubicBezTo>
                      <a:pt x="394" y="0"/>
                      <a:pt x="577" y="76"/>
                      <a:pt x="643" y="235"/>
                    </a:cubicBezTo>
                    <a:cubicBezTo>
                      <a:pt x="643" y="235"/>
                      <a:pt x="643" y="235"/>
                      <a:pt x="643" y="235"/>
                    </a:cubicBezTo>
                    <a:cubicBezTo>
                      <a:pt x="709" y="394"/>
                      <a:pt x="633" y="577"/>
                      <a:pt x="474" y="643"/>
                    </a:cubicBezTo>
                    <a:cubicBezTo>
                      <a:pt x="435" y="659"/>
                      <a:pt x="395" y="667"/>
                      <a:pt x="354" y="667"/>
                    </a:cubicBezTo>
                    <a:close/>
                    <a:moveTo>
                      <a:pt x="354" y="134"/>
                    </a:moveTo>
                    <a:cubicBezTo>
                      <a:pt x="326" y="134"/>
                      <a:pt x="297" y="139"/>
                      <a:pt x="270" y="151"/>
                    </a:cubicBezTo>
                    <a:cubicBezTo>
                      <a:pt x="157" y="197"/>
                      <a:pt x="104" y="327"/>
                      <a:pt x="150" y="439"/>
                    </a:cubicBezTo>
                    <a:cubicBezTo>
                      <a:pt x="173" y="494"/>
                      <a:pt x="215" y="536"/>
                      <a:pt x="270" y="559"/>
                    </a:cubicBezTo>
                    <a:cubicBezTo>
                      <a:pt x="324" y="581"/>
                      <a:pt x="384" y="581"/>
                      <a:pt x="439" y="559"/>
                    </a:cubicBezTo>
                    <a:cubicBezTo>
                      <a:pt x="551" y="512"/>
                      <a:pt x="605" y="383"/>
                      <a:pt x="558" y="270"/>
                    </a:cubicBezTo>
                    <a:cubicBezTo>
                      <a:pt x="523" y="185"/>
                      <a:pt x="441" y="134"/>
                      <a:pt x="354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20">
                <a:extLst>
                  <a:ext uri="{FF2B5EF4-FFF2-40B4-BE49-F238E27FC236}">
                    <a16:creationId xmlns:a16="http://schemas.microsoft.com/office/drawing/2014/main" id="{109642CB-BC9A-419B-AC33-4AC1E2390A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34075" y="8651875"/>
                <a:ext cx="3311525" cy="3309938"/>
              </a:xfrm>
              <a:custGeom>
                <a:avLst/>
                <a:gdLst>
                  <a:gd name="T0" fmla="*/ 476 w 1041"/>
                  <a:gd name="T1" fmla="*/ 1041 h 1041"/>
                  <a:gd name="T2" fmla="*/ 397 w 1041"/>
                  <a:gd name="T3" fmla="*/ 930 h 1041"/>
                  <a:gd name="T4" fmla="*/ 279 w 1041"/>
                  <a:gd name="T5" fmla="*/ 927 h 1041"/>
                  <a:gd name="T6" fmla="*/ 121 w 1041"/>
                  <a:gd name="T7" fmla="*/ 857 h 1041"/>
                  <a:gd name="T8" fmla="*/ 143 w 1041"/>
                  <a:gd name="T9" fmla="*/ 723 h 1041"/>
                  <a:gd name="T10" fmla="*/ 62 w 1041"/>
                  <a:gd name="T11" fmla="*/ 637 h 1041"/>
                  <a:gd name="T12" fmla="*/ 0 w 1041"/>
                  <a:gd name="T13" fmla="*/ 476 h 1041"/>
                  <a:gd name="T14" fmla="*/ 111 w 1041"/>
                  <a:gd name="T15" fmla="*/ 397 h 1041"/>
                  <a:gd name="T16" fmla="*/ 114 w 1041"/>
                  <a:gd name="T17" fmla="*/ 279 h 1041"/>
                  <a:gd name="T18" fmla="*/ 184 w 1041"/>
                  <a:gd name="T19" fmla="*/ 121 h 1041"/>
                  <a:gd name="T20" fmla="*/ 318 w 1041"/>
                  <a:gd name="T21" fmla="*/ 143 h 1041"/>
                  <a:gd name="T22" fmla="*/ 404 w 1041"/>
                  <a:gd name="T23" fmla="*/ 62 h 1041"/>
                  <a:gd name="T24" fmla="*/ 565 w 1041"/>
                  <a:gd name="T25" fmla="*/ 0 h 1041"/>
                  <a:gd name="T26" fmla="*/ 644 w 1041"/>
                  <a:gd name="T27" fmla="*/ 110 h 1041"/>
                  <a:gd name="T28" fmla="*/ 762 w 1041"/>
                  <a:gd name="T29" fmla="*/ 114 h 1041"/>
                  <a:gd name="T30" fmla="*/ 920 w 1041"/>
                  <a:gd name="T31" fmla="*/ 184 h 1041"/>
                  <a:gd name="T32" fmla="*/ 898 w 1041"/>
                  <a:gd name="T33" fmla="*/ 318 h 1041"/>
                  <a:gd name="T34" fmla="*/ 979 w 1041"/>
                  <a:gd name="T35" fmla="*/ 404 h 1041"/>
                  <a:gd name="T36" fmla="*/ 1041 w 1041"/>
                  <a:gd name="T37" fmla="*/ 565 h 1041"/>
                  <a:gd name="T38" fmla="*/ 931 w 1041"/>
                  <a:gd name="T39" fmla="*/ 644 h 1041"/>
                  <a:gd name="T40" fmla="*/ 927 w 1041"/>
                  <a:gd name="T41" fmla="*/ 762 h 1041"/>
                  <a:gd name="T42" fmla="*/ 857 w 1041"/>
                  <a:gd name="T43" fmla="*/ 920 h 1041"/>
                  <a:gd name="T44" fmla="*/ 723 w 1041"/>
                  <a:gd name="T45" fmla="*/ 898 h 1041"/>
                  <a:gd name="T46" fmla="*/ 637 w 1041"/>
                  <a:gd name="T47" fmla="*/ 979 h 1041"/>
                  <a:gd name="T48" fmla="*/ 488 w 1041"/>
                  <a:gd name="T49" fmla="*/ 954 h 1041"/>
                  <a:gd name="T50" fmla="*/ 559 w 1041"/>
                  <a:gd name="T51" fmla="*/ 910 h 1041"/>
                  <a:gd name="T52" fmla="*/ 689 w 1041"/>
                  <a:gd name="T53" fmla="*/ 817 h 1041"/>
                  <a:gd name="T54" fmla="*/ 804 w 1041"/>
                  <a:gd name="T55" fmla="*/ 849 h 1041"/>
                  <a:gd name="T56" fmla="*/ 823 w 1041"/>
                  <a:gd name="T57" fmla="*/ 769 h 1041"/>
                  <a:gd name="T58" fmla="*/ 850 w 1041"/>
                  <a:gd name="T59" fmla="*/ 611 h 1041"/>
                  <a:gd name="T60" fmla="*/ 954 w 1041"/>
                  <a:gd name="T61" fmla="*/ 553 h 1041"/>
                  <a:gd name="T62" fmla="*/ 910 w 1041"/>
                  <a:gd name="T63" fmla="*/ 482 h 1041"/>
                  <a:gd name="T64" fmla="*/ 817 w 1041"/>
                  <a:gd name="T65" fmla="*/ 352 h 1041"/>
                  <a:gd name="T66" fmla="*/ 850 w 1041"/>
                  <a:gd name="T67" fmla="*/ 237 h 1041"/>
                  <a:gd name="T68" fmla="*/ 769 w 1041"/>
                  <a:gd name="T69" fmla="*/ 218 h 1041"/>
                  <a:gd name="T70" fmla="*/ 612 w 1041"/>
                  <a:gd name="T71" fmla="*/ 191 h 1041"/>
                  <a:gd name="T72" fmla="*/ 553 w 1041"/>
                  <a:gd name="T73" fmla="*/ 87 h 1041"/>
                  <a:gd name="T74" fmla="*/ 482 w 1041"/>
                  <a:gd name="T75" fmla="*/ 131 h 1041"/>
                  <a:gd name="T76" fmla="*/ 353 w 1041"/>
                  <a:gd name="T77" fmla="*/ 224 h 1041"/>
                  <a:gd name="T78" fmla="*/ 237 w 1041"/>
                  <a:gd name="T79" fmla="*/ 191 h 1041"/>
                  <a:gd name="T80" fmla="*/ 218 w 1041"/>
                  <a:gd name="T81" fmla="*/ 272 h 1041"/>
                  <a:gd name="T82" fmla="*/ 192 w 1041"/>
                  <a:gd name="T83" fmla="*/ 429 h 1041"/>
                  <a:gd name="T84" fmla="*/ 87 w 1041"/>
                  <a:gd name="T85" fmla="*/ 488 h 1041"/>
                  <a:gd name="T86" fmla="*/ 131 w 1041"/>
                  <a:gd name="T87" fmla="*/ 559 h 1041"/>
                  <a:gd name="T88" fmla="*/ 224 w 1041"/>
                  <a:gd name="T89" fmla="*/ 688 h 1041"/>
                  <a:gd name="T90" fmla="*/ 192 w 1041"/>
                  <a:gd name="T91" fmla="*/ 804 h 1041"/>
                  <a:gd name="T92" fmla="*/ 272 w 1041"/>
                  <a:gd name="T93" fmla="*/ 823 h 1041"/>
                  <a:gd name="T94" fmla="*/ 430 w 1041"/>
                  <a:gd name="T95" fmla="*/ 849 h 1041"/>
                  <a:gd name="T96" fmla="*/ 488 w 1041"/>
                  <a:gd name="T97" fmla="*/ 954 h 10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41" h="1041">
                    <a:moveTo>
                      <a:pt x="565" y="1041"/>
                    </a:moveTo>
                    <a:cubicBezTo>
                      <a:pt x="476" y="1041"/>
                      <a:pt x="476" y="1041"/>
                      <a:pt x="476" y="1041"/>
                    </a:cubicBezTo>
                    <a:cubicBezTo>
                      <a:pt x="440" y="1041"/>
                      <a:pt x="409" y="1014"/>
                      <a:pt x="404" y="979"/>
                    </a:cubicBezTo>
                    <a:cubicBezTo>
                      <a:pt x="402" y="963"/>
                      <a:pt x="399" y="947"/>
                      <a:pt x="397" y="930"/>
                    </a:cubicBezTo>
                    <a:cubicBezTo>
                      <a:pt x="370" y="922"/>
                      <a:pt x="343" y="911"/>
                      <a:pt x="318" y="898"/>
                    </a:cubicBezTo>
                    <a:cubicBezTo>
                      <a:pt x="305" y="907"/>
                      <a:pt x="292" y="917"/>
                      <a:pt x="279" y="927"/>
                    </a:cubicBezTo>
                    <a:cubicBezTo>
                      <a:pt x="250" y="948"/>
                      <a:pt x="210" y="945"/>
                      <a:pt x="184" y="920"/>
                    </a:cubicBezTo>
                    <a:cubicBezTo>
                      <a:pt x="121" y="857"/>
                      <a:pt x="121" y="857"/>
                      <a:pt x="121" y="857"/>
                    </a:cubicBezTo>
                    <a:cubicBezTo>
                      <a:pt x="96" y="831"/>
                      <a:pt x="93" y="791"/>
                      <a:pt x="114" y="762"/>
                    </a:cubicBezTo>
                    <a:cubicBezTo>
                      <a:pt x="124" y="749"/>
                      <a:pt x="133" y="736"/>
                      <a:pt x="143" y="723"/>
                    </a:cubicBezTo>
                    <a:cubicBezTo>
                      <a:pt x="130" y="698"/>
                      <a:pt x="119" y="671"/>
                      <a:pt x="111" y="644"/>
                    </a:cubicBezTo>
                    <a:cubicBezTo>
                      <a:pt x="94" y="642"/>
                      <a:pt x="78" y="639"/>
                      <a:pt x="62" y="637"/>
                    </a:cubicBezTo>
                    <a:cubicBezTo>
                      <a:pt x="27" y="632"/>
                      <a:pt x="0" y="601"/>
                      <a:pt x="0" y="565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0" y="440"/>
                      <a:pt x="27" y="409"/>
                      <a:pt x="62" y="404"/>
                    </a:cubicBezTo>
                    <a:cubicBezTo>
                      <a:pt x="78" y="401"/>
                      <a:pt x="94" y="399"/>
                      <a:pt x="111" y="397"/>
                    </a:cubicBezTo>
                    <a:cubicBezTo>
                      <a:pt x="119" y="369"/>
                      <a:pt x="130" y="343"/>
                      <a:pt x="143" y="318"/>
                    </a:cubicBezTo>
                    <a:cubicBezTo>
                      <a:pt x="133" y="305"/>
                      <a:pt x="124" y="291"/>
                      <a:pt x="114" y="279"/>
                    </a:cubicBezTo>
                    <a:cubicBezTo>
                      <a:pt x="93" y="250"/>
                      <a:pt x="96" y="209"/>
                      <a:pt x="121" y="184"/>
                    </a:cubicBezTo>
                    <a:cubicBezTo>
                      <a:pt x="184" y="121"/>
                      <a:pt x="184" y="121"/>
                      <a:pt x="184" y="121"/>
                    </a:cubicBezTo>
                    <a:cubicBezTo>
                      <a:pt x="210" y="96"/>
                      <a:pt x="250" y="92"/>
                      <a:pt x="279" y="114"/>
                    </a:cubicBezTo>
                    <a:cubicBezTo>
                      <a:pt x="292" y="123"/>
                      <a:pt x="305" y="133"/>
                      <a:pt x="318" y="143"/>
                    </a:cubicBezTo>
                    <a:cubicBezTo>
                      <a:pt x="343" y="129"/>
                      <a:pt x="370" y="118"/>
                      <a:pt x="397" y="110"/>
                    </a:cubicBezTo>
                    <a:cubicBezTo>
                      <a:pt x="399" y="94"/>
                      <a:pt x="402" y="78"/>
                      <a:pt x="404" y="62"/>
                    </a:cubicBezTo>
                    <a:cubicBezTo>
                      <a:pt x="409" y="27"/>
                      <a:pt x="440" y="0"/>
                      <a:pt x="476" y="0"/>
                    </a:cubicBezTo>
                    <a:cubicBezTo>
                      <a:pt x="565" y="0"/>
                      <a:pt x="565" y="0"/>
                      <a:pt x="565" y="0"/>
                    </a:cubicBezTo>
                    <a:cubicBezTo>
                      <a:pt x="601" y="0"/>
                      <a:pt x="632" y="27"/>
                      <a:pt x="637" y="62"/>
                    </a:cubicBezTo>
                    <a:cubicBezTo>
                      <a:pt x="640" y="78"/>
                      <a:pt x="642" y="94"/>
                      <a:pt x="644" y="110"/>
                    </a:cubicBezTo>
                    <a:cubicBezTo>
                      <a:pt x="672" y="118"/>
                      <a:pt x="698" y="129"/>
                      <a:pt x="723" y="143"/>
                    </a:cubicBezTo>
                    <a:cubicBezTo>
                      <a:pt x="736" y="133"/>
                      <a:pt x="750" y="123"/>
                      <a:pt x="762" y="114"/>
                    </a:cubicBezTo>
                    <a:cubicBezTo>
                      <a:pt x="791" y="92"/>
                      <a:pt x="832" y="96"/>
                      <a:pt x="857" y="121"/>
                    </a:cubicBezTo>
                    <a:cubicBezTo>
                      <a:pt x="920" y="184"/>
                      <a:pt x="920" y="184"/>
                      <a:pt x="920" y="184"/>
                    </a:cubicBezTo>
                    <a:cubicBezTo>
                      <a:pt x="945" y="209"/>
                      <a:pt x="949" y="250"/>
                      <a:pt x="927" y="278"/>
                    </a:cubicBezTo>
                    <a:cubicBezTo>
                      <a:pt x="918" y="291"/>
                      <a:pt x="908" y="305"/>
                      <a:pt x="898" y="318"/>
                    </a:cubicBezTo>
                    <a:cubicBezTo>
                      <a:pt x="912" y="343"/>
                      <a:pt x="923" y="369"/>
                      <a:pt x="931" y="397"/>
                    </a:cubicBezTo>
                    <a:cubicBezTo>
                      <a:pt x="947" y="399"/>
                      <a:pt x="963" y="401"/>
                      <a:pt x="979" y="404"/>
                    </a:cubicBezTo>
                    <a:cubicBezTo>
                      <a:pt x="1014" y="409"/>
                      <a:pt x="1041" y="440"/>
                      <a:pt x="1041" y="476"/>
                    </a:cubicBezTo>
                    <a:cubicBezTo>
                      <a:pt x="1041" y="565"/>
                      <a:pt x="1041" y="565"/>
                      <a:pt x="1041" y="565"/>
                    </a:cubicBezTo>
                    <a:cubicBezTo>
                      <a:pt x="1041" y="601"/>
                      <a:pt x="1014" y="632"/>
                      <a:pt x="979" y="637"/>
                    </a:cubicBezTo>
                    <a:cubicBezTo>
                      <a:pt x="963" y="639"/>
                      <a:pt x="947" y="642"/>
                      <a:pt x="931" y="644"/>
                    </a:cubicBezTo>
                    <a:cubicBezTo>
                      <a:pt x="923" y="671"/>
                      <a:pt x="911" y="698"/>
                      <a:pt x="898" y="723"/>
                    </a:cubicBezTo>
                    <a:cubicBezTo>
                      <a:pt x="908" y="736"/>
                      <a:pt x="918" y="749"/>
                      <a:pt x="927" y="762"/>
                    </a:cubicBezTo>
                    <a:cubicBezTo>
                      <a:pt x="949" y="791"/>
                      <a:pt x="945" y="831"/>
                      <a:pt x="920" y="857"/>
                    </a:cubicBezTo>
                    <a:cubicBezTo>
                      <a:pt x="857" y="920"/>
                      <a:pt x="857" y="920"/>
                      <a:pt x="857" y="920"/>
                    </a:cubicBezTo>
                    <a:cubicBezTo>
                      <a:pt x="832" y="945"/>
                      <a:pt x="791" y="948"/>
                      <a:pt x="762" y="927"/>
                    </a:cubicBezTo>
                    <a:cubicBezTo>
                      <a:pt x="750" y="917"/>
                      <a:pt x="736" y="907"/>
                      <a:pt x="723" y="898"/>
                    </a:cubicBezTo>
                    <a:cubicBezTo>
                      <a:pt x="698" y="911"/>
                      <a:pt x="672" y="922"/>
                      <a:pt x="644" y="930"/>
                    </a:cubicBezTo>
                    <a:cubicBezTo>
                      <a:pt x="642" y="947"/>
                      <a:pt x="640" y="963"/>
                      <a:pt x="637" y="979"/>
                    </a:cubicBezTo>
                    <a:cubicBezTo>
                      <a:pt x="632" y="1014"/>
                      <a:pt x="601" y="1041"/>
                      <a:pt x="565" y="1041"/>
                    </a:cubicBezTo>
                    <a:close/>
                    <a:moveTo>
                      <a:pt x="488" y="954"/>
                    </a:moveTo>
                    <a:cubicBezTo>
                      <a:pt x="553" y="954"/>
                      <a:pt x="553" y="954"/>
                      <a:pt x="553" y="954"/>
                    </a:cubicBezTo>
                    <a:cubicBezTo>
                      <a:pt x="555" y="939"/>
                      <a:pt x="557" y="924"/>
                      <a:pt x="559" y="910"/>
                    </a:cubicBezTo>
                    <a:cubicBezTo>
                      <a:pt x="563" y="881"/>
                      <a:pt x="583" y="857"/>
                      <a:pt x="612" y="849"/>
                    </a:cubicBezTo>
                    <a:cubicBezTo>
                      <a:pt x="639" y="842"/>
                      <a:pt x="665" y="831"/>
                      <a:pt x="689" y="817"/>
                    </a:cubicBezTo>
                    <a:cubicBezTo>
                      <a:pt x="714" y="803"/>
                      <a:pt x="746" y="805"/>
                      <a:pt x="769" y="823"/>
                    </a:cubicBezTo>
                    <a:cubicBezTo>
                      <a:pt x="781" y="832"/>
                      <a:pt x="793" y="841"/>
                      <a:pt x="804" y="849"/>
                    </a:cubicBezTo>
                    <a:cubicBezTo>
                      <a:pt x="850" y="804"/>
                      <a:pt x="850" y="804"/>
                      <a:pt x="850" y="804"/>
                    </a:cubicBezTo>
                    <a:cubicBezTo>
                      <a:pt x="841" y="792"/>
                      <a:pt x="832" y="780"/>
                      <a:pt x="823" y="769"/>
                    </a:cubicBezTo>
                    <a:cubicBezTo>
                      <a:pt x="805" y="745"/>
                      <a:pt x="803" y="714"/>
                      <a:pt x="817" y="688"/>
                    </a:cubicBezTo>
                    <a:cubicBezTo>
                      <a:pt x="831" y="664"/>
                      <a:pt x="842" y="638"/>
                      <a:pt x="850" y="611"/>
                    </a:cubicBezTo>
                    <a:cubicBezTo>
                      <a:pt x="857" y="583"/>
                      <a:pt x="881" y="562"/>
                      <a:pt x="910" y="559"/>
                    </a:cubicBezTo>
                    <a:cubicBezTo>
                      <a:pt x="925" y="557"/>
                      <a:pt x="940" y="555"/>
                      <a:pt x="954" y="553"/>
                    </a:cubicBezTo>
                    <a:cubicBezTo>
                      <a:pt x="954" y="488"/>
                      <a:pt x="954" y="488"/>
                      <a:pt x="954" y="488"/>
                    </a:cubicBezTo>
                    <a:cubicBezTo>
                      <a:pt x="940" y="486"/>
                      <a:pt x="925" y="484"/>
                      <a:pt x="910" y="482"/>
                    </a:cubicBezTo>
                    <a:cubicBezTo>
                      <a:pt x="881" y="478"/>
                      <a:pt x="857" y="458"/>
                      <a:pt x="850" y="429"/>
                    </a:cubicBezTo>
                    <a:cubicBezTo>
                      <a:pt x="842" y="402"/>
                      <a:pt x="831" y="376"/>
                      <a:pt x="817" y="352"/>
                    </a:cubicBezTo>
                    <a:cubicBezTo>
                      <a:pt x="803" y="327"/>
                      <a:pt x="805" y="295"/>
                      <a:pt x="823" y="272"/>
                    </a:cubicBezTo>
                    <a:cubicBezTo>
                      <a:pt x="832" y="260"/>
                      <a:pt x="841" y="248"/>
                      <a:pt x="850" y="237"/>
                    </a:cubicBezTo>
                    <a:cubicBezTo>
                      <a:pt x="804" y="191"/>
                      <a:pt x="804" y="191"/>
                      <a:pt x="804" y="191"/>
                    </a:cubicBezTo>
                    <a:cubicBezTo>
                      <a:pt x="793" y="200"/>
                      <a:pt x="781" y="209"/>
                      <a:pt x="769" y="218"/>
                    </a:cubicBezTo>
                    <a:cubicBezTo>
                      <a:pt x="746" y="236"/>
                      <a:pt x="714" y="238"/>
                      <a:pt x="689" y="224"/>
                    </a:cubicBezTo>
                    <a:cubicBezTo>
                      <a:pt x="665" y="210"/>
                      <a:pt x="639" y="199"/>
                      <a:pt x="612" y="191"/>
                    </a:cubicBezTo>
                    <a:cubicBezTo>
                      <a:pt x="583" y="184"/>
                      <a:pt x="563" y="160"/>
                      <a:pt x="559" y="131"/>
                    </a:cubicBezTo>
                    <a:cubicBezTo>
                      <a:pt x="557" y="116"/>
                      <a:pt x="555" y="101"/>
                      <a:pt x="553" y="87"/>
                    </a:cubicBezTo>
                    <a:cubicBezTo>
                      <a:pt x="488" y="87"/>
                      <a:pt x="488" y="87"/>
                      <a:pt x="488" y="87"/>
                    </a:cubicBezTo>
                    <a:cubicBezTo>
                      <a:pt x="486" y="101"/>
                      <a:pt x="484" y="116"/>
                      <a:pt x="482" y="131"/>
                    </a:cubicBezTo>
                    <a:cubicBezTo>
                      <a:pt x="479" y="160"/>
                      <a:pt x="458" y="184"/>
                      <a:pt x="430" y="191"/>
                    </a:cubicBezTo>
                    <a:cubicBezTo>
                      <a:pt x="403" y="199"/>
                      <a:pt x="377" y="210"/>
                      <a:pt x="353" y="224"/>
                    </a:cubicBezTo>
                    <a:cubicBezTo>
                      <a:pt x="327" y="238"/>
                      <a:pt x="296" y="236"/>
                      <a:pt x="272" y="218"/>
                    </a:cubicBezTo>
                    <a:cubicBezTo>
                      <a:pt x="261" y="209"/>
                      <a:pt x="249" y="200"/>
                      <a:pt x="237" y="191"/>
                    </a:cubicBezTo>
                    <a:cubicBezTo>
                      <a:pt x="192" y="237"/>
                      <a:pt x="192" y="237"/>
                      <a:pt x="192" y="237"/>
                    </a:cubicBezTo>
                    <a:cubicBezTo>
                      <a:pt x="200" y="248"/>
                      <a:pt x="209" y="260"/>
                      <a:pt x="218" y="272"/>
                    </a:cubicBezTo>
                    <a:cubicBezTo>
                      <a:pt x="236" y="295"/>
                      <a:pt x="238" y="327"/>
                      <a:pt x="224" y="352"/>
                    </a:cubicBezTo>
                    <a:cubicBezTo>
                      <a:pt x="210" y="376"/>
                      <a:pt x="199" y="402"/>
                      <a:pt x="192" y="429"/>
                    </a:cubicBezTo>
                    <a:cubicBezTo>
                      <a:pt x="184" y="458"/>
                      <a:pt x="160" y="478"/>
                      <a:pt x="131" y="482"/>
                    </a:cubicBezTo>
                    <a:cubicBezTo>
                      <a:pt x="117" y="484"/>
                      <a:pt x="102" y="486"/>
                      <a:pt x="87" y="488"/>
                    </a:cubicBezTo>
                    <a:cubicBezTo>
                      <a:pt x="87" y="553"/>
                      <a:pt x="87" y="553"/>
                      <a:pt x="87" y="553"/>
                    </a:cubicBezTo>
                    <a:cubicBezTo>
                      <a:pt x="102" y="555"/>
                      <a:pt x="117" y="557"/>
                      <a:pt x="131" y="559"/>
                    </a:cubicBezTo>
                    <a:cubicBezTo>
                      <a:pt x="160" y="562"/>
                      <a:pt x="184" y="583"/>
                      <a:pt x="192" y="611"/>
                    </a:cubicBezTo>
                    <a:cubicBezTo>
                      <a:pt x="199" y="638"/>
                      <a:pt x="210" y="664"/>
                      <a:pt x="224" y="688"/>
                    </a:cubicBezTo>
                    <a:cubicBezTo>
                      <a:pt x="238" y="714"/>
                      <a:pt x="236" y="745"/>
                      <a:pt x="218" y="769"/>
                    </a:cubicBezTo>
                    <a:cubicBezTo>
                      <a:pt x="209" y="780"/>
                      <a:pt x="200" y="792"/>
                      <a:pt x="192" y="804"/>
                    </a:cubicBezTo>
                    <a:cubicBezTo>
                      <a:pt x="237" y="849"/>
                      <a:pt x="237" y="849"/>
                      <a:pt x="237" y="849"/>
                    </a:cubicBezTo>
                    <a:cubicBezTo>
                      <a:pt x="249" y="841"/>
                      <a:pt x="261" y="832"/>
                      <a:pt x="272" y="823"/>
                    </a:cubicBezTo>
                    <a:cubicBezTo>
                      <a:pt x="296" y="805"/>
                      <a:pt x="327" y="803"/>
                      <a:pt x="353" y="817"/>
                    </a:cubicBezTo>
                    <a:cubicBezTo>
                      <a:pt x="377" y="831"/>
                      <a:pt x="403" y="842"/>
                      <a:pt x="430" y="849"/>
                    </a:cubicBezTo>
                    <a:cubicBezTo>
                      <a:pt x="458" y="857"/>
                      <a:pt x="479" y="881"/>
                      <a:pt x="482" y="910"/>
                    </a:cubicBezTo>
                    <a:cubicBezTo>
                      <a:pt x="484" y="924"/>
                      <a:pt x="486" y="939"/>
                      <a:pt x="488" y="9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Freeform 21">
                <a:extLst>
                  <a:ext uri="{FF2B5EF4-FFF2-40B4-BE49-F238E27FC236}">
                    <a16:creationId xmlns:a16="http://schemas.microsoft.com/office/drawing/2014/main" id="{B374A402-00C7-4D22-8546-9486A5AA00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00875" y="9717088"/>
                <a:ext cx="1179512" cy="1179513"/>
              </a:xfrm>
              <a:custGeom>
                <a:avLst/>
                <a:gdLst>
                  <a:gd name="T0" fmla="*/ 186 w 371"/>
                  <a:gd name="T1" fmla="*/ 371 h 371"/>
                  <a:gd name="T2" fmla="*/ 0 w 371"/>
                  <a:gd name="T3" fmla="*/ 185 h 371"/>
                  <a:gd name="T4" fmla="*/ 186 w 371"/>
                  <a:gd name="T5" fmla="*/ 0 h 371"/>
                  <a:gd name="T6" fmla="*/ 371 w 371"/>
                  <a:gd name="T7" fmla="*/ 185 h 371"/>
                  <a:gd name="T8" fmla="*/ 186 w 371"/>
                  <a:gd name="T9" fmla="*/ 371 h 371"/>
                  <a:gd name="T10" fmla="*/ 186 w 371"/>
                  <a:gd name="T11" fmla="*/ 82 h 371"/>
                  <a:gd name="T12" fmla="*/ 83 w 371"/>
                  <a:gd name="T13" fmla="*/ 185 h 371"/>
                  <a:gd name="T14" fmla="*/ 186 w 371"/>
                  <a:gd name="T15" fmla="*/ 288 h 371"/>
                  <a:gd name="T16" fmla="*/ 289 w 371"/>
                  <a:gd name="T17" fmla="*/ 185 h 371"/>
                  <a:gd name="T18" fmla="*/ 186 w 371"/>
                  <a:gd name="T19" fmla="*/ 82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1" h="371">
                    <a:moveTo>
                      <a:pt x="186" y="371"/>
                    </a:moveTo>
                    <a:cubicBezTo>
                      <a:pt x="83" y="371"/>
                      <a:pt x="0" y="288"/>
                      <a:pt x="0" y="185"/>
                    </a:cubicBezTo>
                    <a:cubicBezTo>
                      <a:pt x="0" y="83"/>
                      <a:pt x="83" y="0"/>
                      <a:pt x="186" y="0"/>
                    </a:cubicBezTo>
                    <a:cubicBezTo>
                      <a:pt x="288" y="0"/>
                      <a:pt x="371" y="83"/>
                      <a:pt x="371" y="185"/>
                    </a:cubicBezTo>
                    <a:cubicBezTo>
                      <a:pt x="371" y="288"/>
                      <a:pt x="288" y="371"/>
                      <a:pt x="186" y="371"/>
                    </a:cubicBezTo>
                    <a:close/>
                    <a:moveTo>
                      <a:pt x="186" y="82"/>
                    </a:moveTo>
                    <a:cubicBezTo>
                      <a:pt x="129" y="82"/>
                      <a:pt x="83" y="128"/>
                      <a:pt x="83" y="185"/>
                    </a:cubicBezTo>
                    <a:cubicBezTo>
                      <a:pt x="83" y="242"/>
                      <a:pt x="129" y="288"/>
                      <a:pt x="186" y="288"/>
                    </a:cubicBezTo>
                    <a:cubicBezTo>
                      <a:pt x="243" y="288"/>
                      <a:pt x="289" y="242"/>
                      <a:pt x="289" y="185"/>
                    </a:cubicBezTo>
                    <a:cubicBezTo>
                      <a:pt x="289" y="128"/>
                      <a:pt x="243" y="82"/>
                      <a:pt x="186" y="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EC4A1A05-C1B4-47D7-B892-12CFC86EB7D4}"/>
              </a:ext>
            </a:extLst>
          </p:cNvPr>
          <p:cNvGrpSpPr/>
          <p:nvPr/>
        </p:nvGrpSpPr>
        <p:grpSpPr>
          <a:xfrm>
            <a:off x="66391" y="4968513"/>
            <a:ext cx="451117" cy="451117"/>
            <a:chOff x="5398" y="5206234"/>
            <a:chExt cx="451117" cy="451117"/>
          </a:xfrm>
        </p:grpSpPr>
        <p:sp>
          <p:nvSpPr>
            <p:cNvPr id="184" name="Oval 51">
              <a:extLst>
                <a:ext uri="{FF2B5EF4-FFF2-40B4-BE49-F238E27FC236}">
                  <a16:creationId xmlns:a16="http://schemas.microsoft.com/office/drawing/2014/main" id="{F1C68AB8-7F7A-40B9-B68D-0D257F4F3844}"/>
                </a:ext>
              </a:extLst>
            </p:cNvPr>
            <p:cNvSpPr/>
            <p:nvPr/>
          </p:nvSpPr>
          <p:spPr>
            <a:xfrm>
              <a:off x="5398" y="5206234"/>
              <a:ext cx="451117" cy="451117"/>
            </a:xfrm>
            <a:prstGeom prst="ellipse">
              <a:avLst/>
            </a:prstGeom>
            <a:solidFill>
              <a:srgbClr val="335B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grpSp>
          <p:nvGrpSpPr>
            <p:cNvPr id="185" name="Group 82">
              <a:extLst>
                <a:ext uri="{FF2B5EF4-FFF2-40B4-BE49-F238E27FC236}">
                  <a16:creationId xmlns:a16="http://schemas.microsoft.com/office/drawing/2014/main" id="{74A41271-BB79-4139-8D73-D696EF043969}"/>
                </a:ext>
              </a:extLst>
            </p:cNvPr>
            <p:cNvGrpSpPr/>
            <p:nvPr/>
          </p:nvGrpSpPr>
          <p:grpSpPr>
            <a:xfrm>
              <a:off x="55307" y="5258655"/>
              <a:ext cx="334800" cy="334800"/>
              <a:chOff x="5757333" y="2943779"/>
              <a:chExt cx="795498" cy="795498"/>
            </a:xfrm>
          </p:grpSpPr>
          <p:grpSp>
            <p:nvGrpSpPr>
              <p:cNvPr id="186" name="Group 83">
                <a:extLst>
                  <a:ext uri="{FF2B5EF4-FFF2-40B4-BE49-F238E27FC236}">
                    <a16:creationId xmlns:a16="http://schemas.microsoft.com/office/drawing/2014/main" id="{B441C590-5E02-4439-9904-1F7241E74410}"/>
                  </a:ext>
                </a:extLst>
              </p:cNvPr>
              <p:cNvGrpSpPr/>
              <p:nvPr/>
            </p:nvGrpSpPr>
            <p:grpSpPr>
              <a:xfrm>
                <a:off x="5995780" y="3294766"/>
                <a:ext cx="449164" cy="265293"/>
                <a:chOff x="7175537" y="4438243"/>
                <a:chExt cx="347386" cy="205179"/>
              </a:xfrm>
              <a:solidFill>
                <a:srgbClr val="00B050"/>
              </a:solidFill>
            </p:grpSpPr>
            <p:sp>
              <p:nvSpPr>
                <p:cNvPr id="188" name="Rectangle: Rounded Corners 85">
                  <a:extLst>
                    <a:ext uri="{FF2B5EF4-FFF2-40B4-BE49-F238E27FC236}">
                      <a16:creationId xmlns:a16="http://schemas.microsoft.com/office/drawing/2014/main" id="{F65294F5-9303-4A75-92F4-E1F927858649}"/>
                    </a:ext>
                  </a:extLst>
                </p:cNvPr>
                <p:cNvSpPr/>
                <p:nvPr/>
              </p:nvSpPr>
              <p:spPr>
                <a:xfrm rot="2700000">
                  <a:off x="7120649" y="4493131"/>
                  <a:ext cx="205179" cy="9540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Rectangle: Rounded Corners 86">
                  <a:extLst>
                    <a:ext uri="{FF2B5EF4-FFF2-40B4-BE49-F238E27FC236}">
                      <a16:creationId xmlns:a16="http://schemas.microsoft.com/office/drawing/2014/main" id="{94E00D6A-6342-4397-B199-25E646617E8C}"/>
                    </a:ext>
                  </a:extLst>
                </p:cNvPr>
                <p:cNvSpPr/>
                <p:nvPr/>
              </p:nvSpPr>
              <p:spPr>
                <a:xfrm rot="8100000">
                  <a:off x="7183296" y="4445599"/>
                  <a:ext cx="339627" cy="9540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7" name="Oval 84">
                <a:extLst>
                  <a:ext uri="{FF2B5EF4-FFF2-40B4-BE49-F238E27FC236}">
                    <a16:creationId xmlns:a16="http://schemas.microsoft.com/office/drawing/2014/main" id="{C6E69BCA-07B5-442F-961A-ED53C65883EA}"/>
                  </a:ext>
                </a:extLst>
              </p:cNvPr>
              <p:cNvSpPr/>
              <p:nvPr/>
            </p:nvSpPr>
            <p:spPr>
              <a:xfrm>
                <a:off x="5757333" y="2943779"/>
                <a:ext cx="795498" cy="795498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36387FCE-CEF9-4189-BB4E-93D4463DE721}"/>
              </a:ext>
            </a:extLst>
          </p:cNvPr>
          <p:cNvGrpSpPr/>
          <p:nvPr/>
        </p:nvGrpSpPr>
        <p:grpSpPr>
          <a:xfrm>
            <a:off x="66390" y="5486435"/>
            <a:ext cx="451117" cy="451117"/>
            <a:chOff x="0" y="5657351"/>
            <a:chExt cx="451117" cy="451117"/>
          </a:xfrm>
        </p:grpSpPr>
        <p:sp>
          <p:nvSpPr>
            <p:cNvPr id="179" name="Oval 51">
              <a:extLst>
                <a:ext uri="{FF2B5EF4-FFF2-40B4-BE49-F238E27FC236}">
                  <a16:creationId xmlns:a16="http://schemas.microsoft.com/office/drawing/2014/main" id="{FD5B2423-A7CA-4EDC-B486-DD72A37A18D5}"/>
                </a:ext>
              </a:extLst>
            </p:cNvPr>
            <p:cNvSpPr/>
            <p:nvPr/>
          </p:nvSpPr>
          <p:spPr>
            <a:xfrm>
              <a:off x="0" y="5657351"/>
              <a:ext cx="451117" cy="4511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grpSp>
          <p:nvGrpSpPr>
            <p:cNvPr id="180" name="Group 72">
              <a:extLst>
                <a:ext uri="{FF2B5EF4-FFF2-40B4-BE49-F238E27FC236}">
                  <a16:creationId xmlns:a16="http://schemas.microsoft.com/office/drawing/2014/main" id="{AF659A4A-778B-4D26-97DC-C699802A2CEB}"/>
                </a:ext>
              </a:extLst>
            </p:cNvPr>
            <p:cNvGrpSpPr/>
            <p:nvPr/>
          </p:nvGrpSpPr>
          <p:grpSpPr>
            <a:xfrm>
              <a:off x="52628" y="5712244"/>
              <a:ext cx="334800" cy="334800"/>
              <a:chOff x="5995988" y="2712903"/>
              <a:chExt cx="2457450" cy="2587625"/>
            </a:xfrm>
          </p:grpSpPr>
          <p:sp>
            <p:nvSpPr>
              <p:cNvPr id="181" name="Freeform 6">
                <a:extLst>
                  <a:ext uri="{FF2B5EF4-FFF2-40B4-BE49-F238E27FC236}">
                    <a16:creationId xmlns:a16="http://schemas.microsoft.com/office/drawing/2014/main" id="{294970A1-72A5-48DD-A2AE-01BDA4410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5988" y="2712903"/>
                <a:ext cx="2457450" cy="2587625"/>
              </a:xfrm>
              <a:custGeom>
                <a:avLst/>
                <a:gdLst>
                  <a:gd name="T0" fmla="*/ 707 w 771"/>
                  <a:gd name="T1" fmla="*/ 219 h 812"/>
                  <a:gd name="T2" fmla="*/ 760 w 771"/>
                  <a:gd name="T3" fmla="*/ 369 h 812"/>
                  <a:gd name="T4" fmla="*/ 685 w 771"/>
                  <a:gd name="T5" fmla="*/ 634 h 812"/>
                  <a:gd name="T6" fmla="*/ 197 w 771"/>
                  <a:gd name="T7" fmla="*/ 707 h 812"/>
                  <a:gd name="T8" fmla="*/ 97 w 771"/>
                  <a:gd name="T9" fmla="*/ 220 h 812"/>
                  <a:gd name="T10" fmla="*/ 594 w 771"/>
                  <a:gd name="T11" fmla="*/ 106 h 812"/>
                  <a:gd name="T12" fmla="*/ 552 w 771"/>
                  <a:gd name="T13" fmla="*/ 147 h 812"/>
                  <a:gd name="T14" fmla="*/ 509 w 771"/>
                  <a:gd name="T15" fmla="*/ 128 h 812"/>
                  <a:gd name="T16" fmla="*/ 454 w 771"/>
                  <a:gd name="T17" fmla="*/ 113 h 812"/>
                  <a:gd name="T18" fmla="*/ 372 w 771"/>
                  <a:gd name="T19" fmla="*/ 110 h 812"/>
                  <a:gd name="T20" fmla="*/ 241 w 771"/>
                  <a:gd name="T21" fmla="*/ 155 h 812"/>
                  <a:gd name="T22" fmla="*/ 147 w 771"/>
                  <a:gd name="T23" fmla="*/ 249 h 812"/>
                  <a:gd name="T24" fmla="*/ 115 w 771"/>
                  <a:gd name="T25" fmla="*/ 317 h 812"/>
                  <a:gd name="T26" fmla="*/ 103 w 771"/>
                  <a:gd name="T27" fmla="*/ 366 h 812"/>
                  <a:gd name="T28" fmla="*/ 102 w 771"/>
                  <a:gd name="T29" fmla="*/ 450 h 812"/>
                  <a:gd name="T30" fmla="*/ 124 w 771"/>
                  <a:gd name="T31" fmla="*/ 528 h 812"/>
                  <a:gd name="T32" fmla="*/ 209 w 771"/>
                  <a:gd name="T33" fmla="*/ 643 h 812"/>
                  <a:gd name="T34" fmla="*/ 295 w 771"/>
                  <a:gd name="T35" fmla="*/ 694 h 812"/>
                  <a:gd name="T36" fmla="*/ 357 w 771"/>
                  <a:gd name="T37" fmla="*/ 710 h 812"/>
                  <a:gd name="T38" fmla="*/ 439 w 771"/>
                  <a:gd name="T39" fmla="*/ 711 h 812"/>
                  <a:gd name="T40" fmla="*/ 512 w 771"/>
                  <a:gd name="T41" fmla="*/ 693 h 812"/>
                  <a:gd name="T42" fmla="*/ 585 w 771"/>
                  <a:gd name="T43" fmla="*/ 652 h 812"/>
                  <a:gd name="T44" fmla="*/ 644 w 771"/>
                  <a:gd name="T45" fmla="*/ 592 h 812"/>
                  <a:gd name="T46" fmla="*/ 677 w 771"/>
                  <a:gd name="T47" fmla="*/ 536 h 812"/>
                  <a:gd name="T48" fmla="*/ 696 w 771"/>
                  <a:gd name="T49" fmla="*/ 482 h 812"/>
                  <a:gd name="T50" fmla="*/ 704 w 771"/>
                  <a:gd name="T51" fmla="*/ 432 h 812"/>
                  <a:gd name="T52" fmla="*/ 702 w 771"/>
                  <a:gd name="T53" fmla="*/ 374 h 812"/>
                  <a:gd name="T54" fmla="*/ 695 w 771"/>
                  <a:gd name="T55" fmla="*/ 334 h 812"/>
                  <a:gd name="T56" fmla="*/ 666 w 771"/>
                  <a:gd name="T57" fmla="*/ 264 h 812"/>
                  <a:gd name="T58" fmla="*/ 667 w 771"/>
                  <a:gd name="T59" fmla="*/ 258 h 812"/>
                  <a:gd name="T60" fmla="*/ 703 w 771"/>
                  <a:gd name="T61" fmla="*/ 222 h 812"/>
                  <a:gd name="T62" fmla="*/ 707 w 771"/>
                  <a:gd name="T63" fmla="*/ 219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71" h="812">
                    <a:moveTo>
                      <a:pt x="707" y="219"/>
                    </a:moveTo>
                    <a:cubicBezTo>
                      <a:pt x="736" y="265"/>
                      <a:pt x="754" y="315"/>
                      <a:pt x="760" y="369"/>
                    </a:cubicBezTo>
                    <a:cubicBezTo>
                      <a:pt x="771" y="467"/>
                      <a:pt x="746" y="557"/>
                      <a:pt x="685" y="634"/>
                    </a:cubicBezTo>
                    <a:cubicBezTo>
                      <a:pt x="561" y="789"/>
                      <a:pt x="347" y="812"/>
                      <a:pt x="197" y="707"/>
                    </a:cubicBezTo>
                    <a:cubicBezTo>
                      <a:pt x="31" y="591"/>
                      <a:pt x="0" y="374"/>
                      <a:pt x="97" y="220"/>
                    </a:cubicBezTo>
                    <a:cubicBezTo>
                      <a:pt x="203" y="52"/>
                      <a:pt x="424" y="0"/>
                      <a:pt x="594" y="106"/>
                    </a:cubicBezTo>
                    <a:cubicBezTo>
                      <a:pt x="580" y="120"/>
                      <a:pt x="566" y="134"/>
                      <a:pt x="552" y="147"/>
                    </a:cubicBezTo>
                    <a:cubicBezTo>
                      <a:pt x="538" y="141"/>
                      <a:pt x="523" y="134"/>
                      <a:pt x="509" y="128"/>
                    </a:cubicBezTo>
                    <a:cubicBezTo>
                      <a:pt x="491" y="121"/>
                      <a:pt x="473" y="116"/>
                      <a:pt x="454" y="113"/>
                    </a:cubicBezTo>
                    <a:cubicBezTo>
                      <a:pt x="427" y="108"/>
                      <a:pt x="399" y="107"/>
                      <a:pt x="372" y="110"/>
                    </a:cubicBezTo>
                    <a:cubicBezTo>
                      <a:pt x="325" y="115"/>
                      <a:pt x="281" y="130"/>
                      <a:pt x="241" y="155"/>
                    </a:cubicBezTo>
                    <a:cubicBezTo>
                      <a:pt x="203" y="179"/>
                      <a:pt x="171" y="211"/>
                      <a:pt x="147" y="249"/>
                    </a:cubicBezTo>
                    <a:cubicBezTo>
                      <a:pt x="134" y="270"/>
                      <a:pt x="123" y="293"/>
                      <a:pt x="115" y="317"/>
                    </a:cubicBezTo>
                    <a:cubicBezTo>
                      <a:pt x="110" y="333"/>
                      <a:pt x="106" y="350"/>
                      <a:pt x="103" y="366"/>
                    </a:cubicBezTo>
                    <a:cubicBezTo>
                      <a:pt x="99" y="394"/>
                      <a:pt x="99" y="422"/>
                      <a:pt x="102" y="450"/>
                    </a:cubicBezTo>
                    <a:cubicBezTo>
                      <a:pt x="105" y="477"/>
                      <a:pt x="113" y="503"/>
                      <a:pt x="124" y="528"/>
                    </a:cubicBezTo>
                    <a:cubicBezTo>
                      <a:pt x="143" y="574"/>
                      <a:pt x="171" y="612"/>
                      <a:pt x="209" y="643"/>
                    </a:cubicBezTo>
                    <a:cubicBezTo>
                      <a:pt x="235" y="665"/>
                      <a:pt x="263" y="682"/>
                      <a:pt x="295" y="694"/>
                    </a:cubicBezTo>
                    <a:cubicBezTo>
                      <a:pt x="315" y="701"/>
                      <a:pt x="336" y="707"/>
                      <a:pt x="357" y="710"/>
                    </a:cubicBezTo>
                    <a:cubicBezTo>
                      <a:pt x="384" y="714"/>
                      <a:pt x="412" y="715"/>
                      <a:pt x="439" y="711"/>
                    </a:cubicBezTo>
                    <a:cubicBezTo>
                      <a:pt x="464" y="708"/>
                      <a:pt x="488" y="702"/>
                      <a:pt x="512" y="693"/>
                    </a:cubicBezTo>
                    <a:cubicBezTo>
                      <a:pt x="538" y="683"/>
                      <a:pt x="563" y="669"/>
                      <a:pt x="585" y="652"/>
                    </a:cubicBezTo>
                    <a:cubicBezTo>
                      <a:pt x="607" y="635"/>
                      <a:pt x="627" y="615"/>
                      <a:pt x="644" y="592"/>
                    </a:cubicBezTo>
                    <a:cubicBezTo>
                      <a:pt x="657" y="575"/>
                      <a:pt x="668" y="556"/>
                      <a:pt x="677" y="536"/>
                    </a:cubicBezTo>
                    <a:cubicBezTo>
                      <a:pt x="686" y="519"/>
                      <a:pt x="692" y="501"/>
                      <a:pt x="696" y="482"/>
                    </a:cubicBezTo>
                    <a:cubicBezTo>
                      <a:pt x="700" y="465"/>
                      <a:pt x="703" y="449"/>
                      <a:pt x="704" y="432"/>
                    </a:cubicBezTo>
                    <a:cubicBezTo>
                      <a:pt x="704" y="413"/>
                      <a:pt x="704" y="393"/>
                      <a:pt x="702" y="374"/>
                    </a:cubicBezTo>
                    <a:cubicBezTo>
                      <a:pt x="701" y="361"/>
                      <a:pt x="698" y="347"/>
                      <a:pt x="695" y="334"/>
                    </a:cubicBezTo>
                    <a:cubicBezTo>
                      <a:pt x="689" y="310"/>
                      <a:pt x="679" y="286"/>
                      <a:pt x="666" y="264"/>
                    </a:cubicBezTo>
                    <a:cubicBezTo>
                      <a:pt x="665" y="262"/>
                      <a:pt x="665" y="260"/>
                      <a:pt x="667" y="258"/>
                    </a:cubicBezTo>
                    <a:cubicBezTo>
                      <a:pt x="680" y="246"/>
                      <a:pt x="691" y="234"/>
                      <a:pt x="703" y="222"/>
                    </a:cubicBezTo>
                    <a:cubicBezTo>
                      <a:pt x="704" y="221"/>
                      <a:pt x="705" y="220"/>
                      <a:pt x="707" y="2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7">
                <a:extLst>
                  <a:ext uri="{FF2B5EF4-FFF2-40B4-BE49-F238E27FC236}">
                    <a16:creationId xmlns:a16="http://schemas.microsoft.com/office/drawing/2014/main" id="{D254AB42-9B82-4076-BD3F-181F101E4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5099" y="3270116"/>
                <a:ext cx="1450974" cy="1435096"/>
              </a:xfrm>
              <a:custGeom>
                <a:avLst/>
                <a:gdLst>
                  <a:gd name="T0" fmla="*/ 350 w 455"/>
                  <a:gd name="T1" fmla="*/ 54 h 450"/>
                  <a:gd name="T2" fmla="*/ 311 w 455"/>
                  <a:gd name="T3" fmla="*/ 93 h 450"/>
                  <a:gd name="T4" fmla="*/ 305 w 455"/>
                  <a:gd name="T5" fmla="*/ 94 h 450"/>
                  <a:gd name="T6" fmla="*/ 262 w 455"/>
                  <a:gd name="T7" fmla="*/ 81 h 450"/>
                  <a:gd name="T8" fmla="*/ 210 w 455"/>
                  <a:gd name="T9" fmla="*/ 82 h 450"/>
                  <a:gd name="T10" fmla="*/ 148 w 455"/>
                  <a:gd name="T11" fmla="*/ 109 h 450"/>
                  <a:gd name="T12" fmla="*/ 103 w 455"/>
                  <a:gd name="T13" fmla="*/ 160 h 450"/>
                  <a:gd name="T14" fmla="*/ 84 w 455"/>
                  <a:gd name="T15" fmla="*/ 216 h 450"/>
                  <a:gd name="T16" fmla="*/ 90 w 455"/>
                  <a:gd name="T17" fmla="*/ 283 h 450"/>
                  <a:gd name="T18" fmla="*/ 154 w 455"/>
                  <a:gd name="T19" fmla="*/ 367 h 450"/>
                  <a:gd name="T20" fmla="*/ 225 w 455"/>
                  <a:gd name="T21" fmla="*/ 392 h 450"/>
                  <a:gd name="T22" fmla="*/ 302 w 455"/>
                  <a:gd name="T23" fmla="*/ 379 h 450"/>
                  <a:gd name="T24" fmla="*/ 364 w 455"/>
                  <a:gd name="T25" fmla="*/ 330 h 450"/>
                  <a:gd name="T26" fmla="*/ 391 w 455"/>
                  <a:gd name="T27" fmla="*/ 273 h 450"/>
                  <a:gd name="T28" fmla="*/ 395 w 455"/>
                  <a:gd name="T29" fmla="*/ 223 h 450"/>
                  <a:gd name="T30" fmla="*/ 380 w 455"/>
                  <a:gd name="T31" fmla="*/ 167 h 450"/>
                  <a:gd name="T32" fmla="*/ 422 w 455"/>
                  <a:gd name="T33" fmla="*/ 125 h 450"/>
                  <a:gd name="T34" fmla="*/ 453 w 455"/>
                  <a:gd name="T35" fmla="*/ 242 h 450"/>
                  <a:gd name="T36" fmla="*/ 418 w 455"/>
                  <a:gd name="T37" fmla="*/ 354 h 450"/>
                  <a:gd name="T38" fmla="*/ 235 w 455"/>
                  <a:gd name="T39" fmla="*/ 450 h 450"/>
                  <a:gd name="T40" fmla="*/ 85 w 455"/>
                  <a:gd name="T41" fmla="*/ 385 h 450"/>
                  <a:gd name="T42" fmla="*/ 95 w 455"/>
                  <a:gd name="T43" fmla="*/ 78 h 450"/>
                  <a:gd name="T44" fmla="*/ 350 w 455"/>
                  <a:gd name="T45" fmla="*/ 54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55" h="450">
                    <a:moveTo>
                      <a:pt x="350" y="54"/>
                    </a:moveTo>
                    <a:cubicBezTo>
                      <a:pt x="337" y="67"/>
                      <a:pt x="324" y="80"/>
                      <a:pt x="311" y="93"/>
                    </a:cubicBezTo>
                    <a:cubicBezTo>
                      <a:pt x="310" y="94"/>
                      <a:pt x="307" y="95"/>
                      <a:pt x="305" y="94"/>
                    </a:cubicBezTo>
                    <a:cubicBezTo>
                      <a:pt x="292" y="87"/>
                      <a:pt x="277" y="83"/>
                      <a:pt x="262" y="81"/>
                    </a:cubicBezTo>
                    <a:cubicBezTo>
                      <a:pt x="244" y="79"/>
                      <a:pt x="227" y="79"/>
                      <a:pt x="210" y="82"/>
                    </a:cubicBezTo>
                    <a:cubicBezTo>
                      <a:pt x="187" y="87"/>
                      <a:pt x="166" y="96"/>
                      <a:pt x="148" y="109"/>
                    </a:cubicBezTo>
                    <a:cubicBezTo>
                      <a:pt x="129" y="123"/>
                      <a:pt x="114" y="140"/>
                      <a:pt x="103" y="160"/>
                    </a:cubicBezTo>
                    <a:cubicBezTo>
                      <a:pt x="93" y="178"/>
                      <a:pt x="87" y="196"/>
                      <a:pt x="84" y="216"/>
                    </a:cubicBezTo>
                    <a:cubicBezTo>
                      <a:pt x="81" y="239"/>
                      <a:pt x="83" y="261"/>
                      <a:pt x="90" y="283"/>
                    </a:cubicBezTo>
                    <a:cubicBezTo>
                      <a:pt x="101" y="319"/>
                      <a:pt x="123" y="347"/>
                      <a:pt x="154" y="367"/>
                    </a:cubicBezTo>
                    <a:cubicBezTo>
                      <a:pt x="176" y="381"/>
                      <a:pt x="199" y="389"/>
                      <a:pt x="225" y="392"/>
                    </a:cubicBezTo>
                    <a:cubicBezTo>
                      <a:pt x="252" y="394"/>
                      <a:pt x="277" y="390"/>
                      <a:pt x="302" y="379"/>
                    </a:cubicBezTo>
                    <a:cubicBezTo>
                      <a:pt x="327" y="368"/>
                      <a:pt x="348" y="352"/>
                      <a:pt x="364" y="330"/>
                    </a:cubicBezTo>
                    <a:cubicBezTo>
                      <a:pt x="377" y="313"/>
                      <a:pt x="386" y="294"/>
                      <a:pt x="391" y="273"/>
                    </a:cubicBezTo>
                    <a:cubicBezTo>
                      <a:pt x="395" y="256"/>
                      <a:pt x="397" y="240"/>
                      <a:pt x="395" y="223"/>
                    </a:cubicBezTo>
                    <a:cubicBezTo>
                      <a:pt x="394" y="204"/>
                      <a:pt x="389" y="185"/>
                      <a:pt x="380" y="167"/>
                    </a:cubicBezTo>
                    <a:cubicBezTo>
                      <a:pt x="394" y="153"/>
                      <a:pt x="408" y="139"/>
                      <a:pt x="422" y="125"/>
                    </a:cubicBezTo>
                    <a:cubicBezTo>
                      <a:pt x="444" y="161"/>
                      <a:pt x="455" y="200"/>
                      <a:pt x="453" y="242"/>
                    </a:cubicBezTo>
                    <a:cubicBezTo>
                      <a:pt x="452" y="283"/>
                      <a:pt x="441" y="320"/>
                      <a:pt x="418" y="354"/>
                    </a:cubicBezTo>
                    <a:cubicBezTo>
                      <a:pt x="374" y="418"/>
                      <a:pt x="312" y="450"/>
                      <a:pt x="235" y="450"/>
                    </a:cubicBezTo>
                    <a:cubicBezTo>
                      <a:pt x="176" y="450"/>
                      <a:pt x="125" y="427"/>
                      <a:pt x="85" y="385"/>
                    </a:cubicBezTo>
                    <a:cubicBezTo>
                      <a:pt x="0" y="295"/>
                      <a:pt x="6" y="160"/>
                      <a:pt x="95" y="78"/>
                    </a:cubicBezTo>
                    <a:cubicBezTo>
                      <a:pt x="179" y="0"/>
                      <a:pt x="293" y="14"/>
                      <a:pt x="350" y="5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8">
                <a:extLst>
                  <a:ext uri="{FF2B5EF4-FFF2-40B4-BE49-F238E27FC236}">
                    <a16:creationId xmlns:a16="http://schemas.microsoft.com/office/drawing/2014/main" id="{363796F0-7EA5-48AC-AA90-E2C5CCCF7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0563" y="2874828"/>
                <a:ext cx="1381125" cy="1384300"/>
              </a:xfrm>
              <a:custGeom>
                <a:avLst/>
                <a:gdLst>
                  <a:gd name="T0" fmla="*/ 363 w 433"/>
                  <a:gd name="T1" fmla="*/ 0 h 434"/>
                  <a:gd name="T2" fmla="*/ 363 w 433"/>
                  <a:gd name="T3" fmla="*/ 71 h 434"/>
                  <a:gd name="T4" fmla="*/ 432 w 433"/>
                  <a:gd name="T5" fmla="*/ 71 h 434"/>
                  <a:gd name="T6" fmla="*/ 433 w 433"/>
                  <a:gd name="T7" fmla="*/ 73 h 434"/>
                  <a:gd name="T8" fmla="*/ 408 w 433"/>
                  <a:gd name="T9" fmla="*/ 98 h 434"/>
                  <a:gd name="T10" fmla="*/ 303 w 433"/>
                  <a:gd name="T11" fmla="*/ 203 h 434"/>
                  <a:gd name="T12" fmla="*/ 292 w 433"/>
                  <a:gd name="T13" fmla="*/ 207 h 434"/>
                  <a:gd name="T14" fmla="*/ 262 w 433"/>
                  <a:gd name="T15" fmla="*/ 208 h 434"/>
                  <a:gd name="T16" fmla="*/ 255 w 433"/>
                  <a:gd name="T17" fmla="*/ 210 h 434"/>
                  <a:gd name="T18" fmla="*/ 176 w 433"/>
                  <a:gd name="T19" fmla="*/ 289 h 434"/>
                  <a:gd name="T20" fmla="*/ 141 w 433"/>
                  <a:gd name="T21" fmla="*/ 325 h 434"/>
                  <a:gd name="T22" fmla="*/ 140 w 433"/>
                  <a:gd name="T23" fmla="*/ 330 h 434"/>
                  <a:gd name="T24" fmla="*/ 146 w 433"/>
                  <a:gd name="T25" fmla="*/ 354 h 434"/>
                  <a:gd name="T26" fmla="*/ 121 w 433"/>
                  <a:gd name="T27" fmla="*/ 415 h 434"/>
                  <a:gd name="T28" fmla="*/ 67 w 433"/>
                  <a:gd name="T29" fmla="*/ 432 h 434"/>
                  <a:gd name="T30" fmla="*/ 12 w 433"/>
                  <a:gd name="T31" fmla="*/ 397 h 434"/>
                  <a:gd name="T32" fmla="*/ 4 w 433"/>
                  <a:gd name="T33" fmla="*/ 342 h 434"/>
                  <a:gd name="T34" fmla="*/ 46 w 433"/>
                  <a:gd name="T35" fmla="*/ 294 h 434"/>
                  <a:gd name="T36" fmla="*/ 105 w 433"/>
                  <a:gd name="T37" fmla="*/ 295 h 434"/>
                  <a:gd name="T38" fmla="*/ 110 w 433"/>
                  <a:gd name="T39" fmla="*/ 293 h 434"/>
                  <a:gd name="T40" fmla="*/ 191 w 433"/>
                  <a:gd name="T41" fmla="*/ 213 h 434"/>
                  <a:gd name="T42" fmla="*/ 223 w 433"/>
                  <a:gd name="T43" fmla="*/ 181 h 434"/>
                  <a:gd name="T44" fmla="*/ 227 w 433"/>
                  <a:gd name="T45" fmla="*/ 171 h 434"/>
                  <a:gd name="T46" fmla="*/ 227 w 433"/>
                  <a:gd name="T47" fmla="*/ 143 h 434"/>
                  <a:gd name="T48" fmla="*/ 231 w 433"/>
                  <a:gd name="T49" fmla="*/ 131 h 434"/>
                  <a:gd name="T50" fmla="*/ 360 w 433"/>
                  <a:gd name="T51" fmla="*/ 3 h 434"/>
                  <a:gd name="T52" fmla="*/ 363 w 433"/>
                  <a:gd name="T53" fmla="*/ 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3" h="434">
                    <a:moveTo>
                      <a:pt x="363" y="0"/>
                    </a:moveTo>
                    <a:cubicBezTo>
                      <a:pt x="363" y="24"/>
                      <a:pt x="363" y="47"/>
                      <a:pt x="363" y="71"/>
                    </a:cubicBezTo>
                    <a:cubicBezTo>
                      <a:pt x="386" y="71"/>
                      <a:pt x="409" y="71"/>
                      <a:pt x="432" y="71"/>
                    </a:cubicBezTo>
                    <a:cubicBezTo>
                      <a:pt x="432" y="72"/>
                      <a:pt x="432" y="73"/>
                      <a:pt x="433" y="73"/>
                    </a:cubicBezTo>
                    <a:cubicBezTo>
                      <a:pt x="424" y="81"/>
                      <a:pt x="416" y="90"/>
                      <a:pt x="408" y="98"/>
                    </a:cubicBezTo>
                    <a:cubicBezTo>
                      <a:pt x="373" y="133"/>
                      <a:pt x="338" y="168"/>
                      <a:pt x="303" y="203"/>
                    </a:cubicBezTo>
                    <a:cubicBezTo>
                      <a:pt x="300" y="206"/>
                      <a:pt x="297" y="208"/>
                      <a:pt x="292" y="207"/>
                    </a:cubicBezTo>
                    <a:cubicBezTo>
                      <a:pt x="282" y="207"/>
                      <a:pt x="272" y="207"/>
                      <a:pt x="262" y="208"/>
                    </a:cubicBezTo>
                    <a:cubicBezTo>
                      <a:pt x="260" y="208"/>
                      <a:pt x="256" y="209"/>
                      <a:pt x="255" y="210"/>
                    </a:cubicBezTo>
                    <a:cubicBezTo>
                      <a:pt x="228" y="237"/>
                      <a:pt x="202" y="263"/>
                      <a:pt x="176" y="289"/>
                    </a:cubicBezTo>
                    <a:cubicBezTo>
                      <a:pt x="164" y="301"/>
                      <a:pt x="152" y="313"/>
                      <a:pt x="141" y="325"/>
                    </a:cubicBezTo>
                    <a:cubicBezTo>
                      <a:pt x="140" y="326"/>
                      <a:pt x="139" y="328"/>
                      <a:pt x="140" y="330"/>
                    </a:cubicBezTo>
                    <a:cubicBezTo>
                      <a:pt x="143" y="338"/>
                      <a:pt x="145" y="346"/>
                      <a:pt x="146" y="354"/>
                    </a:cubicBezTo>
                    <a:cubicBezTo>
                      <a:pt x="148" y="379"/>
                      <a:pt x="139" y="399"/>
                      <a:pt x="121" y="415"/>
                    </a:cubicBezTo>
                    <a:cubicBezTo>
                      <a:pt x="105" y="428"/>
                      <a:pt x="87" y="434"/>
                      <a:pt x="67" y="432"/>
                    </a:cubicBezTo>
                    <a:cubicBezTo>
                      <a:pt x="43" y="429"/>
                      <a:pt x="25" y="417"/>
                      <a:pt x="12" y="397"/>
                    </a:cubicBezTo>
                    <a:cubicBezTo>
                      <a:pt x="2" y="380"/>
                      <a:pt x="0" y="361"/>
                      <a:pt x="4" y="342"/>
                    </a:cubicBezTo>
                    <a:cubicBezTo>
                      <a:pt x="10" y="320"/>
                      <a:pt x="24" y="303"/>
                      <a:pt x="46" y="294"/>
                    </a:cubicBezTo>
                    <a:cubicBezTo>
                      <a:pt x="66" y="285"/>
                      <a:pt x="86" y="286"/>
                      <a:pt x="105" y="295"/>
                    </a:cubicBezTo>
                    <a:cubicBezTo>
                      <a:pt x="107" y="295"/>
                      <a:pt x="109" y="294"/>
                      <a:pt x="110" y="293"/>
                    </a:cubicBezTo>
                    <a:cubicBezTo>
                      <a:pt x="137" y="267"/>
                      <a:pt x="164" y="240"/>
                      <a:pt x="191" y="213"/>
                    </a:cubicBezTo>
                    <a:cubicBezTo>
                      <a:pt x="202" y="202"/>
                      <a:pt x="212" y="191"/>
                      <a:pt x="223" y="181"/>
                    </a:cubicBezTo>
                    <a:cubicBezTo>
                      <a:pt x="226" y="178"/>
                      <a:pt x="227" y="175"/>
                      <a:pt x="227" y="171"/>
                    </a:cubicBezTo>
                    <a:cubicBezTo>
                      <a:pt x="227" y="162"/>
                      <a:pt x="227" y="152"/>
                      <a:pt x="227" y="143"/>
                    </a:cubicBezTo>
                    <a:cubicBezTo>
                      <a:pt x="226" y="138"/>
                      <a:pt x="228" y="135"/>
                      <a:pt x="231" y="131"/>
                    </a:cubicBezTo>
                    <a:cubicBezTo>
                      <a:pt x="274" y="88"/>
                      <a:pt x="317" y="45"/>
                      <a:pt x="360" y="3"/>
                    </a:cubicBezTo>
                    <a:cubicBezTo>
                      <a:pt x="361" y="2"/>
                      <a:pt x="362" y="1"/>
                      <a:pt x="36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60FDE9CD-DA8E-42C4-8D4D-25E35252D36D}"/>
              </a:ext>
            </a:extLst>
          </p:cNvPr>
          <p:cNvGrpSpPr/>
          <p:nvPr/>
        </p:nvGrpSpPr>
        <p:grpSpPr>
          <a:xfrm>
            <a:off x="66390" y="5987686"/>
            <a:ext cx="451117" cy="451117"/>
            <a:chOff x="0" y="6108468"/>
            <a:chExt cx="451117" cy="451117"/>
          </a:xfrm>
        </p:grpSpPr>
        <p:sp>
          <p:nvSpPr>
            <p:cNvPr id="173" name="Oval 51">
              <a:extLst>
                <a:ext uri="{FF2B5EF4-FFF2-40B4-BE49-F238E27FC236}">
                  <a16:creationId xmlns:a16="http://schemas.microsoft.com/office/drawing/2014/main" id="{4538F0CA-345B-4F37-BA88-38CA01EDD971}"/>
                </a:ext>
              </a:extLst>
            </p:cNvPr>
            <p:cNvSpPr/>
            <p:nvPr/>
          </p:nvSpPr>
          <p:spPr>
            <a:xfrm>
              <a:off x="0" y="6108468"/>
              <a:ext cx="451117" cy="45111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grpSp>
          <p:nvGrpSpPr>
            <p:cNvPr id="174" name="Group 76">
              <a:extLst>
                <a:ext uri="{FF2B5EF4-FFF2-40B4-BE49-F238E27FC236}">
                  <a16:creationId xmlns:a16="http://schemas.microsoft.com/office/drawing/2014/main" id="{7293C684-AF59-4F42-8D1C-310B78A283AB}"/>
                </a:ext>
              </a:extLst>
            </p:cNvPr>
            <p:cNvGrpSpPr/>
            <p:nvPr/>
          </p:nvGrpSpPr>
          <p:grpSpPr>
            <a:xfrm>
              <a:off x="81073" y="6188183"/>
              <a:ext cx="288000" cy="288000"/>
              <a:chOff x="5418138" y="4568825"/>
              <a:chExt cx="568325" cy="508001"/>
            </a:xfrm>
          </p:grpSpPr>
          <p:sp>
            <p:nvSpPr>
              <p:cNvPr id="175" name="Freeform 5">
                <a:extLst>
                  <a:ext uri="{FF2B5EF4-FFF2-40B4-BE49-F238E27FC236}">
                    <a16:creationId xmlns:a16="http://schemas.microsoft.com/office/drawing/2014/main" id="{22E391FA-C8C7-4DD7-831A-0BEE6031D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5963" y="4730750"/>
                <a:ext cx="128588" cy="346075"/>
              </a:xfrm>
              <a:custGeom>
                <a:avLst/>
                <a:gdLst>
                  <a:gd name="T0" fmla="*/ 40 w 40"/>
                  <a:gd name="T1" fmla="*/ 0 h 107"/>
                  <a:gd name="T2" fmla="*/ 40 w 40"/>
                  <a:gd name="T3" fmla="*/ 107 h 107"/>
                  <a:gd name="T4" fmla="*/ 0 w 40"/>
                  <a:gd name="T5" fmla="*/ 107 h 107"/>
                  <a:gd name="T6" fmla="*/ 0 w 40"/>
                  <a:gd name="T7" fmla="*/ 103 h 107"/>
                  <a:gd name="T8" fmla="*/ 0 w 40"/>
                  <a:gd name="T9" fmla="*/ 41 h 107"/>
                  <a:gd name="T10" fmla="*/ 3 w 40"/>
                  <a:gd name="T11" fmla="*/ 35 h 107"/>
                  <a:gd name="T12" fmla="*/ 40 w 40"/>
                  <a:gd name="T13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07">
                    <a:moveTo>
                      <a:pt x="40" y="0"/>
                    </a:moveTo>
                    <a:cubicBezTo>
                      <a:pt x="40" y="107"/>
                      <a:pt x="40" y="107"/>
                      <a:pt x="40" y="107"/>
                    </a:cubicBezTo>
                    <a:cubicBezTo>
                      <a:pt x="40" y="107"/>
                      <a:pt x="14" y="107"/>
                      <a:pt x="0" y="107"/>
                    </a:cubicBezTo>
                    <a:cubicBezTo>
                      <a:pt x="0" y="106"/>
                      <a:pt x="0" y="104"/>
                      <a:pt x="0" y="103"/>
                    </a:cubicBezTo>
                    <a:cubicBezTo>
                      <a:pt x="0" y="82"/>
                      <a:pt x="0" y="62"/>
                      <a:pt x="0" y="41"/>
                    </a:cubicBezTo>
                    <a:cubicBezTo>
                      <a:pt x="0" y="39"/>
                      <a:pt x="1" y="36"/>
                      <a:pt x="3" y="35"/>
                    </a:cubicBezTo>
                    <a:cubicBezTo>
                      <a:pt x="14" y="24"/>
                      <a:pt x="40" y="0"/>
                      <a:pt x="4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6">
                <a:extLst>
                  <a:ext uri="{FF2B5EF4-FFF2-40B4-BE49-F238E27FC236}">
                    <a16:creationId xmlns:a16="http://schemas.microsoft.com/office/drawing/2014/main" id="{1CE9E831-AAE3-47D8-9352-758BCC551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8138" y="4568825"/>
                <a:ext cx="568325" cy="323850"/>
              </a:xfrm>
              <a:custGeom>
                <a:avLst/>
                <a:gdLst>
                  <a:gd name="T0" fmla="*/ 81 w 176"/>
                  <a:gd name="T1" fmla="*/ 80 h 100"/>
                  <a:gd name="T2" fmla="*/ 143 w 176"/>
                  <a:gd name="T3" fmla="*/ 22 h 100"/>
                  <a:gd name="T4" fmla="*/ 139 w 176"/>
                  <a:gd name="T5" fmla="*/ 17 h 100"/>
                  <a:gd name="T6" fmla="*/ 141 w 176"/>
                  <a:gd name="T7" fmla="*/ 8 h 100"/>
                  <a:gd name="T8" fmla="*/ 168 w 176"/>
                  <a:gd name="T9" fmla="*/ 1 h 100"/>
                  <a:gd name="T10" fmla="*/ 175 w 176"/>
                  <a:gd name="T11" fmla="*/ 9 h 100"/>
                  <a:gd name="T12" fmla="*/ 168 w 176"/>
                  <a:gd name="T13" fmla="*/ 34 h 100"/>
                  <a:gd name="T14" fmla="*/ 158 w 176"/>
                  <a:gd name="T15" fmla="*/ 37 h 100"/>
                  <a:gd name="T16" fmla="*/ 154 w 176"/>
                  <a:gd name="T17" fmla="*/ 31 h 100"/>
                  <a:gd name="T18" fmla="*/ 134 w 176"/>
                  <a:gd name="T19" fmla="*/ 49 h 100"/>
                  <a:gd name="T20" fmla="*/ 84 w 176"/>
                  <a:gd name="T21" fmla="*/ 96 h 100"/>
                  <a:gd name="T22" fmla="*/ 77 w 176"/>
                  <a:gd name="T23" fmla="*/ 96 h 100"/>
                  <a:gd name="T24" fmla="*/ 51 w 176"/>
                  <a:gd name="T25" fmla="*/ 70 h 100"/>
                  <a:gd name="T26" fmla="*/ 44 w 176"/>
                  <a:gd name="T27" fmla="*/ 69 h 100"/>
                  <a:gd name="T28" fmla="*/ 10 w 176"/>
                  <a:gd name="T29" fmla="*/ 100 h 100"/>
                  <a:gd name="T30" fmla="*/ 9 w 176"/>
                  <a:gd name="T31" fmla="*/ 100 h 100"/>
                  <a:gd name="T32" fmla="*/ 10 w 176"/>
                  <a:gd name="T33" fmla="*/ 82 h 100"/>
                  <a:gd name="T34" fmla="*/ 45 w 176"/>
                  <a:gd name="T35" fmla="*/ 50 h 100"/>
                  <a:gd name="T36" fmla="*/ 51 w 176"/>
                  <a:gd name="T37" fmla="*/ 50 h 100"/>
                  <a:gd name="T38" fmla="*/ 79 w 176"/>
                  <a:gd name="T39" fmla="*/ 78 h 100"/>
                  <a:gd name="T40" fmla="*/ 81 w 176"/>
                  <a:gd name="T41" fmla="*/ 8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00">
                    <a:moveTo>
                      <a:pt x="81" y="80"/>
                    </a:moveTo>
                    <a:cubicBezTo>
                      <a:pt x="102" y="60"/>
                      <a:pt x="122" y="41"/>
                      <a:pt x="143" y="22"/>
                    </a:cubicBezTo>
                    <a:cubicBezTo>
                      <a:pt x="141" y="20"/>
                      <a:pt x="140" y="19"/>
                      <a:pt x="139" y="17"/>
                    </a:cubicBezTo>
                    <a:cubicBezTo>
                      <a:pt x="135" y="14"/>
                      <a:pt x="136" y="10"/>
                      <a:pt x="141" y="8"/>
                    </a:cubicBezTo>
                    <a:cubicBezTo>
                      <a:pt x="150" y="6"/>
                      <a:pt x="159" y="3"/>
                      <a:pt x="168" y="1"/>
                    </a:cubicBezTo>
                    <a:cubicBezTo>
                      <a:pt x="173" y="0"/>
                      <a:pt x="176" y="3"/>
                      <a:pt x="175" y="9"/>
                    </a:cubicBezTo>
                    <a:cubicBezTo>
                      <a:pt x="173" y="17"/>
                      <a:pt x="170" y="26"/>
                      <a:pt x="168" y="34"/>
                    </a:cubicBezTo>
                    <a:cubicBezTo>
                      <a:pt x="166" y="40"/>
                      <a:pt x="163" y="41"/>
                      <a:pt x="158" y="37"/>
                    </a:cubicBezTo>
                    <a:cubicBezTo>
                      <a:pt x="157" y="35"/>
                      <a:pt x="155" y="33"/>
                      <a:pt x="154" y="31"/>
                    </a:cubicBezTo>
                    <a:cubicBezTo>
                      <a:pt x="147" y="38"/>
                      <a:pt x="140" y="44"/>
                      <a:pt x="134" y="49"/>
                    </a:cubicBezTo>
                    <a:cubicBezTo>
                      <a:pt x="117" y="65"/>
                      <a:pt x="100" y="80"/>
                      <a:pt x="84" y="96"/>
                    </a:cubicBezTo>
                    <a:cubicBezTo>
                      <a:pt x="81" y="99"/>
                      <a:pt x="79" y="98"/>
                      <a:pt x="77" y="96"/>
                    </a:cubicBezTo>
                    <a:cubicBezTo>
                      <a:pt x="68" y="87"/>
                      <a:pt x="59" y="78"/>
                      <a:pt x="51" y="70"/>
                    </a:cubicBezTo>
                    <a:cubicBezTo>
                      <a:pt x="48" y="67"/>
                      <a:pt x="47" y="67"/>
                      <a:pt x="44" y="69"/>
                    </a:cubicBezTo>
                    <a:cubicBezTo>
                      <a:pt x="33" y="80"/>
                      <a:pt x="21" y="9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0" y="90"/>
                      <a:pt x="0" y="90"/>
                      <a:pt x="10" y="82"/>
                    </a:cubicBezTo>
                    <a:cubicBezTo>
                      <a:pt x="21" y="71"/>
                      <a:pt x="33" y="61"/>
                      <a:pt x="45" y="50"/>
                    </a:cubicBezTo>
                    <a:cubicBezTo>
                      <a:pt x="47" y="48"/>
                      <a:pt x="49" y="48"/>
                      <a:pt x="51" y="50"/>
                    </a:cubicBezTo>
                    <a:cubicBezTo>
                      <a:pt x="60" y="60"/>
                      <a:pt x="70" y="69"/>
                      <a:pt x="79" y="78"/>
                    </a:cubicBezTo>
                    <a:cubicBezTo>
                      <a:pt x="80" y="79"/>
                      <a:pt x="80" y="79"/>
                      <a:pt x="81" y="8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7">
                <a:extLst>
                  <a:ext uri="{FF2B5EF4-FFF2-40B4-BE49-F238E27FC236}">
                    <a16:creationId xmlns:a16="http://schemas.microsoft.com/office/drawing/2014/main" id="{7AA82633-F24E-4A3D-8868-5A40A54DD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9888" y="4856163"/>
                <a:ext cx="130175" cy="220663"/>
              </a:xfrm>
              <a:custGeom>
                <a:avLst/>
                <a:gdLst>
                  <a:gd name="T0" fmla="*/ 37 w 40"/>
                  <a:gd name="T1" fmla="*/ 0 h 68"/>
                  <a:gd name="T2" fmla="*/ 40 w 40"/>
                  <a:gd name="T3" fmla="*/ 2 h 68"/>
                  <a:gd name="T4" fmla="*/ 40 w 40"/>
                  <a:gd name="T5" fmla="*/ 67 h 68"/>
                  <a:gd name="T6" fmla="*/ 40 w 40"/>
                  <a:gd name="T7" fmla="*/ 68 h 68"/>
                  <a:gd name="T8" fmla="*/ 0 w 40"/>
                  <a:gd name="T9" fmla="*/ 68 h 68"/>
                  <a:gd name="T10" fmla="*/ 0 w 40"/>
                  <a:gd name="T11" fmla="*/ 34 h 68"/>
                  <a:gd name="T12" fmla="*/ 1 w 40"/>
                  <a:gd name="T13" fmla="*/ 32 h 68"/>
                  <a:gd name="T14" fmla="*/ 37 w 40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8">
                    <a:moveTo>
                      <a:pt x="37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40" y="24"/>
                      <a:pt x="40" y="46"/>
                      <a:pt x="40" y="67"/>
                    </a:cubicBezTo>
                    <a:cubicBezTo>
                      <a:pt x="40" y="67"/>
                      <a:pt x="40" y="68"/>
                      <a:pt x="40" y="68"/>
                    </a:cubicBezTo>
                    <a:cubicBezTo>
                      <a:pt x="27" y="68"/>
                      <a:pt x="14" y="68"/>
                      <a:pt x="0" y="68"/>
                    </a:cubicBezTo>
                    <a:cubicBezTo>
                      <a:pt x="0" y="57"/>
                      <a:pt x="0" y="45"/>
                      <a:pt x="0" y="34"/>
                    </a:cubicBezTo>
                    <a:cubicBezTo>
                      <a:pt x="0" y="33"/>
                      <a:pt x="1" y="32"/>
                      <a:pt x="1" y="32"/>
                    </a:cubicBezTo>
                    <a:cubicBezTo>
                      <a:pt x="13" y="21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8">
                <a:extLst>
                  <a:ext uri="{FF2B5EF4-FFF2-40B4-BE49-F238E27FC236}">
                    <a16:creationId xmlns:a16="http://schemas.microsoft.com/office/drawing/2014/main" id="{4C8E27D2-B2DD-4585-8BD2-2565CA218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1338" y="4895850"/>
                <a:ext cx="128588" cy="180975"/>
              </a:xfrm>
              <a:custGeom>
                <a:avLst/>
                <a:gdLst>
                  <a:gd name="T0" fmla="*/ 40 w 40"/>
                  <a:gd name="T1" fmla="*/ 0 h 56"/>
                  <a:gd name="T2" fmla="*/ 40 w 40"/>
                  <a:gd name="T3" fmla="*/ 56 h 56"/>
                  <a:gd name="T4" fmla="*/ 0 w 40"/>
                  <a:gd name="T5" fmla="*/ 56 h 56"/>
                  <a:gd name="T6" fmla="*/ 0 w 40"/>
                  <a:gd name="T7" fmla="*/ 2 h 56"/>
                  <a:gd name="T8" fmla="*/ 14 w 40"/>
                  <a:gd name="T9" fmla="*/ 17 h 56"/>
                  <a:gd name="T10" fmla="*/ 21 w 40"/>
                  <a:gd name="T11" fmla="*/ 17 h 56"/>
                  <a:gd name="T12" fmla="*/ 40 w 4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56">
                    <a:moveTo>
                      <a:pt x="40" y="0"/>
                    </a:moveTo>
                    <a:cubicBezTo>
                      <a:pt x="40" y="19"/>
                      <a:pt x="40" y="37"/>
                      <a:pt x="40" y="56"/>
                    </a:cubicBezTo>
                    <a:cubicBezTo>
                      <a:pt x="27" y="56"/>
                      <a:pt x="14" y="56"/>
                      <a:pt x="0" y="56"/>
                    </a:cubicBezTo>
                    <a:cubicBezTo>
                      <a:pt x="0" y="39"/>
                      <a:pt x="0" y="2"/>
                      <a:pt x="0" y="2"/>
                    </a:cubicBezTo>
                    <a:cubicBezTo>
                      <a:pt x="0" y="2"/>
                      <a:pt x="10" y="12"/>
                      <a:pt x="14" y="17"/>
                    </a:cubicBezTo>
                    <a:cubicBezTo>
                      <a:pt x="16" y="19"/>
                      <a:pt x="18" y="20"/>
                      <a:pt x="21" y="17"/>
                    </a:cubicBezTo>
                    <a:cubicBezTo>
                      <a:pt x="27" y="11"/>
                      <a:pt x="33" y="6"/>
                      <a:pt x="4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9" name="Groupe 88"/>
          <p:cNvGrpSpPr/>
          <p:nvPr/>
        </p:nvGrpSpPr>
        <p:grpSpPr>
          <a:xfrm>
            <a:off x="-73540" y="3923556"/>
            <a:ext cx="571619" cy="451117"/>
            <a:chOff x="-102382" y="4155419"/>
            <a:chExt cx="571619" cy="451117"/>
          </a:xfrm>
        </p:grpSpPr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-102382" y="4155419"/>
              <a:ext cx="571619" cy="451117"/>
              <a:chOff x="165306" y="4442838"/>
              <a:chExt cx="571619" cy="451117"/>
            </a:xfrm>
          </p:grpSpPr>
          <p:sp>
            <p:nvSpPr>
              <p:cNvPr id="169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285808" y="444283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70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165306" y="4497367"/>
                <a:ext cx="126980" cy="47878"/>
                <a:chOff x="8193151" y="2944496"/>
                <a:chExt cx="464535" cy="175152"/>
              </a:xfrm>
            </p:grpSpPr>
            <p:sp>
              <p:nvSpPr>
                <p:cNvPr id="171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91" name="Image 9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43" y="4192658"/>
              <a:ext cx="371419" cy="371419"/>
            </a:xfrm>
            <a:prstGeom prst="rect">
              <a:avLst/>
            </a:prstGeom>
          </p:spPr>
        </p:pic>
      </p:grpSp>
      <p:sp>
        <p:nvSpPr>
          <p:cNvPr id="116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28103" y="2330902"/>
            <a:ext cx="4876419" cy="30887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7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28018" y="558611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46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2D9C72-7C06-478C-8F3F-520540609BBA}"/>
              </a:ext>
            </a:extLst>
          </p:cNvPr>
          <p:cNvSpPr/>
          <p:nvPr/>
        </p:nvSpPr>
        <p:spPr>
          <a:xfrm rot="20132376">
            <a:off x="6501045" y="-1390019"/>
            <a:ext cx="5866882" cy="4679469"/>
          </a:xfrm>
          <a:custGeom>
            <a:avLst/>
            <a:gdLst>
              <a:gd name="connsiteX0" fmla="*/ 0 w 10216360"/>
              <a:gd name="connsiteY0" fmla="*/ 0 h 6818207"/>
              <a:gd name="connsiteX1" fmla="*/ 10216360 w 10216360"/>
              <a:gd name="connsiteY1" fmla="*/ 0 h 6818207"/>
              <a:gd name="connsiteX2" fmla="*/ 10216360 w 10216360"/>
              <a:gd name="connsiteY2" fmla="*/ 6818207 h 6818207"/>
              <a:gd name="connsiteX3" fmla="*/ 0 w 10216360"/>
              <a:gd name="connsiteY3" fmla="*/ 6818207 h 6818207"/>
              <a:gd name="connsiteX4" fmla="*/ 0 w 10216360"/>
              <a:gd name="connsiteY4" fmla="*/ 0 h 6818207"/>
              <a:gd name="connsiteX0" fmla="*/ 1627623 w 10216360"/>
              <a:gd name="connsiteY0" fmla="*/ 3461081 h 6818207"/>
              <a:gd name="connsiteX1" fmla="*/ 10216360 w 10216360"/>
              <a:gd name="connsiteY1" fmla="*/ 0 h 6818207"/>
              <a:gd name="connsiteX2" fmla="*/ 10216360 w 10216360"/>
              <a:gd name="connsiteY2" fmla="*/ 6818207 h 6818207"/>
              <a:gd name="connsiteX3" fmla="*/ 0 w 10216360"/>
              <a:gd name="connsiteY3" fmla="*/ 6818207 h 6818207"/>
              <a:gd name="connsiteX4" fmla="*/ 1627623 w 10216360"/>
              <a:gd name="connsiteY4" fmla="*/ 3461081 h 6818207"/>
              <a:gd name="connsiteX0" fmla="*/ 4098 w 10216360"/>
              <a:gd name="connsiteY0" fmla="*/ 2199344 h 6818207"/>
              <a:gd name="connsiteX1" fmla="*/ 10216360 w 10216360"/>
              <a:gd name="connsiteY1" fmla="*/ 0 h 6818207"/>
              <a:gd name="connsiteX2" fmla="*/ 10216360 w 10216360"/>
              <a:gd name="connsiteY2" fmla="*/ 6818207 h 6818207"/>
              <a:gd name="connsiteX3" fmla="*/ 0 w 10216360"/>
              <a:gd name="connsiteY3" fmla="*/ 6818207 h 6818207"/>
              <a:gd name="connsiteX4" fmla="*/ 4098 w 10216360"/>
              <a:gd name="connsiteY4" fmla="*/ 2199344 h 6818207"/>
              <a:gd name="connsiteX0" fmla="*/ 4098 w 10216360"/>
              <a:gd name="connsiteY0" fmla="*/ 0 h 4618863"/>
              <a:gd name="connsiteX1" fmla="*/ 3608989 w 10216360"/>
              <a:gd name="connsiteY1" fmla="*/ 2894296 h 4618863"/>
              <a:gd name="connsiteX2" fmla="*/ 10216360 w 10216360"/>
              <a:gd name="connsiteY2" fmla="*/ 4618863 h 4618863"/>
              <a:gd name="connsiteX3" fmla="*/ 0 w 10216360"/>
              <a:gd name="connsiteY3" fmla="*/ 4618863 h 4618863"/>
              <a:gd name="connsiteX4" fmla="*/ 4098 w 10216360"/>
              <a:gd name="connsiteY4" fmla="*/ 0 h 4618863"/>
              <a:gd name="connsiteX0" fmla="*/ 4098 w 10216360"/>
              <a:gd name="connsiteY0" fmla="*/ 0 h 4618863"/>
              <a:gd name="connsiteX1" fmla="*/ 5902988 w 10216360"/>
              <a:gd name="connsiteY1" fmla="*/ 2682115 h 4618863"/>
              <a:gd name="connsiteX2" fmla="*/ 10216360 w 10216360"/>
              <a:gd name="connsiteY2" fmla="*/ 4618863 h 4618863"/>
              <a:gd name="connsiteX3" fmla="*/ 0 w 10216360"/>
              <a:gd name="connsiteY3" fmla="*/ 4618863 h 4618863"/>
              <a:gd name="connsiteX4" fmla="*/ 4098 w 10216360"/>
              <a:gd name="connsiteY4" fmla="*/ 0 h 4618863"/>
              <a:gd name="connsiteX0" fmla="*/ 4098 w 5902988"/>
              <a:gd name="connsiteY0" fmla="*/ 0 h 4618863"/>
              <a:gd name="connsiteX1" fmla="*/ 5902988 w 5902988"/>
              <a:gd name="connsiteY1" fmla="*/ 2682115 h 4618863"/>
              <a:gd name="connsiteX2" fmla="*/ 5049879 w 5902988"/>
              <a:gd name="connsiteY2" fmla="*/ 4612651 h 4618863"/>
              <a:gd name="connsiteX3" fmla="*/ 0 w 5902988"/>
              <a:gd name="connsiteY3" fmla="*/ 4618863 h 4618863"/>
              <a:gd name="connsiteX4" fmla="*/ 4098 w 5902988"/>
              <a:gd name="connsiteY4" fmla="*/ 0 h 4618863"/>
              <a:gd name="connsiteX0" fmla="*/ 28544 w 5902988"/>
              <a:gd name="connsiteY0" fmla="*/ 0 h 4649599"/>
              <a:gd name="connsiteX1" fmla="*/ 5902988 w 5902988"/>
              <a:gd name="connsiteY1" fmla="*/ 2712851 h 4649599"/>
              <a:gd name="connsiteX2" fmla="*/ 5049879 w 5902988"/>
              <a:gd name="connsiteY2" fmla="*/ 4643387 h 4649599"/>
              <a:gd name="connsiteX3" fmla="*/ 0 w 5902988"/>
              <a:gd name="connsiteY3" fmla="*/ 4649599 h 4649599"/>
              <a:gd name="connsiteX4" fmla="*/ 28544 w 5902988"/>
              <a:gd name="connsiteY4" fmla="*/ 0 h 4649599"/>
              <a:gd name="connsiteX0" fmla="*/ 0 w 5908342"/>
              <a:gd name="connsiteY0" fmla="*/ 0 h 4644091"/>
              <a:gd name="connsiteX1" fmla="*/ 5908342 w 5908342"/>
              <a:gd name="connsiteY1" fmla="*/ 2707343 h 4644091"/>
              <a:gd name="connsiteX2" fmla="*/ 5055233 w 5908342"/>
              <a:gd name="connsiteY2" fmla="*/ 4637879 h 4644091"/>
              <a:gd name="connsiteX3" fmla="*/ 5354 w 5908342"/>
              <a:gd name="connsiteY3" fmla="*/ 4644091 h 4644091"/>
              <a:gd name="connsiteX4" fmla="*/ 0 w 5908342"/>
              <a:gd name="connsiteY4" fmla="*/ 0 h 4644091"/>
              <a:gd name="connsiteX0" fmla="*/ 2865 w 5903319"/>
              <a:gd name="connsiteY0" fmla="*/ 0 h 4661431"/>
              <a:gd name="connsiteX1" fmla="*/ 5903319 w 5903319"/>
              <a:gd name="connsiteY1" fmla="*/ 2724683 h 4661431"/>
              <a:gd name="connsiteX2" fmla="*/ 5050210 w 5903319"/>
              <a:gd name="connsiteY2" fmla="*/ 4655219 h 4661431"/>
              <a:gd name="connsiteX3" fmla="*/ 331 w 5903319"/>
              <a:gd name="connsiteY3" fmla="*/ 4661431 h 4661431"/>
              <a:gd name="connsiteX4" fmla="*/ 2865 w 5903319"/>
              <a:gd name="connsiteY4" fmla="*/ 0 h 4661431"/>
              <a:gd name="connsiteX0" fmla="*/ 2865 w 5867075"/>
              <a:gd name="connsiteY0" fmla="*/ 0 h 4661431"/>
              <a:gd name="connsiteX1" fmla="*/ 5867075 w 5867075"/>
              <a:gd name="connsiteY1" fmla="*/ 2666339 h 4661431"/>
              <a:gd name="connsiteX2" fmla="*/ 5050210 w 5867075"/>
              <a:gd name="connsiteY2" fmla="*/ 4655219 h 4661431"/>
              <a:gd name="connsiteX3" fmla="*/ 331 w 5867075"/>
              <a:gd name="connsiteY3" fmla="*/ 4661431 h 4661431"/>
              <a:gd name="connsiteX4" fmla="*/ 2865 w 5867075"/>
              <a:gd name="connsiteY4" fmla="*/ 0 h 4661431"/>
              <a:gd name="connsiteX0" fmla="*/ 2865 w 5867075"/>
              <a:gd name="connsiteY0" fmla="*/ 0 h 4675688"/>
              <a:gd name="connsiteX1" fmla="*/ 5867075 w 5867075"/>
              <a:gd name="connsiteY1" fmla="*/ 2666339 h 4675688"/>
              <a:gd name="connsiteX2" fmla="*/ 4957185 w 5867075"/>
              <a:gd name="connsiteY2" fmla="*/ 4675688 h 4675688"/>
              <a:gd name="connsiteX3" fmla="*/ 331 w 5867075"/>
              <a:gd name="connsiteY3" fmla="*/ 4661431 h 4675688"/>
              <a:gd name="connsiteX4" fmla="*/ 2865 w 5867075"/>
              <a:gd name="connsiteY4" fmla="*/ 0 h 4675688"/>
              <a:gd name="connsiteX0" fmla="*/ 12763 w 5866882"/>
              <a:gd name="connsiteY0" fmla="*/ 0 h 4679469"/>
              <a:gd name="connsiteX1" fmla="*/ 5866882 w 5866882"/>
              <a:gd name="connsiteY1" fmla="*/ 2670120 h 4679469"/>
              <a:gd name="connsiteX2" fmla="*/ 4956992 w 5866882"/>
              <a:gd name="connsiteY2" fmla="*/ 4679469 h 4679469"/>
              <a:gd name="connsiteX3" fmla="*/ 138 w 5866882"/>
              <a:gd name="connsiteY3" fmla="*/ 4665212 h 4679469"/>
              <a:gd name="connsiteX4" fmla="*/ 12763 w 5866882"/>
              <a:gd name="connsiteY4" fmla="*/ 0 h 467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6882" h="4679469">
                <a:moveTo>
                  <a:pt x="12763" y="0"/>
                </a:moveTo>
                <a:lnTo>
                  <a:pt x="5866882" y="2670120"/>
                </a:lnTo>
                <a:lnTo>
                  <a:pt x="4956992" y="4679469"/>
                </a:lnTo>
                <a:lnTo>
                  <a:pt x="138" y="4665212"/>
                </a:lnTo>
                <a:cubicBezTo>
                  <a:pt x="-1647" y="3117182"/>
                  <a:pt x="14548" y="1548030"/>
                  <a:pt x="12763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7BDB4D-0C97-4B8E-9FB1-D40CEF97AF52}"/>
              </a:ext>
            </a:extLst>
          </p:cNvPr>
          <p:cNvSpPr/>
          <p:nvPr/>
        </p:nvSpPr>
        <p:spPr>
          <a:xfrm rot="20132376">
            <a:off x="-346113" y="3978787"/>
            <a:ext cx="5600999" cy="4222781"/>
          </a:xfrm>
          <a:custGeom>
            <a:avLst/>
            <a:gdLst>
              <a:gd name="connsiteX0" fmla="*/ 0 w 10216360"/>
              <a:gd name="connsiteY0" fmla="*/ 0 h 6818207"/>
              <a:gd name="connsiteX1" fmla="*/ 10216360 w 10216360"/>
              <a:gd name="connsiteY1" fmla="*/ 0 h 6818207"/>
              <a:gd name="connsiteX2" fmla="*/ 10216360 w 10216360"/>
              <a:gd name="connsiteY2" fmla="*/ 6818207 h 6818207"/>
              <a:gd name="connsiteX3" fmla="*/ 0 w 10216360"/>
              <a:gd name="connsiteY3" fmla="*/ 6818207 h 6818207"/>
              <a:gd name="connsiteX4" fmla="*/ 0 w 10216360"/>
              <a:gd name="connsiteY4" fmla="*/ 0 h 6818207"/>
              <a:gd name="connsiteX0" fmla="*/ 5379323 w 10216360"/>
              <a:gd name="connsiteY0" fmla="*/ 0 h 6819816"/>
              <a:gd name="connsiteX1" fmla="*/ 10216360 w 10216360"/>
              <a:gd name="connsiteY1" fmla="*/ 1609 h 6819816"/>
              <a:gd name="connsiteX2" fmla="*/ 10216360 w 10216360"/>
              <a:gd name="connsiteY2" fmla="*/ 6819816 h 6819816"/>
              <a:gd name="connsiteX3" fmla="*/ 0 w 10216360"/>
              <a:gd name="connsiteY3" fmla="*/ 6819816 h 6819816"/>
              <a:gd name="connsiteX4" fmla="*/ 5379323 w 10216360"/>
              <a:gd name="connsiteY4" fmla="*/ 0 h 6819816"/>
              <a:gd name="connsiteX0" fmla="*/ 0 w 4837037"/>
              <a:gd name="connsiteY0" fmla="*/ 0 h 6819816"/>
              <a:gd name="connsiteX1" fmla="*/ 4837037 w 4837037"/>
              <a:gd name="connsiteY1" fmla="*/ 1609 h 6819816"/>
              <a:gd name="connsiteX2" fmla="*/ 4837037 w 4837037"/>
              <a:gd name="connsiteY2" fmla="*/ 6819816 h 6819816"/>
              <a:gd name="connsiteX3" fmla="*/ 385340 w 4837037"/>
              <a:gd name="connsiteY3" fmla="*/ 4544876 h 6819816"/>
              <a:gd name="connsiteX4" fmla="*/ 0 w 4837037"/>
              <a:gd name="connsiteY4" fmla="*/ 0 h 6819816"/>
              <a:gd name="connsiteX0" fmla="*/ 744242 w 5581279"/>
              <a:gd name="connsiteY0" fmla="*/ 0 h 6819816"/>
              <a:gd name="connsiteX1" fmla="*/ 5581279 w 5581279"/>
              <a:gd name="connsiteY1" fmla="*/ 1609 h 6819816"/>
              <a:gd name="connsiteX2" fmla="*/ 5581279 w 5581279"/>
              <a:gd name="connsiteY2" fmla="*/ 6819816 h 6819816"/>
              <a:gd name="connsiteX3" fmla="*/ 0 w 5581279"/>
              <a:gd name="connsiteY3" fmla="*/ 1645204 h 6819816"/>
              <a:gd name="connsiteX4" fmla="*/ 744242 w 5581279"/>
              <a:gd name="connsiteY4" fmla="*/ 0 h 6819816"/>
              <a:gd name="connsiteX0" fmla="*/ 744242 w 5581279"/>
              <a:gd name="connsiteY0" fmla="*/ 0 h 3556264"/>
              <a:gd name="connsiteX1" fmla="*/ 5581279 w 5581279"/>
              <a:gd name="connsiteY1" fmla="*/ 1609 h 3556264"/>
              <a:gd name="connsiteX2" fmla="*/ 5538071 w 5581279"/>
              <a:gd name="connsiteY2" fmla="*/ 3556264 h 3556264"/>
              <a:gd name="connsiteX3" fmla="*/ 0 w 5581279"/>
              <a:gd name="connsiteY3" fmla="*/ 1645204 h 3556264"/>
              <a:gd name="connsiteX4" fmla="*/ 744242 w 5581279"/>
              <a:gd name="connsiteY4" fmla="*/ 0 h 3556264"/>
              <a:gd name="connsiteX0" fmla="*/ 744242 w 5581279"/>
              <a:gd name="connsiteY0" fmla="*/ 0 h 4244065"/>
              <a:gd name="connsiteX1" fmla="*/ 5581279 w 5581279"/>
              <a:gd name="connsiteY1" fmla="*/ 1609 h 4244065"/>
              <a:gd name="connsiteX2" fmla="*/ 5568526 w 5581279"/>
              <a:gd name="connsiteY2" fmla="*/ 4244065 h 4244065"/>
              <a:gd name="connsiteX3" fmla="*/ 0 w 5581279"/>
              <a:gd name="connsiteY3" fmla="*/ 1645204 h 4244065"/>
              <a:gd name="connsiteX4" fmla="*/ 744242 w 5581279"/>
              <a:gd name="connsiteY4" fmla="*/ 0 h 4244065"/>
              <a:gd name="connsiteX0" fmla="*/ 744242 w 5581279"/>
              <a:gd name="connsiteY0" fmla="*/ 0 h 3660689"/>
              <a:gd name="connsiteX1" fmla="*/ 5581279 w 5581279"/>
              <a:gd name="connsiteY1" fmla="*/ 1609 h 3660689"/>
              <a:gd name="connsiteX2" fmla="*/ 5436260 w 5581279"/>
              <a:gd name="connsiteY2" fmla="*/ 3660689 h 3660689"/>
              <a:gd name="connsiteX3" fmla="*/ 0 w 5581279"/>
              <a:gd name="connsiteY3" fmla="*/ 1645204 h 3660689"/>
              <a:gd name="connsiteX4" fmla="*/ 744242 w 5581279"/>
              <a:gd name="connsiteY4" fmla="*/ 0 h 3660689"/>
              <a:gd name="connsiteX0" fmla="*/ 744242 w 5581279"/>
              <a:gd name="connsiteY0" fmla="*/ 0 h 4222781"/>
              <a:gd name="connsiteX1" fmla="*/ 5581279 w 5581279"/>
              <a:gd name="connsiteY1" fmla="*/ 1609 h 4222781"/>
              <a:gd name="connsiteX2" fmla="*/ 5567744 w 5581279"/>
              <a:gd name="connsiteY2" fmla="*/ 4222781 h 4222781"/>
              <a:gd name="connsiteX3" fmla="*/ 0 w 5581279"/>
              <a:gd name="connsiteY3" fmla="*/ 1645204 h 4222781"/>
              <a:gd name="connsiteX4" fmla="*/ 744242 w 5581279"/>
              <a:gd name="connsiteY4" fmla="*/ 0 h 4222781"/>
              <a:gd name="connsiteX0" fmla="*/ 763962 w 5600999"/>
              <a:gd name="connsiteY0" fmla="*/ 0 h 4222781"/>
              <a:gd name="connsiteX1" fmla="*/ 5600999 w 5600999"/>
              <a:gd name="connsiteY1" fmla="*/ 1609 h 4222781"/>
              <a:gd name="connsiteX2" fmla="*/ 5587464 w 5600999"/>
              <a:gd name="connsiteY2" fmla="*/ 4222781 h 4222781"/>
              <a:gd name="connsiteX3" fmla="*/ 0 w 5600999"/>
              <a:gd name="connsiteY3" fmla="*/ 1688554 h 4222781"/>
              <a:gd name="connsiteX4" fmla="*/ 763962 w 5600999"/>
              <a:gd name="connsiteY4" fmla="*/ 0 h 4222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0999" h="4222781">
                <a:moveTo>
                  <a:pt x="763962" y="0"/>
                </a:moveTo>
                <a:lnTo>
                  <a:pt x="5600999" y="1609"/>
                </a:lnTo>
                <a:cubicBezTo>
                  <a:pt x="5596487" y="1408666"/>
                  <a:pt x="5591976" y="2815724"/>
                  <a:pt x="5587464" y="4222781"/>
                </a:cubicBezTo>
                <a:lnTo>
                  <a:pt x="0" y="1688554"/>
                </a:lnTo>
                <a:lnTo>
                  <a:pt x="763962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F232D-FAED-4EBA-AF9E-886F160D1176}"/>
              </a:ext>
            </a:extLst>
          </p:cNvPr>
          <p:cNvSpPr txBox="1"/>
          <p:nvPr/>
        </p:nvSpPr>
        <p:spPr>
          <a:xfrm rot="20129807">
            <a:off x="403319" y="2124079"/>
            <a:ext cx="6564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CONCLUSION</a:t>
            </a:r>
            <a:endParaRPr kumimoji="0" lang="en-GB" sz="8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6ED45FCF-A87D-4C14-9791-2DFBB6506760}"/>
              </a:ext>
            </a:extLst>
          </p:cNvPr>
          <p:cNvSpPr>
            <a:spLocks/>
          </p:cNvSpPr>
          <p:nvPr/>
        </p:nvSpPr>
        <p:spPr bwMode="auto">
          <a:xfrm>
            <a:off x="6386522" y="3337800"/>
            <a:ext cx="316082" cy="850687"/>
          </a:xfrm>
          <a:custGeom>
            <a:avLst/>
            <a:gdLst>
              <a:gd name="T0" fmla="*/ 40 w 40"/>
              <a:gd name="T1" fmla="*/ 0 h 107"/>
              <a:gd name="T2" fmla="*/ 40 w 40"/>
              <a:gd name="T3" fmla="*/ 107 h 107"/>
              <a:gd name="T4" fmla="*/ 0 w 40"/>
              <a:gd name="T5" fmla="*/ 107 h 107"/>
              <a:gd name="T6" fmla="*/ 0 w 40"/>
              <a:gd name="T7" fmla="*/ 103 h 107"/>
              <a:gd name="T8" fmla="*/ 0 w 40"/>
              <a:gd name="T9" fmla="*/ 41 h 107"/>
              <a:gd name="T10" fmla="*/ 3 w 40"/>
              <a:gd name="T11" fmla="*/ 35 h 107"/>
              <a:gd name="T12" fmla="*/ 40 w 40"/>
              <a:gd name="T13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" h="107">
                <a:moveTo>
                  <a:pt x="40" y="0"/>
                </a:moveTo>
                <a:cubicBezTo>
                  <a:pt x="40" y="107"/>
                  <a:pt x="40" y="107"/>
                  <a:pt x="40" y="107"/>
                </a:cubicBezTo>
                <a:cubicBezTo>
                  <a:pt x="40" y="107"/>
                  <a:pt x="14" y="107"/>
                  <a:pt x="0" y="107"/>
                </a:cubicBezTo>
                <a:cubicBezTo>
                  <a:pt x="0" y="106"/>
                  <a:pt x="0" y="104"/>
                  <a:pt x="0" y="103"/>
                </a:cubicBezTo>
                <a:cubicBezTo>
                  <a:pt x="0" y="82"/>
                  <a:pt x="0" y="62"/>
                  <a:pt x="0" y="41"/>
                </a:cubicBezTo>
                <a:cubicBezTo>
                  <a:pt x="0" y="39"/>
                  <a:pt x="1" y="36"/>
                  <a:pt x="3" y="35"/>
                </a:cubicBezTo>
                <a:cubicBezTo>
                  <a:pt x="14" y="24"/>
                  <a:pt x="40" y="0"/>
                  <a:pt x="40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610122E-DD75-4759-BA15-393F25E38C23}"/>
              </a:ext>
            </a:extLst>
          </p:cNvPr>
          <p:cNvSpPr>
            <a:spLocks/>
          </p:cNvSpPr>
          <p:nvPr/>
        </p:nvSpPr>
        <p:spPr bwMode="auto">
          <a:xfrm>
            <a:off x="5457790" y="2939772"/>
            <a:ext cx="1397000" cy="796056"/>
          </a:xfrm>
          <a:custGeom>
            <a:avLst/>
            <a:gdLst>
              <a:gd name="T0" fmla="*/ 81 w 176"/>
              <a:gd name="T1" fmla="*/ 80 h 100"/>
              <a:gd name="T2" fmla="*/ 143 w 176"/>
              <a:gd name="T3" fmla="*/ 22 h 100"/>
              <a:gd name="T4" fmla="*/ 139 w 176"/>
              <a:gd name="T5" fmla="*/ 17 h 100"/>
              <a:gd name="T6" fmla="*/ 141 w 176"/>
              <a:gd name="T7" fmla="*/ 8 h 100"/>
              <a:gd name="T8" fmla="*/ 168 w 176"/>
              <a:gd name="T9" fmla="*/ 1 h 100"/>
              <a:gd name="T10" fmla="*/ 175 w 176"/>
              <a:gd name="T11" fmla="*/ 9 h 100"/>
              <a:gd name="T12" fmla="*/ 168 w 176"/>
              <a:gd name="T13" fmla="*/ 34 h 100"/>
              <a:gd name="T14" fmla="*/ 158 w 176"/>
              <a:gd name="T15" fmla="*/ 37 h 100"/>
              <a:gd name="T16" fmla="*/ 154 w 176"/>
              <a:gd name="T17" fmla="*/ 31 h 100"/>
              <a:gd name="T18" fmla="*/ 134 w 176"/>
              <a:gd name="T19" fmla="*/ 49 h 100"/>
              <a:gd name="T20" fmla="*/ 84 w 176"/>
              <a:gd name="T21" fmla="*/ 96 h 100"/>
              <a:gd name="T22" fmla="*/ 77 w 176"/>
              <a:gd name="T23" fmla="*/ 96 h 100"/>
              <a:gd name="T24" fmla="*/ 51 w 176"/>
              <a:gd name="T25" fmla="*/ 70 h 100"/>
              <a:gd name="T26" fmla="*/ 44 w 176"/>
              <a:gd name="T27" fmla="*/ 69 h 100"/>
              <a:gd name="T28" fmla="*/ 10 w 176"/>
              <a:gd name="T29" fmla="*/ 100 h 100"/>
              <a:gd name="T30" fmla="*/ 9 w 176"/>
              <a:gd name="T31" fmla="*/ 100 h 100"/>
              <a:gd name="T32" fmla="*/ 10 w 176"/>
              <a:gd name="T33" fmla="*/ 82 h 100"/>
              <a:gd name="T34" fmla="*/ 45 w 176"/>
              <a:gd name="T35" fmla="*/ 50 h 100"/>
              <a:gd name="T36" fmla="*/ 51 w 176"/>
              <a:gd name="T37" fmla="*/ 50 h 100"/>
              <a:gd name="T38" fmla="*/ 79 w 176"/>
              <a:gd name="T39" fmla="*/ 78 h 100"/>
              <a:gd name="T40" fmla="*/ 81 w 176"/>
              <a:gd name="T41" fmla="*/ 8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76" h="100">
                <a:moveTo>
                  <a:pt x="81" y="80"/>
                </a:moveTo>
                <a:cubicBezTo>
                  <a:pt x="102" y="60"/>
                  <a:pt x="122" y="41"/>
                  <a:pt x="143" y="22"/>
                </a:cubicBezTo>
                <a:cubicBezTo>
                  <a:pt x="141" y="20"/>
                  <a:pt x="140" y="19"/>
                  <a:pt x="139" y="17"/>
                </a:cubicBezTo>
                <a:cubicBezTo>
                  <a:pt x="135" y="14"/>
                  <a:pt x="136" y="10"/>
                  <a:pt x="141" y="8"/>
                </a:cubicBezTo>
                <a:cubicBezTo>
                  <a:pt x="150" y="6"/>
                  <a:pt x="159" y="3"/>
                  <a:pt x="168" y="1"/>
                </a:cubicBezTo>
                <a:cubicBezTo>
                  <a:pt x="173" y="0"/>
                  <a:pt x="176" y="3"/>
                  <a:pt x="175" y="9"/>
                </a:cubicBezTo>
                <a:cubicBezTo>
                  <a:pt x="173" y="17"/>
                  <a:pt x="170" y="26"/>
                  <a:pt x="168" y="34"/>
                </a:cubicBezTo>
                <a:cubicBezTo>
                  <a:pt x="166" y="40"/>
                  <a:pt x="163" y="41"/>
                  <a:pt x="158" y="37"/>
                </a:cubicBezTo>
                <a:cubicBezTo>
                  <a:pt x="157" y="35"/>
                  <a:pt x="155" y="33"/>
                  <a:pt x="154" y="31"/>
                </a:cubicBezTo>
                <a:cubicBezTo>
                  <a:pt x="147" y="38"/>
                  <a:pt x="140" y="44"/>
                  <a:pt x="134" y="49"/>
                </a:cubicBezTo>
                <a:cubicBezTo>
                  <a:pt x="117" y="65"/>
                  <a:pt x="100" y="80"/>
                  <a:pt x="84" y="96"/>
                </a:cubicBezTo>
                <a:cubicBezTo>
                  <a:pt x="81" y="99"/>
                  <a:pt x="79" y="98"/>
                  <a:pt x="77" y="96"/>
                </a:cubicBezTo>
                <a:cubicBezTo>
                  <a:pt x="68" y="87"/>
                  <a:pt x="59" y="78"/>
                  <a:pt x="51" y="70"/>
                </a:cubicBezTo>
                <a:cubicBezTo>
                  <a:pt x="48" y="67"/>
                  <a:pt x="47" y="67"/>
                  <a:pt x="44" y="69"/>
                </a:cubicBezTo>
                <a:cubicBezTo>
                  <a:pt x="33" y="80"/>
                  <a:pt x="21" y="90"/>
                  <a:pt x="10" y="100"/>
                </a:cubicBezTo>
                <a:cubicBezTo>
                  <a:pt x="9" y="100"/>
                  <a:pt x="9" y="100"/>
                  <a:pt x="9" y="100"/>
                </a:cubicBezTo>
                <a:cubicBezTo>
                  <a:pt x="0" y="90"/>
                  <a:pt x="0" y="90"/>
                  <a:pt x="10" y="82"/>
                </a:cubicBezTo>
                <a:cubicBezTo>
                  <a:pt x="21" y="71"/>
                  <a:pt x="33" y="61"/>
                  <a:pt x="45" y="50"/>
                </a:cubicBezTo>
                <a:cubicBezTo>
                  <a:pt x="47" y="48"/>
                  <a:pt x="49" y="48"/>
                  <a:pt x="51" y="50"/>
                </a:cubicBezTo>
                <a:cubicBezTo>
                  <a:pt x="60" y="60"/>
                  <a:pt x="70" y="69"/>
                  <a:pt x="79" y="78"/>
                </a:cubicBezTo>
                <a:cubicBezTo>
                  <a:pt x="80" y="79"/>
                  <a:pt x="80" y="79"/>
                  <a:pt x="81" y="8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DD480AA8-1BD9-482A-8B0F-1FE2670EF9F9}"/>
              </a:ext>
            </a:extLst>
          </p:cNvPr>
          <p:cNvSpPr>
            <a:spLocks/>
          </p:cNvSpPr>
          <p:nvPr/>
        </p:nvSpPr>
        <p:spPr bwMode="auto">
          <a:xfrm>
            <a:off x="5535835" y="3646078"/>
            <a:ext cx="319983" cy="542412"/>
          </a:xfrm>
          <a:custGeom>
            <a:avLst/>
            <a:gdLst>
              <a:gd name="T0" fmla="*/ 37 w 40"/>
              <a:gd name="T1" fmla="*/ 0 h 68"/>
              <a:gd name="T2" fmla="*/ 40 w 40"/>
              <a:gd name="T3" fmla="*/ 2 h 68"/>
              <a:gd name="T4" fmla="*/ 40 w 40"/>
              <a:gd name="T5" fmla="*/ 67 h 68"/>
              <a:gd name="T6" fmla="*/ 40 w 40"/>
              <a:gd name="T7" fmla="*/ 68 h 68"/>
              <a:gd name="T8" fmla="*/ 0 w 40"/>
              <a:gd name="T9" fmla="*/ 68 h 68"/>
              <a:gd name="T10" fmla="*/ 0 w 40"/>
              <a:gd name="T11" fmla="*/ 34 h 68"/>
              <a:gd name="T12" fmla="*/ 1 w 40"/>
              <a:gd name="T13" fmla="*/ 32 h 68"/>
              <a:gd name="T14" fmla="*/ 37 w 40"/>
              <a:gd name="T15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" h="68">
                <a:moveTo>
                  <a:pt x="37" y="0"/>
                </a:moveTo>
                <a:cubicBezTo>
                  <a:pt x="40" y="2"/>
                  <a:pt x="40" y="2"/>
                  <a:pt x="40" y="2"/>
                </a:cubicBezTo>
                <a:cubicBezTo>
                  <a:pt x="40" y="24"/>
                  <a:pt x="40" y="46"/>
                  <a:pt x="40" y="67"/>
                </a:cubicBezTo>
                <a:cubicBezTo>
                  <a:pt x="40" y="67"/>
                  <a:pt x="40" y="68"/>
                  <a:pt x="40" y="68"/>
                </a:cubicBezTo>
                <a:cubicBezTo>
                  <a:pt x="27" y="68"/>
                  <a:pt x="14" y="68"/>
                  <a:pt x="0" y="68"/>
                </a:cubicBezTo>
                <a:cubicBezTo>
                  <a:pt x="0" y="57"/>
                  <a:pt x="0" y="45"/>
                  <a:pt x="0" y="34"/>
                </a:cubicBezTo>
                <a:cubicBezTo>
                  <a:pt x="0" y="33"/>
                  <a:pt x="1" y="32"/>
                  <a:pt x="1" y="32"/>
                </a:cubicBezTo>
                <a:cubicBezTo>
                  <a:pt x="13" y="21"/>
                  <a:pt x="37" y="0"/>
                  <a:pt x="3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C7ED2FFB-65E4-43FD-B086-86A7D396CDA6}"/>
              </a:ext>
            </a:extLst>
          </p:cNvPr>
          <p:cNvSpPr>
            <a:spLocks/>
          </p:cNvSpPr>
          <p:nvPr/>
        </p:nvSpPr>
        <p:spPr bwMode="auto">
          <a:xfrm>
            <a:off x="5957276" y="3743633"/>
            <a:ext cx="316082" cy="444855"/>
          </a:xfrm>
          <a:custGeom>
            <a:avLst/>
            <a:gdLst>
              <a:gd name="T0" fmla="*/ 40 w 40"/>
              <a:gd name="T1" fmla="*/ 0 h 56"/>
              <a:gd name="T2" fmla="*/ 40 w 40"/>
              <a:gd name="T3" fmla="*/ 56 h 56"/>
              <a:gd name="T4" fmla="*/ 0 w 40"/>
              <a:gd name="T5" fmla="*/ 56 h 56"/>
              <a:gd name="T6" fmla="*/ 0 w 40"/>
              <a:gd name="T7" fmla="*/ 2 h 56"/>
              <a:gd name="T8" fmla="*/ 14 w 40"/>
              <a:gd name="T9" fmla="*/ 17 h 56"/>
              <a:gd name="T10" fmla="*/ 21 w 40"/>
              <a:gd name="T11" fmla="*/ 17 h 56"/>
              <a:gd name="T12" fmla="*/ 40 w 40"/>
              <a:gd name="T13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0" h="56">
                <a:moveTo>
                  <a:pt x="40" y="0"/>
                </a:moveTo>
                <a:cubicBezTo>
                  <a:pt x="40" y="19"/>
                  <a:pt x="40" y="37"/>
                  <a:pt x="40" y="56"/>
                </a:cubicBezTo>
                <a:cubicBezTo>
                  <a:pt x="27" y="56"/>
                  <a:pt x="14" y="56"/>
                  <a:pt x="0" y="56"/>
                </a:cubicBezTo>
                <a:cubicBezTo>
                  <a:pt x="0" y="39"/>
                  <a:pt x="0" y="2"/>
                  <a:pt x="0" y="2"/>
                </a:cubicBezTo>
                <a:cubicBezTo>
                  <a:pt x="0" y="2"/>
                  <a:pt x="10" y="12"/>
                  <a:pt x="14" y="17"/>
                </a:cubicBezTo>
                <a:cubicBezTo>
                  <a:pt x="16" y="19"/>
                  <a:pt x="18" y="20"/>
                  <a:pt x="21" y="17"/>
                </a:cubicBezTo>
                <a:cubicBezTo>
                  <a:pt x="27" y="11"/>
                  <a:pt x="33" y="6"/>
                  <a:pt x="4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F3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11">
            <a:extLst>
              <a:ext uri="{FF2B5EF4-FFF2-40B4-BE49-F238E27FC236}">
                <a16:creationId xmlns:a16="http://schemas.microsoft.com/office/drawing/2014/main" id="{AF60BEF2-664D-459A-B552-8D01E8799956}"/>
              </a:ext>
            </a:extLst>
          </p:cNvPr>
          <p:cNvSpPr txBox="1"/>
          <p:nvPr/>
        </p:nvSpPr>
        <p:spPr>
          <a:xfrm rot="20129807">
            <a:off x="5207752" y="3764453"/>
            <a:ext cx="6564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PERSPECTIVES</a:t>
            </a:r>
            <a:endParaRPr kumimoji="0" lang="en-GB" sz="8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79" name="Groupe 78"/>
          <p:cNvGrpSpPr/>
          <p:nvPr/>
        </p:nvGrpSpPr>
        <p:grpSpPr>
          <a:xfrm>
            <a:off x="-73540" y="3432034"/>
            <a:ext cx="591048" cy="3015734"/>
            <a:chOff x="-93718" y="3610524"/>
            <a:chExt cx="591048" cy="3015734"/>
          </a:xfrm>
        </p:grpSpPr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15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6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17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09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0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11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2" name="Groupe 81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03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4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05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07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6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98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99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00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92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93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94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5" name="Groupe 84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86" name="Groupe 85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88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335B7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89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90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87" name="Image 8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66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299980" y="898955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26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8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9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43258" y="605855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rganigramme : Connecteur page suivante 5">
            <a:extLst>
              <a:ext uri="{FF2B5EF4-FFF2-40B4-BE49-F238E27FC236}">
                <a16:creationId xmlns:a16="http://schemas.microsoft.com/office/drawing/2014/main" id="{11B2BC2E-0295-4ED2-B291-3C8D3047D79C}"/>
              </a:ext>
            </a:extLst>
          </p:cNvPr>
          <p:cNvSpPr/>
          <p:nvPr/>
        </p:nvSpPr>
        <p:spPr>
          <a:xfrm>
            <a:off x="5847009" y="1468191"/>
            <a:ext cx="188890" cy="4968000"/>
          </a:xfrm>
          <a:prstGeom prst="flowChartOffpageConnector">
            <a:avLst/>
          </a:prstGeom>
          <a:solidFill>
            <a:srgbClr val="8CD1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82BBDB-CF16-4A27-98F6-385C3431ED7F}"/>
              </a:ext>
            </a:extLst>
          </p:cNvPr>
          <p:cNvSpPr/>
          <p:nvPr/>
        </p:nvSpPr>
        <p:spPr>
          <a:xfrm>
            <a:off x="4267201" y="956726"/>
            <a:ext cx="3348507" cy="912330"/>
          </a:xfrm>
          <a:prstGeom prst="rect">
            <a:avLst/>
          </a:prstGeom>
          <a:solidFill>
            <a:srgbClr val="8CD1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Tw Cen MT" panose="020B0602020104020603" pitchFamily="34" charset="0"/>
              </a:rPr>
              <a:t>PERSPECTIVES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AA3D8B2-67DE-4A54-BBE5-A0AB13644513}"/>
              </a:ext>
            </a:extLst>
          </p:cNvPr>
          <p:cNvSpPr/>
          <p:nvPr/>
        </p:nvSpPr>
        <p:spPr>
          <a:xfrm>
            <a:off x="5941454" y="1930813"/>
            <a:ext cx="5202034" cy="1381871"/>
          </a:xfrm>
          <a:prstGeom prst="rect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Développé une </a:t>
            </a:r>
            <a:r>
              <a:rPr lang="fr-FR" sz="2400" b="1" dirty="0"/>
              <a:t>application mobile native supportant la reconnaissance faciale</a:t>
            </a:r>
            <a:r>
              <a:rPr lang="fr-CM" dirty="0"/>
              <a:t> </a:t>
            </a:r>
            <a:r>
              <a:rPr lang="fr-FR" sz="2800" b="1" dirty="0" smtClean="0">
                <a:solidFill>
                  <a:schemeClr val="bg1"/>
                </a:solidFill>
                <a:latin typeface="Tw Cen MT" panose="020B0602020104020603" pitchFamily="34" charset="0"/>
              </a:rPr>
              <a:t>.</a:t>
            </a:r>
            <a:endParaRPr lang="fr-FR" sz="2800" b="1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59DADCC-F01F-4C8E-A1E6-EC69BF9AC08D}"/>
              </a:ext>
            </a:extLst>
          </p:cNvPr>
          <p:cNvSpPr/>
          <p:nvPr/>
        </p:nvSpPr>
        <p:spPr>
          <a:xfrm>
            <a:off x="1554052" y="3413921"/>
            <a:ext cx="4387402" cy="1119732"/>
          </a:xfrm>
          <a:prstGeom prst="rect">
            <a:avLst/>
          </a:prstGeom>
          <a:solidFill>
            <a:srgbClr val="FCB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  <a:latin typeface="Tw Cen MT" panose="020B0602020104020603" pitchFamily="34" charset="0"/>
              </a:rPr>
              <a:t>Ajouté une API de paiement. </a:t>
            </a:r>
            <a:endParaRPr lang="fr-FR" sz="2800" b="1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BC8ED61-503F-4C1E-8380-C2DBC9EAEB03}"/>
              </a:ext>
            </a:extLst>
          </p:cNvPr>
          <p:cNvSpPr/>
          <p:nvPr/>
        </p:nvSpPr>
        <p:spPr>
          <a:xfrm>
            <a:off x="5941454" y="4577610"/>
            <a:ext cx="4387402" cy="1475044"/>
          </a:xfrm>
          <a:prstGeom prst="rect">
            <a:avLst/>
          </a:prstGeom>
          <a:solidFill>
            <a:srgbClr val="074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b="1" dirty="0" smtClean="0">
                <a:solidFill>
                  <a:schemeClr val="bg1"/>
                </a:solidFill>
                <a:latin typeface="Tw Cen MT" panose="020B0602020104020603" pitchFamily="34" charset="0"/>
              </a:rPr>
              <a:t>Ajouté la </a:t>
            </a:r>
            <a:r>
              <a:rPr lang="fr-FR" sz="2800" b="1" dirty="0">
                <a:solidFill>
                  <a:schemeClr val="bg1"/>
                </a:solidFill>
                <a:latin typeface="Tw Cen MT" panose="020B0602020104020603" pitchFamily="34" charset="0"/>
              </a:rPr>
              <a:t>recherche d'identité par lecture de la carte nationale d'identité</a:t>
            </a:r>
          </a:p>
        </p:txBody>
      </p:sp>
      <p:grpSp>
        <p:nvGrpSpPr>
          <p:cNvPr id="78" name="Groupe 77"/>
          <p:cNvGrpSpPr/>
          <p:nvPr/>
        </p:nvGrpSpPr>
        <p:grpSpPr>
          <a:xfrm>
            <a:off x="-73540" y="3423069"/>
            <a:ext cx="591048" cy="3015734"/>
            <a:chOff x="-93718" y="3610524"/>
            <a:chExt cx="591048" cy="3015734"/>
          </a:xfrm>
        </p:grpSpPr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17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8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19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11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12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13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05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6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07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09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8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5" name="Groupe 84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00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01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02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6" name="Groupe 85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94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95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96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7" name="Groupe 86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88" name="Groupe 87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90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335B7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91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92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89" name="Image 8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133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469476" y="911640"/>
            <a:ext cx="451117" cy="43793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27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2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3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58498" y="608903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9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èze 1">
            <a:extLst>
              <a:ext uri="{FF2B5EF4-FFF2-40B4-BE49-F238E27FC236}">
                <a16:creationId xmlns:a16="http://schemas.microsoft.com/office/drawing/2014/main" id="{3B2A2117-B21D-4EB7-AFCE-CB633517D0BB}"/>
              </a:ext>
            </a:extLst>
          </p:cNvPr>
          <p:cNvSpPr/>
          <p:nvPr/>
        </p:nvSpPr>
        <p:spPr>
          <a:xfrm>
            <a:off x="3378558" y="1687675"/>
            <a:ext cx="5100034" cy="3985409"/>
          </a:xfrm>
          <a:prstGeom prst="trapezoid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Tw Cen MT" panose="020B0602020104020603" pitchFamily="34" charset="0"/>
              </a:rPr>
              <a:t>PROJET TRÈS BÉNÉFIQUE AVEC DÉCOUVERTE DE NOUVEAUX ENVIRONNEMENTS DE DÉVELOPPEMENT.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82BBDB-CF16-4A27-98F6-385C3431ED7F}"/>
              </a:ext>
            </a:extLst>
          </p:cNvPr>
          <p:cNvSpPr/>
          <p:nvPr/>
        </p:nvSpPr>
        <p:spPr>
          <a:xfrm>
            <a:off x="3520226" y="1302338"/>
            <a:ext cx="3348507" cy="912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Tw Cen MT" panose="020B0602020104020603" pitchFamily="34" charset="0"/>
              </a:rPr>
              <a:t>CONCLUSION</a:t>
            </a:r>
          </a:p>
        </p:txBody>
      </p:sp>
      <p:sp>
        <p:nvSpPr>
          <p:cNvPr id="59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449379" y="851221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28</a:t>
            </a:r>
          </a:p>
        </p:txBody>
      </p:sp>
      <p:grpSp>
        <p:nvGrpSpPr>
          <p:cNvPr id="167" name="Groupe 166"/>
          <p:cNvGrpSpPr/>
          <p:nvPr/>
        </p:nvGrpSpPr>
        <p:grpSpPr>
          <a:xfrm>
            <a:off x="-73540" y="3423069"/>
            <a:ext cx="591048" cy="3015734"/>
            <a:chOff x="-93718" y="3610524"/>
            <a:chExt cx="591048" cy="3015734"/>
          </a:xfrm>
        </p:grpSpPr>
        <p:grpSp>
          <p:nvGrpSpPr>
            <p:cNvPr id="168" name="Groupe 167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203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204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205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9" name="Groupe 168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97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8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99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0" name="Groupe 169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91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92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93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95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6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94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86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87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88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2" name="Groupe 171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80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81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82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3" name="Groupe 172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74" name="Groupe 173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76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335B7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77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78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75" name="Image 17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60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1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58498" y="608903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71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>
            <a:extLst>
              <a:ext uri="{FF2B5EF4-FFF2-40B4-BE49-F238E27FC236}">
                <a16:creationId xmlns:a16="http://schemas.microsoft.com/office/drawing/2014/main" id="{F9EADFFF-33EA-4A41-94D0-E5541D8AB55B}"/>
              </a:ext>
            </a:extLst>
          </p:cNvPr>
          <p:cNvSpPr txBox="1"/>
          <p:nvPr/>
        </p:nvSpPr>
        <p:spPr>
          <a:xfrm>
            <a:off x="2251597" y="1166160"/>
            <a:ext cx="76888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MERCI </a:t>
            </a:r>
            <a:r>
              <a:rPr lang="en-US" sz="5400" b="1" dirty="0">
                <a:latin typeface="Tw Cen MT" panose="020B0602020104020603" pitchFamily="34" charset="0"/>
              </a:rPr>
              <a:t>POUR VOTRE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rgbClr val="00B050"/>
                </a:solidFill>
                <a:latin typeface="Tw Cen MT" panose="020B0602020104020603" pitchFamily="34" charset="0"/>
              </a:rPr>
              <a:t>AIMABLE ATTENTION</a:t>
            </a:r>
            <a:endParaRPr lang="en-GB" sz="54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grpSp>
        <p:nvGrpSpPr>
          <p:cNvPr id="50" name="Group 88">
            <a:extLst>
              <a:ext uri="{FF2B5EF4-FFF2-40B4-BE49-F238E27FC236}">
                <a16:creationId xmlns:a16="http://schemas.microsoft.com/office/drawing/2014/main" id="{1DF2A156-28AD-4078-939A-D6858B5B7414}"/>
              </a:ext>
            </a:extLst>
          </p:cNvPr>
          <p:cNvGrpSpPr/>
          <p:nvPr/>
        </p:nvGrpSpPr>
        <p:grpSpPr>
          <a:xfrm>
            <a:off x="4304184" y="3832377"/>
            <a:ext cx="6534755" cy="1364922"/>
            <a:chOff x="1885601" y="3961065"/>
            <a:chExt cx="8605936" cy="1797532"/>
          </a:xfrm>
        </p:grpSpPr>
        <p:grpSp>
          <p:nvGrpSpPr>
            <p:cNvPr id="51" name="Group 39">
              <a:extLst>
                <a:ext uri="{FF2B5EF4-FFF2-40B4-BE49-F238E27FC236}">
                  <a16:creationId xmlns:a16="http://schemas.microsoft.com/office/drawing/2014/main" id="{145C5213-9B66-47E3-8FAE-C31F717DD2FC}"/>
                </a:ext>
              </a:extLst>
            </p:cNvPr>
            <p:cNvGrpSpPr/>
            <p:nvPr/>
          </p:nvGrpSpPr>
          <p:grpSpPr>
            <a:xfrm>
              <a:off x="6418609" y="3961065"/>
              <a:ext cx="1361075" cy="1566906"/>
              <a:chOff x="5709865" y="3492501"/>
              <a:chExt cx="383352" cy="441325"/>
            </a:xfrm>
            <a:solidFill>
              <a:schemeClr val="accent3"/>
            </a:solidFill>
          </p:grpSpPr>
          <p:sp>
            <p:nvSpPr>
              <p:cNvPr id="117" name="Freeform 5">
                <a:extLst>
                  <a:ext uri="{FF2B5EF4-FFF2-40B4-BE49-F238E27FC236}">
                    <a16:creationId xmlns:a16="http://schemas.microsoft.com/office/drawing/2014/main" id="{404AE809-7CED-4612-9E13-A000AD3BC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6">
                <a:extLst>
                  <a:ext uri="{FF2B5EF4-FFF2-40B4-BE49-F238E27FC236}">
                    <a16:creationId xmlns:a16="http://schemas.microsoft.com/office/drawing/2014/main" id="{E89ABB65-5F74-4E4B-8E5A-C25A34354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28">
              <a:extLst>
                <a:ext uri="{FF2B5EF4-FFF2-40B4-BE49-F238E27FC236}">
                  <a16:creationId xmlns:a16="http://schemas.microsoft.com/office/drawing/2014/main" id="{50E8C7F5-E9AF-4668-8822-DD0BD22EE52A}"/>
                </a:ext>
              </a:extLst>
            </p:cNvPr>
            <p:cNvGrpSpPr/>
            <p:nvPr/>
          </p:nvGrpSpPr>
          <p:grpSpPr>
            <a:xfrm>
              <a:off x="4597454" y="3961065"/>
              <a:ext cx="1361075" cy="1566906"/>
              <a:chOff x="5709865" y="3492501"/>
              <a:chExt cx="383352" cy="441325"/>
            </a:xfrm>
            <a:solidFill>
              <a:schemeClr val="accent5"/>
            </a:solidFill>
          </p:grpSpPr>
          <p:sp>
            <p:nvSpPr>
              <p:cNvPr id="115" name="Freeform 5">
                <a:extLst>
                  <a:ext uri="{FF2B5EF4-FFF2-40B4-BE49-F238E27FC236}">
                    <a16:creationId xmlns:a16="http://schemas.microsoft.com/office/drawing/2014/main" id="{9DCBC86A-4F86-4B91-A191-B5A6B2DBF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Freeform 6">
                <a:extLst>
                  <a:ext uri="{FF2B5EF4-FFF2-40B4-BE49-F238E27FC236}">
                    <a16:creationId xmlns:a16="http://schemas.microsoft.com/office/drawing/2014/main" id="{F4A36E5E-1C7A-4FAF-B3BE-1147E00DD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22">
              <a:extLst>
                <a:ext uri="{FF2B5EF4-FFF2-40B4-BE49-F238E27FC236}">
                  <a16:creationId xmlns:a16="http://schemas.microsoft.com/office/drawing/2014/main" id="{C2B5BAC1-C71B-4340-8893-3906A38E6F1A}"/>
                </a:ext>
              </a:extLst>
            </p:cNvPr>
            <p:cNvGrpSpPr/>
            <p:nvPr/>
          </p:nvGrpSpPr>
          <p:grpSpPr>
            <a:xfrm>
              <a:off x="2800155" y="3961065"/>
              <a:ext cx="1361075" cy="1566906"/>
              <a:chOff x="5709865" y="3492501"/>
              <a:chExt cx="383352" cy="441325"/>
            </a:xfrm>
            <a:solidFill>
              <a:schemeClr val="accent4"/>
            </a:solidFill>
          </p:grpSpPr>
          <p:sp>
            <p:nvSpPr>
              <p:cNvPr id="113" name="Freeform 5">
                <a:extLst>
                  <a:ext uri="{FF2B5EF4-FFF2-40B4-BE49-F238E27FC236}">
                    <a16:creationId xmlns:a16="http://schemas.microsoft.com/office/drawing/2014/main" id="{789E4B29-7982-44E6-8647-A0175EAFA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6">
                <a:extLst>
                  <a:ext uri="{FF2B5EF4-FFF2-40B4-BE49-F238E27FC236}">
                    <a16:creationId xmlns:a16="http://schemas.microsoft.com/office/drawing/2014/main" id="{556CC8FC-73B1-4DDF-9189-910ACF06B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4" name="Group 15">
              <a:extLst>
                <a:ext uri="{FF2B5EF4-FFF2-40B4-BE49-F238E27FC236}">
                  <a16:creationId xmlns:a16="http://schemas.microsoft.com/office/drawing/2014/main" id="{C4115531-AF86-4A21-9FCF-5142B82BD23C}"/>
                </a:ext>
              </a:extLst>
            </p:cNvPr>
            <p:cNvGrpSpPr/>
            <p:nvPr/>
          </p:nvGrpSpPr>
          <p:grpSpPr>
            <a:xfrm>
              <a:off x="1885601" y="4191691"/>
              <a:ext cx="1361075" cy="1566906"/>
              <a:chOff x="5709865" y="3492501"/>
              <a:chExt cx="383352" cy="441325"/>
            </a:xfrm>
            <a:solidFill>
              <a:schemeClr val="accent1"/>
            </a:solidFill>
          </p:grpSpPr>
          <p:sp>
            <p:nvSpPr>
              <p:cNvPr id="111" name="Freeform 5">
                <a:extLst>
                  <a:ext uri="{FF2B5EF4-FFF2-40B4-BE49-F238E27FC236}">
                    <a16:creationId xmlns:a16="http://schemas.microsoft.com/office/drawing/2014/main" id="{131F0BC6-B016-41ED-9CE5-1D4032CF6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6">
                <a:extLst>
                  <a:ext uri="{FF2B5EF4-FFF2-40B4-BE49-F238E27FC236}">
                    <a16:creationId xmlns:a16="http://schemas.microsoft.com/office/drawing/2014/main" id="{62F71A27-B345-4F76-A51D-C76C74B92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6" name="Group 25">
              <a:extLst>
                <a:ext uri="{FF2B5EF4-FFF2-40B4-BE49-F238E27FC236}">
                  <a16:creationId xmlns:a16="http://schemas.microsoft.com/office/drawing/2014/main" id="{ADCB3151-3D48-4886-9467-4EA2A2A16501}"/>
                </a:ext>
              </a:extLst>
            </p:cNvPr>
            <p:cNvGrpSpPr/>
            <p:nvPr/>
          </p:nvGrpSpPr>
          <p:grpSpPr>
            <a:xfrm>
              <a:off x="3698804" y="4191691"/>
              <a:ext cx="1361075" cy="1566906"/>
              <a:chOff x="5709865" y="3492501"/>
              <a:chExt cx="383352" cy="441325"/>
            </a:xfrm>
            <a:solidFill>
              <a:schemeClr val="accent2"/>
            </a:solidFill>
          </p:grpSpPr>
          <p:sp>
            <p:nvSpPr>
              <p:cNvPr id="109" name="Freeform 5">
                <a:extLst>
                  <a:ext uri="{FF2B5EF4-FFF2-40B4-BE49-F238E27FC236}">
                    <a16:creationId xmlns:a16="http://schemas.microsoft.com/office/drawing/2014/main" id="{2F414C89-323E-4569-9167-A894A06080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6">
                <a:extLst>
                  <a:ext uri="{FF2B5EF4-FFF2-40B4-BE49-F238E27FC236}">
                    <a16:creationId xmlns:a16="http://schemas.microsoft.com/office/drawing/2014/main" id="{D01A5018-9176-4FAB-9C9A-2887BF932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7" name="Group 31">
              <a:extLst>
                <a:ext uri="{FF2B5EF4-FFF2-40B4-BE49-F238E27FC236}">
                  <a16:creationId xmlns:a16="http://schemas.microsoft.com/office/drawing/2014/main" id="{C1182008-AF2E-4DD2-93CD-6448DF21FCB0}"/>
                </a:ext>
              </a:extLst>
            </p:cNvPr>
            <p:cNvGrpSpPr/>
            <p:nvPr/>
          </p:nvGrpSpPr>
          <p:grpSpPr>
            <a:xfrm>
              <a:off x="5512008" y="4191691"/>
              <a:ext cx="1361075" cy="1566906"/>
              <a:chOff x="5709865" y="3492501"/>
              <a:chExt cx="383352" cy="441325"/>
            </a:xfrm>
            <a:solidFill>
              <a:schemeClr val="accent6"/>
            </a:solidFill>
          </p:grpSpPr>
          <p:sp>
            <p:nvSpPr>
              <p:cNvPr id="107" name="Freeform 5">
                <a:extLst>
                  <a:ext uri="{FF2B5EF4-FFF2-40B4-BE49-F238E27FC236}">
                    <a16:creationId xmlns:a16="http://schemas.microsoft.com/office/drawing/2014/main" id="{81C3FA91-C3CC-438D-AC9D-324ECB135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6">
                <a:extLst>
                  <a:ext uri="{FF2B5EF4-FFF2-40B4-BE49-F238E27FC236}">
                    <a16:creationId xmlns:a16="http://schemas.microsoft.com/office/drawing/2014/main" id="{E3171093-6443-4DEA-8D1E-431C09898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34">
              <a:extLst>
                <a:ext uri="{FF2B5EF4-FFF2-40B4-BE49-F238E27FC236}">
                  <a16:creationId xmlns:a16="http://schemas.microsoft.com/office/drawing/2014/main" id="{98CB479C-5878-4C26-8590-C5D0161F6A08}"/>
                </a:ext>
              </a:extLst>
            </p:cNvPr>
            <p:cNvGrpSpPr/>
            <p:nvPr/>
          </p:nvGrpSpPr>
          <p:grpSpPr>
            <a:xfrm>
              <a:off x="8215908" y="3961065"/>
              <a:ext cx="1361075" cy="1566906"/>
              <a:chOff x="5709865" y="3492501"/>
              <a:chExt cx="383352" cy="441325"/>
            </a:xfrm>
            <a:solidFill>
              <a:schemeClr val="accent4"/>
            </a:solidFill>
          </p:grpSpPr>
          <p:sp>
            <p:nvSpPr>
              <p:cNvPr id="105" name="Freeform 5">
                <a:extLst>
                  <a:ext uri="{FF2B5EF4-FFF2-40B4-BE49-F238E27FC236}">
                    <a16:creationId xmlns:a16="http://schemas.microsoft.com/office/drawing/2014/main" id="{27B9516C-D957-412C-BE6F-3D4F5924B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6">
                <a:extLst>
                  <a:ext uri="{FF2B5EF4-FFF2-40B4-BE49-F238E27FC236}">
                    <a16:creationId xmlns:a16="http://schemas.microsoft.com/office/drawing/2014/main" id="{22F796CC-F3CE-4EA0-B33F-46B9E4197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45">
              <a:extLst>
                <a:ext uri="{FF2B5EF4-FFF2-40B4-BE49-F238E27FC236}">
                  <a16:creationId xmlns:a16="http://schemas.microsoft.com/office/drawing/2014/main" id="{D43DBDCF-3E11-4059-88EB-904BEFAAA029}"/>
                </a:ext>
              </a:extLst>
            </p:cNvPr>
            <p:cNvGrpSpPr/>
            <p:nvPr/>
          </p:nvGrpSpPr>
          <p:grpSpPr>
            <a:xfrm>
              <a:off x="7317259" y="4191691"/>
              <a:ext cx="1361075" cy="1566906"/>
              <a:chOff x="5709865" y="3492501"/>
              <a:chExt cx="383352" cy="441325"/>
            </a:xfrm>
            <a:solidFill>
              <a:schemeClr val="accent1"/>
            </a:solidFill>
          </p:grpSpPr>
          <p:sp>
            <p:nvSpPr>
              <p:cNvPr id="103" name="Freeform 5">
                <a:extLst>
                  <a:ext uri="{FF2B5EF4-FFF2-40B4-BE49-F238E27FC236}">
                    <a16:creationId xmlns:a16="http://schemas.microsoft.com/office/drawing/2014/main" id="{827019CB-EFC4-4AA4-A431-B5F336672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6">
                <a:extLst>
                  <a:ext uri="{FF2B5EF4-FFF2-40B4-BE49-F238E27FC236}">
                    <a16:creationId xmlns:a16="http://schemas.microsoft.com/office/drawing/2014/main" id="{A9592056-9D1D-495C-99D0-4FC33EEA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0" name="Group 48">
              <a:extLst>
                <a:ext uri="{FF2B5EF4-FFF2-40B4-BE49-F238E27FC236}">
                  <a16:creationId xmlns:a16="http://schemas.microsoft.com/office/drawing/2014/main" id="{1835F537-187B-4C18-8D31-A7FED57FBAB3}"/>
                </a:ext>
              </a:extLst>
            </p:cNvPr>
            <p:cNvGrpSpPr/>
            <p:nvPr/>
          </p:nvGrpSpPr>
          <p:grpSpPr>
            <a:xfrm>
              <a:off x="9130462" y="4191691"/>
              <a:ext cx="1361075" cy="1566906"/>
              <a:chOff x="5709865" y="3492501"/>
              <a:chExt cx="383352" cy="441325"/>
            </a:xfrm>
            <a:solidFill>
              <a:schemeClr val="accent2"/>
            </a:solidFill>
          </p:grpSpPr>
          <p:sp>
            <p:nvSpPr>
              <p:cNvPr id="101" name="Freeform 5">
                <a:extLst>
                  <a:ext uri="{FF2B5EF4-FFF2-40B4-BE49-F238E27FC236}">
                    <a16:creationId xmlns:a16="http://schemas.microsoft.com/office/drawing/2014/main" id="{24387507-F8F3-44BB-B08A-51FED53AD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6">
                <a:extLst>
                  <a:ext uri="{FF2B5EF4-FFF2-40B4-BE49-F238E27FC236}">
                    <a16:creationId xmlns:a16="http://schemas.microsoft.com/office/drawing/2014/main" id="{D456D254-1395-4D8B-9846-A69586CF29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20" name="Image 1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936" y="3424507"/>
            <a:ext cx="2522010" cy="2522010"/>
          </a:xfrm>
          <a:prstGeom prst="rect">
            <a:avLst/>
          </a:prstGeom>
        </p:spPr>
      </p:pic>
      <p:sp>
        <p:nvSpPr>
          <p:cNvPr id="121" name="Rectangle 120"/>
          <p:cNvSpPr/>
          <p:nvPr/>
        </p:nvSpPr>
        <p:spPr>
          <a:xfrm>
            <a:off x="1472459" y="5474206"/>
            <a:ext cx="2500488" cy="466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Oval 63">
            <a:extLst>
              <a:ext uri="{FF2B5EF4-FFF2-40B4-BE49-F238E27FC236}">
                <a16:creationId xmlns:a16="http://schemas.microsoft.com/office/drawing/2014/main" id="{91D7486F-7BFC-45C3-8DDA-78477F1F3A14}"/>
              </a:ext>
            </a:extLst>
          </p:cNvPr>
          <p:cNvSpPr/>
          <p:nvPr/>
        </p:nvSpPr>
        <p:spPr>
          <a:xfrm>
            <a:off x="11380553" y="842729"/>
            <a:ext cx="451117" cy="4511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>
                <a:solidFill>
                  <a:srgbClr val="FFFFFF"/>
                </a:solidFill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rPr>
              <a:t>29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 pitchFamily="34" charset="0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123" name="Groupe 122"/>
          <p:cNvGrpSpPr/>
          <p:nvPr/>
        </p:nvGrpSpPr>
        <p:grpSpPr>
          <a:xfrm>
            <a:off x="-73540" y="3432034"/>
            <a:ext cx="591048" cy="3015734"/>
            <a:chOff x="-93718" y="3610524"/>
            <a:chExt cx="591048" cy="3015734"/>
          </a:xfrm>
        </p:grpSpPr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417004FE-8FF1-4FB9-B18C-67713FDF4BA2}"/>
                </a:ext>
              </a:extLst>
            </p:cNvPr>
            <p:cNvGrpSpPr/>
            <p:nvPr/>
          </p:nvGrpSpPr>
          <p:grpSpPr>
            <a:xfrm>
              <a:off x="24690" y="3610524"/>
              <a:ext cx="451117" cy="451117"/>
              <a:chOff x="5398" y="4304000"/>
              <a:chExt cx="451117" cy="451117"/>
            </a:xfrm>
          </p:grpSpPr>
          <p:sp>
            <p:nvSpPr>
              <p:cNvPr id="159" name="Oval 51">
                <a:extLst>
                  <a:ext uri="{FF2B5EF4-FFF2-40B4-BE49-F238E27FC236}">
                    <a16:creationId xmlns:a16="http://schemas.microsoft.com/office/drawing/2014/main" id="{C085A29A-54E8-44CB-8278-151CE04BA5CC}"/>
                  </a:ext>
                </a:extLst>
              </p:cNvPr>
              <p:cNvSpPr/>
              <p:nvPr/>
            </p:nvSpPr>
            <p:spPr>
              <a:xfrm>
                <a:off x="5398" y="4304000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60" name="Group 47">
                <a:extLst>
                  <a:ext uri="{FF2B5EF4-FFF2-40B4-BE49-F238E27FC236}">
                    <a16:creationId xmlns:a16="http://schemas.microsoft.com/office/drawing/2014/main" id="{F96E7628-0458-4135-965D-CACF7A4F3CDE}"/>
                  </a:ext>
                </a:extLst>
              </p:cNvPr>
              <p:cNvGrpSpPr/>
              <p:nvPr/>
            </p:nvGrpSpPr>
            <p:grpSpPr>
              <a:xfrm>
                <a:off x="93892" y="4366221"/>
                <a:ext cx="274127" cy="334365"/>
                <a:chOff x="7931851" y="2464731"/>
                <a:chExt cx="1002842" cy="1223210"/>
              </a:xfrm>
            </p:grpSpPr>
            <p:sp>
              <p:nvSpPr>
                <p:cNvPr id="161" name="Freeform 5">
                  <a:extLst>
                    <a:ext uri="{FF2B5EF4-FFF2-40B4-BE49-F238E27FC236}">
                      <a16:creationId xmlns:a16="http://schemas.microsoft.com/office/drawing/2014/main" id="{B97BBEB8-0289-4205-AC3E-361BD7FC74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20806" y="2650831"/>
                  <a:ext cx="623981" cy="1037110"/>
                </a:xfrm>
                <a:custGeom>
                  <a:avLst/>
                  <a:gdLst>
                    <a:gd name="T0" fmla="*/ 674 w 750"/>
                    <a:gd name="T1" fmla="*/ 602 h 1237"/>
                    <a:gd name="T2" fmla="*/ 750 w 750"/>
                    <a:gd name="T3" fmla="*/ 376 h 1237"/>
                    <a:gd name="T4" fmla="*/ 638 w 750"/>
                    <a:gd name="T5" fmla="*/ 110 h 1237"/>
                    <a:gd name="T6" fmla="*/ 370 w 750"/>
                    <a:gd name="T7" fmla="*/ 2 h 1237"/>
                    <a:gd name="T8" fmla="*/ 110 w 750"/>
                    <a:gd name="T9" fmla="*/ 112 h 1237"/>
                    <a:gd name="T10" fmla="*/ 1 w 750"/>
                    <a:gd name="T11" fmla="*/ 373 h 1237"/>
                    <a:gd name="T12" fmla="*/ 77 w 750"/>
                    <a:gd name="T13" fmla="*/ 603 h 1237"/>
                    <a:gd name="T14" fmla="*/ 205 w 750"/>
                    <a:gd name="T15" fmla="*/ 976 h 1237"/>
                    <a:gd name="T16" fmla="*/ 205 w 750"/>
                    <a:gd name="T17" fmla="*/ 1120 h 1237"/>
                    <a:gd name="T18" fmla="*/ 321 w 750"/>
                    <a:gd name="T19" fmla="*/ 1237 h 1237"/>
                    <a:gd name="T20" fmla="*/ 430 w 750"/>
                    <a:gd name="T21" fmla="*/ 1237 h 1237"/>
                    <a:gd name="T22" fmla="*/ 546 w 750"/>
                    <a:gd name="T23" fmla="*/ 1120 h 1237"/>
                    <a:gd name="T24" fmla="*/ 546 w 750"/>
                    <a:gd name="T25" fmla="*/ 976 h 1237"/>
                    <a:gd name="T26" fmla="*/ 674 w 750"/>
                    <a:gd name="T27" fmla="*/ 602 h 1237"/>
                    <a:gd name="T28" fmla="*/ 116 w 750"/>
                    <a:gd name="T29" fmla="*/ 574 h 1237"/>
                    <a:gd name="T30" fmla="*/ 49 w 750"/>
                    <a:gd name="T31" fmla="*/ 373 h 1237"/>
                    <a:gd name="T32" fmla="*/ 371 w 750"/>
                    <a:gd name="T33" fmla="*/ 50 h 1237"/>
                    <a:gd name="T34" fmla="*/ 605 w 750"/>
                    <a:gd name="T35" fmla="*/ 144 h 1237"/>
                    <a:gd name="T36" fmla="*/ 702 w 750"/>
                    <a:gd name="T37" fmla="*/ 376 h 1237"/>
                    <a:gd name="T38" fmla="*/ 636 w 750"/>
                    <a:gd name="T39" fmla="*/ 573 h 1237"/>
                    <a:gd name="T40" fmla="*/ 498 w 750"/>
                    <a:gd name="T41" fmla="*/ 967 h 1237"/>
                    <a:gd name="T42" fmla="*/ 253 w 750"/>
                    <a:gd name="T43" fmla="*/ 967 h 1237"/>
                    <a:gd name="T44" fmla="*/ 116 w 750"/>
                    <a:gd name="T45" fmla="*/ 574 h 1237"/>
                    <a:gd name="T46" fmla="*/ 253 w 750"/>
                    <a:gd name="T47" fmla="*/ 1104 h 1237"/>
                    <a:gd name="T48" fmla="*/ 253 w 750"/>
                    <a:gd name="T49" fmla="*/ 1085 h 1237"/>
                    <a:gd name="T50" fmla="*/ 498 w 750"/>
                    <a:gd name="T51" fmla="*/ 1113 h 1237"/>
                    <a:gd name="T52" fmla="*/ 498 w 750"/>
                    <a:gd name="T53" fmla="*/ 1120 h 1237"/>
                    <a:gd name="T54" fmla="*/ 497 w 750"/>
                    <a:gd name="T55" fmla="*/ 1132 h 1237"/>
                    <a:gd name="T56" fmla="*/ 253 w 750"/>
                    <a:gd name="T57" fmla="*/ 1104 h 1237"/>
                    <a:gd name="T58" fmla="*/ 253 w 750"/>
                    <a:gd name="T59" fmla="*/ 1036 h 1237"/>
                    <a:gd name="T60" fmla="*/ 253 w 750"/>
                    <a:gd name="T61" fmla="*/ 1015 h 1237"/>
                    <a:gd name="T62" fmla="*/ 498 w 750"/>
                    <a:gd name="T63" fmla="*/ 1015 h 1237"/>
                    <a:gd name="T64" fmla="*/ 498 w 750"/>
                    <a:gd name="T65" fmla="*/ 1064 h 1237"/>
                    <a:gd name="T66" fmla="*/ 253 w 750"/>
                    <a:gd name="T67" fmla="*/ 1036 h 1237"/>
                    <a:gd name="T68" fmla="*/ 321 w 750"/>
                    <a:gd name="T69" fmla="*/ 1189 h 1237"/>
                    <a:gd name="T70" fmla="*/ 262 w 750"/>
                    <a:gd name="T71" fmla="*/ 1153 h 1237"/>
                    <a:gd name="T72" fmla="*/ 468 w 750"/>
                    <a:gd name="T73" fmla="*/ 1177 h 1237"/>
                    <a:gd name="T74" fmla="*/ 430 w 750"/>
                    <a:gd name="T75" fmla="*/ 1189 h 1237"/>
                    <a:gd name="T76" fmla="*/ 321 w 750"/>
                    <a:gd name="T77" fmla="*/ 1189 h 1237"/>
                    <a:gd name="T78" fmla="*/ 321 w 750"/>
                    <a:gd name="T79" fmla="*/ 1189 h 1237"/>
                    <a:gd name="T80" fmla="*/ 321 w 750"/>
                    <a:gd name="T81" fmla="*/ 1189 h 1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50" h="1237">
                      <a:moveTo>
                        <a:pt x="674" y="602"/>
                      </a:moveTo>
                      <a:cubicBezTo>
                        <a:pt x="724" y="537"/>
                        <a:pt x="750" y="459"/>
                        <a:pt x="750" y="376"/>
                      </a:cubicBezTo>
                      <a:cubicBezTo>
                        <a:pt x="750" y="275"/>
                        <a:pt x="710" y="180"/>
                        <a:pt x="638" y="110"/>
                      </a:cubicBezTo>
                      <a:cubicBezTo>
                        <a:pt x="566" y="39"/>
                        <a:pt x="471" y="0"/>
                        <a:pt x="370" y="2"/>
                      </a:cubicBezTo>
                      <a:cubicBezTo>
                        <a:pt x="272" y="3"/>
                        <a:pt x="180" y="42"/>
                        <a:pt x="110" y="112"/>
                      </a:cubicBezTo>
                      <a:cubicBezTo>
                        <a:pt x="41" y="182"/>
                        <a:pt x="2" y="275"/>
                        <a:pt x="1" y="373"/>
                      </a:cubicBezTo>
                      <a:cubicBezTo>
                        <a:pt x="0" y="457"/>
                        <a:pt x="27" y="536"/>
                        <a:pt x="77" y="603"/>
                      </a:cubicBezTo>
                      <a:cubicBezTo>
                        <a:pt x="160" y="711"/>
                        <a:pt x="205" y="843"/>
                        <a:pt x="205" y="976"/>
                      </a:cubicBezTo>
                      <a:cubicBezTo>
                        <a:pt x="205" y="1120"/>
                        <a:pt x="205" y="1120"/>
                        <a:pt x="205" y="1120"/>
                      </a:cubicBezTo>
                      <a:cubicBezTo>
                        <a:pt x="205" y="1185"/>
                        <a:pt x="257" y="1237"/>
                        <a:pt x="321" y="1237"/>
                      </a:cubicBezTo>
                      <a:cubicBezTo>
                        <a:pt x="430" y="1237"/>
                        <a:pt x="430" y="1237"/>
                        <a:pt x="430" y="1237"/>
                      </a:cubicBezTo>
                      <a:cubicBezTo>
                        <a:pt x="494" y="1237"/>
                        <a:pt x="546" y="1185"/>
                        <a:pt x="546" y="1120"/>
                      </a:cubicBezTo>
                      <a:cubicBezTo>
                        <a:pt x="546" y="976"/>
                        <a:pt x="546" y="976"/>
                        <a:pt x="546" y="976"/>
                      </a:cubicBezTo>
                      <a:cubicBezTo>
                        <a:pt x="546" y="842"/>
                        <a:pt x="590" y="713"/>
                        <a:pt x="674" y="602"/>
                      </a:cubicBezTo>
                      <a:close/>
                      <a:moveTo>
                        <a:pt x="116" y="574"/>
                      </a:moveTo>
                      <a:cubicBezTo>
                        <a:pt x="71" y="516"/>
                        <a:pt x="48" y="446"/>
                        <a:pt x="49" y="373"/>
                      </a:cubicBezTo>
                      <a:cubicBezTo>
                        <a:pt x="51" y="197"/>
                        <a:pt x="195" y="52"/>
                        <a:pt x="371" y="50"/>
                      </a:cubicBezTo>
                      <a:cubicBezTo>
                        <a:pt x="459" y="49"/>
                        <a:pt x="542" y="82"/>
                        <a:pt x="605" y="144"/>
                      </a:cubicBezTo>
                      <a:cubicBezTo>
                        <a:pt x="667" y="206"/>
                        <a:pt x="702" y="288"/>
                        <a:pt x="702" y="376"/>
                      </a:cubicBezTo>
                      <a:cubicBezTo>
                        <a:pt x="702" y="448"/>
                        <a:pt x="679" y="516"/>
                        <a:pt x="636" y="573"/>
                      </a:cubicBezTo>
                      <a:cubicBezTo>
                        <a:pt x="547" y="690"/>
                        <a:pt x="500" y="825"/>
                        <a:pt x="498" y="967"/>
                      </a:cubicBezTo>
                      <a:cubicBezTo>
                        <a:pt x="253" y="967"/>
                        <a:pt x="253" y="967"/>
                        <a:pt x="253" y="967"/>
                      </a:cubicBezTo>
                      <a:cubicBezTo>
                        <a:pt x="251" y="827"/>
                        <a:pt x="202" y="688"/>
                        <a:pt x="116" y="574"/>
                      </a:cubicBezTo>
                      <a:close/>
                      <a:moveTo>
                        <a:pt x="253" y="1104"/>
                      </a:moveTo>
                      <a:cubicBezTo>
                        <a:pt x="253" y="1085"/>
                        <a:pt x="253" y="1085"/>
                        <a:pt x="253" y="1085"/>
                      </a:cubicBezTo>
                      <a:cubicBezTo>
                        <a:pt x="498" y="1113"/>
                        <a:pt x="498" y="1113"/>
                        <a:pt x="498" y="1113"/>
                      </a:cubicBezTo>
                      <a:cubicBezTo>
                        <a:pt x="498" y="1120"/>
                        <a:pt x="498" y="1120"/>
                        <a:pt x="498" y="1120"/>
                      </a:cubicBezTo>
                      <a:cubicBezTo>
                        <a:pt x="498" y="1124"/>
                        <a:pt x="498" y="1128"/>
                        <a:pt x="497" y="1132"/>
                      </a:cubicBezTo>
                      <a:lnTo>
                        <a:pt x="253" y="1104"/>
                      </a:lnTo>
                      <a:close/>
                      <a:moveTo>
                        <a:pt x="253" y="1036"/>
                      </a:moveTo>
                      <a:cubicBezTo>
                        <a:pt x="253" y="1015"/>
                        <a:pt x="253" y="1015"/>
                        <a:pt x="253" y="1015"/>
                      </a:cubicBezTo>
                      <a:cubicBezTo>
                        <a:pt x="498" y="1015"/>
                        <a:pt x="498" y="1015"/>
                        <a:pt x="498" y="1015"/>
                      </a:cubicBezTo>
                      <a:cubicBezTo>
                        <a:pt x="498" y="1064"/>
                        <a:pt x="498" y="1064"/>
                        <a:pt x="498" y="1064"/>
                      </a:cubicBezTo>
                      <a:lnTo>
                        <a:pt x="253" y="1036"/>
                      </a:lnTo>
                      <a:close/>
                      <a:moveTo>
                        <a:pt x="321" y="1189"/>
                      </a:moveTo>
                      <a:cubicBezTo>
                        <a:pt x="296" y="1189"/>
                        <a:pt x="273" y="1174"/>
                        <a:pt x="262" y="1153"/>
                      </a:cubicBezTo>
                      <a:cubicBezTo>
                        <a:pt x="468" y="1177"/>
                        <a:pt x="468" y="1177"/>
                        <a:pt x="468" y="1177"/>
                      </a:cubicBezTo>
                      <a:cubicBezTo>
                        <a:pt x="457" y="1184"/>
                        <a:pt x="444" y="1189"/>
                        <a:pt x="430" y="1189"/>
                      </a:cubicBezTo>
                      <a:lnTo>
                        <a:pt x="321" y="1189"/>
                      </a:lnTo>
                      <a:close/>
                      <a:moveTo>
                        <a:pt x="321" y="1189"/>
                      </a:moveTo>
                      <a:cubicBezTo>
                        <a:pt x="321" y="1189"/>
                        <a:pt x="321" y="1189"/>
                        <a:pt x="321" y="11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A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6">
                  <a:extLst>
                    <a:ext uri="{FF2B5EF4-FFF2-40B4-BE49-F238E27FC236}">
                      <a16:creationId xmlns:a16="http://schemas.microsoft.com/office/drawing/2014/main" id="{438BB39D-9EA4-4E36-8616-5279647A7E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93151" y="2944496"/>
                  <a:ext cx="44264" cy="75201"/>
                </a:xfrm>
                <a:custGeom>
                  <a:avLst/>
                  <a:gdLst>
                    <a:gd name="T0" fmla="*/ 51 w 53"/>
                    <a:gd name="T1" fmla="*/ 62 h 90"/>
                    <a:gd name="T2" fmla="*/ 48 w 53"/>
                    <a:gd name="T3" fmla="*/ 24 h 90"/>
                    <a:gd name="T4" fmla="*/ 25 w 53"/>
                    <a:gd name="T5" fmla="*/ 0 h 90"/>
                    <a:gd name="T6" fmla="*/ 0 w 53"/>
                    <a:gd name="T7" fmla="*/ 23 h 90"/>
                    <a:gd name="T8" fmla="*/ 4 w 53"/>
                    <a:gd name="T9" fmla="*/ 69 h 90"/>
                    <a:gd name="T10" fmla="*/ 27 w 53"/>
                    <a:gd name="T11" fmla="*/ 90 h 90"/>
                    <a:gd name="T12" fmla="*/ 31 w 53"/>
                    <a:gd name="T13" fmla="*/ 90 h 90"/>
                    <a:gd name="T14" fmla="*/ 51 w 53"/>
                    <a:gd name="T15" fmla="*/ 62 h 90"/>
                    <a:gd name="T16" fmla="*/ 51 w 53"/>
                    <a:gd name="T17" fmla="*/ 62 h 90"/>
                    <a:gd name="T18" fmla="*/ 51 w 53"/>
                    <a:gd name="T19" fmla="*/ 62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90">
                      <a:moveTo>
                        <a:pt x="51" y="62"/>
                      </a:moveTo>
                      <a:cubicBezTo>
                        <a:pt x="49" y="50"/>
                        <a:pt x="48" y="37"/>
                        <a:pt x="48" y="24"/>
                      </a:cubicBezTo>
                      <a:cubicBezTo>
                        <a:pt x="49" y="11"/>
                        <a:pt x="38" y="0"/>
                        <a:pt x="25" y="0"/>
                      </a:cubicBezTo>
                      <a:cubicBezTo>
                        <a:pt x="11" y="0"/>
                        <a:pt x="1" y="10"/>
                        <a:pt x="0" y="23"/>
                      </a:cubicBezTo>
                      <a:cubicBezTo>
                        <a:pt x="0" y="39"/>
                        <a:pt x="1" y="54"/>
                        <a:pt x="4" y="69"/>
                      </a:cubicBezTo>
                      <a:cubicBezTo>
                        <a:pt x="5" y="81"/>
                        <a:pt x="16" y="90"/>
                        <a:pt x="27" y="90"/>
                      </a:cubicBezTo>
                      <a:cubicBezTo>
                        <a:pt x="28" y="90"/>
                        <a:pt x="30" y="90"/>
                        <a:pt x="31" y="90"/>
                      </a:cubicBezTo>
                      <a:cubicBezTo>
                        <a:pt x="44" y="88"/>
                        <a:pt x="53" y="75"/>
                        <a:pt x="51" y="62"/>
                      </a:cubicBezTo>
                      <a:close/>
                      <a:moveTo>
                        <a:pt x="51" y="62"/>
                      </a:moveTo>
                      <a:cubicBezTo>
                        <a:pt x="51" y="62"/>
                        <a:pt x="51" y="62"/>
                        <a:pt x="51" y="6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7">
                  <a:extLst>
                    <a:ext uri="{FF2B5EF4-FFF2-40B4-BE49-F238E27FC236}">
                      <a16:creationId xmlns:a16="http://schemas.microsoft.com/office/drawing/2014/main" id="{D4CE9B76-2C9B-49C7-81D9-2448CA0237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15045" y="3044923"/>
                  <a:ext cx="160397" cy="257493"/>
                </a:xfrm>
                <a:custGeom>
                  <a:avLst/>
                  <a:gdLst>
                    <a:gd name="T0" fmla="*/ 166 w 193"/>
                    <a:gd name="T1" fmla="*/ 307 h 307"/>
                    <a:gd name="T2" fmla="*/ 174 w 193"/>
                    <a:gd name="T3" fmla="*/ 306 h 307"/>
                    <a:gd name="T4" fmla="*/ 189 w 193"/>
                    <a:gd name="T5" fmla="*/ 275 h 307"/>
                    <a:gd name="T6" fmla="*/ 71 w 193"/>
                    <a:gd name="T7" fmla="*/ 51 h 307"/>
                    <a:gd name="T8" fmla="*/ 49 w 193"/>
                    <a:gd name="T9" fmla="*/ 16 h 307"/>
                    <a:gd name="T10" fmla="*/ 16 w 193"/>
                    <a:gd name="T11" fmla="*/ 6 h 307"/>
                    <a:gd name="T12" fmla="*/ 6 w 193"/>
                    <a:gd name="T13" fmla="*/ 38 h 307"/>
                    <a:gd name="T14" fmla="*/ 33 w 193"/>
                    <a:gd name="T15" fmla="*/ 80 h 307"/>
                    <a:gd name="T16" fmla="*/ 143 w 193"/>
                    <a:gd name="T17" fmla="*/ 290 h 307"/>
                    <a:gd name="T18" fmla="*/ 166 w 193"/>
                    <a:gd name="T19" fmla="*/ 307 h 307"/>
                    <a:gd name="T20" fmla="*/ 166 w 193"/>
                    <a:gd name="T21" fmla="*/ 307 h 307"/>
                    <a:gd name="T22" fmla="*/ 166 w 193"/>
                    <a:gd name="T23" fmla="*/ 307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3" h="307">
                      <a:moveTo>
                        <a:pt x="166" y="307"/>
                      </a:moveTo>
                      <a:cubicBezTo>
                        <a:pt x="169" y="307"/>
                        <a:pt x="171" y="306"/>
                        <a:pt x="174" y="306"/>
                      </a:cubicBezTo>
                      <a:cubicBezTo>
                        <a:pt x="186" y="301"/>
                        <a:pt x="193" y="288"/>
                        <a:pt x="189" y="275"/>
                      </a:cubicBezTo>
                      <a:cubicBezTo>
                        <a:pt x="162" y="194"/>
                        <a:pt x="123" y="119"/>
                        <a:pt x="71" y="51"/>
                      </a:cubicBezTo>
                      <a:cubicBezTo>
                        <a:pt x="63" y="40"/>
                        <a:pt x="55" y="28"/>
                        <a:pt x="49" y="16"/>
                      </a:cubicBezTo>
                      <a:cubicBezTo>
                        <a:pt x="43" y="4"/>
                        <a:pt x="28" y="0"/>
                        <a:pt x="16" y="6"/>
                      </a:cubicBezTo>
                      <a:cubicBezTo>
                        <a:pt x="5" y="12"/>
                        <a:pt x="0" y="26"/>
                        <a:pt x="6" y="38"/>
                      </a:cubicBezTo>
                      <a:cubicBezTo>
                        <a:pt x="14" y="53"/>
                        <a:pt x="23" y="67"/>
                        <a:pt x="33" y="80"/>
                      </a:cubicBezTo>
                      <a:cubicBezTo>
                        <a:pt x="81" y="144"/>
                        <a:pt x="119" y="215"/>
                        <a:pt x="143" y="290"/>
                      </a:cubicBezTo>
                      <a:cubicBezTo>
                        <a:pt x="147" y="300"/>
                        <a:pt x="156" y="307"/>
                        <a:pt x="166" y="307"/>
                      </a:cubicBezTo>
                      <a:close/>
                      <a:moveTo>
                        <a:pt x="166" y="307"/>
                      </a:moveTo>
                      <a:cubicBezTo>
                        <a:pt x="166" y="307"/>
                        <a:pt x="166" y="307"/>
                        <a:pt x="166" y="30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 8">
                  <a:extLst>
                    <a:ext uri="{FF2B5EF4-FFF2-40B4-BE49-F238E27FC236}">
                      <a16:creationId xmlns:a16="http://schemas.microsoft.com/office/drawing/2014/main" id="{152AAD01-CEAE-49C9-AE3F-7D24C979C6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5816" y="3030644"/>
                  <a:ext cx="71870" cy="89004"/>
                </a:xfrm>
                <a:custGeom>
                  <a:avLst/>
                  <a:gdLst>
                    <a:gd name="T0" fmla="*/ 69 w 86"/>
                    <a:gd name="T1" fmla="*/ 5 h 106"/>
                    <a:gd name="T2" fmla="*/ 37 w 86"/>
                    <a:gd name="T3" fmla="*/ 18 h 106"/>
                    <a:gd name="T4" fmla="*/ 8 w 86"/>
                    <a:gd name="T5" fmla="*/ 68 h 106"/>
                    <a:gd name="T6" fmla="*/ 12 w 86"/>
                    <a:gd name="T7" fmla="*/ 102 h 106"/>
                    <a:gd name="T8" fmla="*/ 27 w 86"/>
                    <a:gd name="T9" fmla="*/ 106 h 106"/>
                    <a:gd name="T10" fmla="*/ 46 w 86"/>
                    <a:gd name="T11" fmla="*/ 97 h 106"/>
                    <a:gd name="T12" fmla="*/ 81 w 86"/>
                    <a:gd name="T13" fmla="*/ 37 h 106"/>
                    <a:gd name="T14" fmla="*/ 69 w 86"/>
                    <a:gd name="T15" fmla="*/ 5 h 106"/>
                    <a:gd name="T16" fmla="*/ 69 w 86"/>
                    <a:gd name="T17" fmla="*/ 5 h 106"/>
                    <a:gd name="T18" fmla="*/ 69 w 86"/>
                    <a:gd name="T19" fmla="*/ 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106">
                      <a:moveTo>
                        <a:pt x="69" y="5"/>
                      </a:moveTo>
                      <a:cubicBezTo>
                        <a:pt x="56" y="0"/>
                        <a:pt x="42" y="6"/>
                        <a:pt x="37" y="18"/>
                      </a:cubicBezTo>
                      <a:cubicBezTo>
                        <a:pt x="29" y="36"/>
                        <a:pt x="20" y="52"/>
                        <a:pt x="8" y="68"/>
                      </a:cubicBezTo>
                      <a:cubicBezTo>
                        <a:pt x="0" y="79"/>
                        <a:pt x="2" y="94"/>
                        <a:pt x="12" y="102"/>
                      </a:cubicBezTo>
                      <a:cubicBezTo>
                        <a:pt x="17" y="105"/>
                        <a:pt x="22" y="106"/>
                        <a:pt x="27" y="106"/>
                      </a:cubicBezTo>
                      <a:cubicBezTo>
                        <a:pt x="34" y="106"/>
                        <a:pt x="41" y="103"/>
                        <a:pt x="46" y="97"/>
                      </a:cubicBezTo>
                      <a:cubicBezTo>
                        <a:pt x="60" y="78"/>
                        <a:pt x="72" y="58"/>
                        <a:pt x="81" y="37"/>
                      </a:cubicBezTo>
                      <a:cubicBezTo>
                        <a:pt x="86" y="25"/>
                        <a:pt x="81" y="11"/>
                        <a:pt x="69" y="5"/>
                      </a:cubicBezTo>
                      <a:close/>
                      <a:moveTo>
                        <a:pt x="69" y="5"/>
                      </a:moveTo>
                      <a:cubicBezTo>
                        <a:pt x="69" y="5"/>
                        <a:pt x="69" y="5"/>
                        <a:pt x="69" y="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Freeform 9">
                  <a:extLst>
                    <a:ext uri="{FF2B5EF4-FFF2-40B4-BE49-F238E27FC236}">
                      <a16:creationId xmlns:a16="http://schemas.microsoft.com/office/drawing/2014/main" id="{E891C8FB-4C14-4436-8392-BDFFE9BB53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724603"/>
                  <a:ext cx="259397" cy="282719"/>
                </a:xfrm>
                <a:custGeom>
                  <a:avLst/>
                  <a:gdLst>
                    <a:gd name="T0" fmla="*/ 24 w 312"/>
                    <a:gd name="T1" fmla="*/ 48 h 337"/>
                    <a:gd name="T2" fmla="*/ 264 w 312"/>
                    <a:gd name="T3" fmla="*/ 288 h 337"/>
                    <a:gd name="T4" fmla="*/ 263 w 312"/>
                    <a:gd name="T5" fmla="*/ 311 h 337"/>
                    <a:gd name="T6" fmla="*/ 285 w 312"/>
                    <a:gd name="T7" fmla="*/ 337 h 337"/>
                    <a:gd name="T8" fmla="*/ 287 w 312"/>
                    <a:gd name="T9" fmla="*/ 337 h 337"/>
                    <a:gd name="T10" fmla="*/ 311 w 312"/>
                    <a:gd name="T11" fmla="*/ 315 h 337"/>
                    <a:gd name="T12" fmla="*/ 312 w 312"/>
                    <a:gd name="T13" fmla="*/ 288 h 337"/>
                    <a:gd name="T14" fmla="*/ 24 w 312"/>
                    <a:gd name="T15" fmla="*/ 0 h 337"/>
                    <a:gd name="T16" fmla="*/ 0 w 312"/>
                    <a:gd name="T17" fmla="*/ 24 h 337"/>
                    <a:gd name="T18" fmla="*/ 24 w 312"/>
                    <a:gd name="T19" fmla="*/ 48 h 337"/>
                    <a:gd name="T20" fmla="*/ 24 w 312"/>
                    <a:gd name="T21" fmla="*/ 48 h 337"/>
                    <a:gd name="T22" fmla="*/ 24 w 312"/>
                    <a:gd name="T23" fmla="*/ 4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12" h="337">
                      <a:moveTo>
                        <a:pt x="24" y="48"/>
                      </a:moveTo>
                      <a:cubicBezTo>
                        <a:pt x="157" y="48"/>
                        <a:pt x="264" y="156"/>
                        <a:pt x="264" y="288"/>
                      </a:cubicBezTo>
                      <a:cubicBezTo>
                        <a:pt x="264" y="296"/>
                        <a:pt x="264" y="303"/>
                        <a:pt x="263" y="311"/>
                      </a:cubicBezTo>
                      <a:cubicBezTo>
                        <a:pt x="262" y="324"/>
                        <a:pt x="272" y="336"/>
                        <a:pt x="285" y="337"/>
                      </a:cubicBezTo>
                      <a:cubicBezTo>
                        <a:pt x="286" y="337"/>
                        <a:pt x="287" y="337"/>
                        <a:pt x="287" y="337"/>
                      </a:cubicBezTo>
                      <a:cubicBezTo>
                        <a:pt x="300" y="337"/>
                        <a:pt x="310" y="328"/>
                        <a:pt x="311" y="315"/>
                      </a:cubicBezTo>
                      <a:cubicBezTo>
                        <a:pt x="312" y="306"/>
                        <a:pt x="312" y="297"/>
                        <a:pt x="312" y="288"/>
                      </a:cubicBezTo>
                      <a:cubicBezTo>
                        <a:pt x="312" y="129"/>
                        <a:pt x="183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7"/>
                        <a:pt x="11" y="48"/>
                        <a:pt x="24" y="48"/>
                      </a:cubicBezTo>
                      <a:close/>
                      <a:moveTo>
                        <a:pt x="24" y="48"/>
                      </a:moveTo>
                      <a:cubicBezTo>
                        <a:pt x="24" y="48"/>
                        <a:pt x="24" y="48"/>
                        <a:pt x="24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 10">
                  <a:extLst>
                    <a:ext uri="{FF2B5EF4-FFF2-40B4-BE49-F238E27FC236}">
                      <a16:creationId xmlns:a16="http://schemas.microsoft.com/office/drawing/2014/main" id="{B8328D4B-8896-44F9-86B7-90F3156DFD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13044" y="2464731"/>
                  <a:ext cx="39980" cy="152306"/>
                </a:xfrm>
                <a:custGeom>
                  <a:avLst/>
                  <a:gdLst>
                    <a:gd name="T0" fmla="*/ 24 w 48"/>
                    <a:gd name="T1" fmla="*/ 182 h 182"/>
                    <a:gd name="T2" fmla="*/ 48 w 48"/>
                    <a:gd name="T3" fmla="*/ 158 h 182"/>
                    <a:gd name="T4" fmla="*/ 48 w 48"/>
                    <a:gd name="T5" fmla="*/ 24 h 182"/>
                    <a:gd name="T6" fmla="*/ 24 w 48"/>
                    <a:gd name="T7" fmla="*/ 0 h 182"/>
                    <a:gd name="T8" fmla="*/ 0 w 48"/>
                    <a:gd name="T9" fmla="*/ 24 h 182"/>
                    <a:gd name="T10" fmla="*/ 0 w 48"/>
                    <a:gd name="T11" fmla="*/ 158 h 182"/>
                    <a:gd name="T12" fmla="*/ 24 w 48"/>
                    <a:gd name="T13" fmla="*/ 182 h 182"/>
                    <a:gd name="T14" fmla="*/ 24 w 48"/>
                    <a:gd name="T15" fmla="*/ 182 h 182"/>
                    <a:gd name="T16" fmla="*/ 24 w 48"/>
                    <a:gd name="T17" fmla="*/ 182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8" h="182">
                      <a:moveTo>
                        <a:pt x="24" y="182"/>
                      </a:moveTo>
                      <a:cubicBezTo>
                        <a:pt x="38" y="182"/>
                        <a:pt x="48" y="172"/>
                        <a:pt x="48" y="158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11"/>
                        <a:pt x="38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0" y="172"/>
                        <a:pt x="11" y="182"/>
                        <a:pt x="24" y="182"/>
                      </a:cubicBezTo>
                      <a:close/>
                      <a:moveTo>
                        <a:pt x="24" y="182"/>
                      </a:moveTo>
                      <a:cubicBezTo>
                        <a:pt x="24" y="182"/>
                        <a:pt x="24" y="182"/>
                        <a:pt x="24" y="18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Freeform 11">
                  <a:extLst>
                    <a:ext uri="{FF2B5EF4-FFF2-40B4-BE49-F238E27FC236}">
                      <a16:creationId xmlns:a16="http://schemas.microsoft.com/office/drawing/2014/main" id="{ED1541A4-3B9C-46F4-9A03-4A680398D3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169830" y="2526606"/>
                  <a:ext cx="101379" cy="140883"/>
                </a:xfrm>
                <a:custGeom>
                  <a:avLst/>
                  <a:gdLst>
                    <a:gd name="T0" fmla="*/ 74 w 122"/>
                    <a:gd name="T1" fmla="*/ 156 h 168"/>
                    <a:gd name="T2" fmla="*/ 94 w 122"/>
                    <a:gd name="T3" fmla="*/ 168 h 168"/>
                    <a:gd name="T4" fmla="*/ 106 w 122"/>
                    <a:gd name="T5" fmla="*/ 165 h 168"/>
                    <a:gd name="T6" fmla="*/ 115 w 122"/>
                    <a:gd name="T7" fmla="*/ 132 h 168"/>
                    <a:gd name="T8" fmla="*/ 48 w 122"/>
                    <a:gd name="T9" fmla="*/ 15 h 168"/>
                    <a:gd name="T10" fmla="*/ 15 w 122"/>
                    <a:gd name="T11" fmla="*/ 7 h 168"/>
                    <a:gd name="T12" fmla="*/ 6 w 122"/>
                    <a:gd name="T13" fmla="*/ 39 h 168"/>
                    <a:gd name="T14" fmla="*/ 74 w 122"/>
                    <a:gd name="T15" fmla="*/ 156 h 168"/>
                    <a:gd name="T16" fmla="*/ 74 w 122"/>
                    <a:gd name="T17" fmla="*/ 156 h 168"/>
                    <a:gd name="T18" fmla="*/ 74 w 122"/>
                    <a:gd name="T19" fmla="*/ 156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74" y="156"/>
                      </a:moveTo>
                      <a:cubicBezTo>
                        <a:pt x="78" y="164"/>
                        <a:pt x="86" y="168"/>
                        <a:pt x="94" y="168"/>
                      </a:cubicBezTo>
                      <a:cubicBezTo>
                        <a:pt x="98" y="168"/>
                        <a:pt x="103" y="167"/>
                        <a:pt x="106" y="165"/>
                      </a:cubicBezTo>
                      <a:cubicBezTo>
                        <a:pt x="118" y="158"/>
                        <a:pt x="122" y="143"/>
                        <a:pt x="115" y="132"/>
                      </a:cubicBezTo>
                      <a:cubicBezTo>
                        <a:pt x="48" y="15"/>
                        <a:pt x="48" y="15"/>
                        <a:pt x="48" y="15"/>
                      </a:cubicBezTo>
                      <a:cubicBezTo>
                        <a:pt x="41" y="4"/>
                        <a:pt x="27" y="0"/>
                        <a:pt x="15" y="7"/>
                      </a:cubicBezTo>
                      <a:cubicBezTo>
                        <a:pt x="4" y="13"/>
                        <a:pt x="0" y="28"/>
                        <a:pt x="6" y="39"/>
                      </a:cubicBezTo>
                      <a:lnTo>
                        <a:pt x="74" y="156"/>
                      </a:lnTo>
                      <a:close/>
                      <a:moveTo>
                        <a:pt x="74" y="156"/>
                      </a:moveTo>
                      <a:cubicBezTo>
                        <a:pt x="74" y="156"/>
                        <a:pt x="74" y="156"/>
                        <a:pt x="74" y="156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 12">
                  <a:extLst>
                    <a:ext uri="{FF2B5EF4-FFF2-40B4-BE49-F238E27FC236}">
                      <a16:creationId xmlns:a16="http://schemas.microsoft.com/office/drawing/2014/main" id="{7F00257C-3C4C-4FF0-AF55-0C5ECB50F45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3132975"/>
                  <a:ext cx="142311" cy="99951"/>
                </a:xfrm>
                <a:custGeom>
                  <a:avLst/>
                  <a:gdLst>
                    <a:gd name="T0" fmla="*/ 155 w 171"/>
                    <a:gd name="T1" fmla="*/ 74 h 119"/>
                    <a:gd name="T2" fmla="*/ 39 w 171"/>
                    <a:gd name="T3" fmla="*/ 7 h 119"/>
                    <a:gd name="T4" fmla="*/ 6 w 171"/>
                    <a:gd name="T5" fmla="*/ 15 h 119"/>
                    <a:gd name="T6" fmla="*/ 15 w 171"/>
                    <a:gd name="T7" fmla="*/ 48 h 119"/>
                    <a:gd name="T8" fmla="*/ 131 w 171"/>
                    <a:gd name="T9" fmla="*/ 115 h 119"/>
                    <a:gd name="T10" fmla="*/ 143 w 171"/>
                    <a:gd name="T11" fmla="*/ 119 h 119"/>
                    <a:gd name="T12" fmla="*/ 164 w 171"/>
                    <a:gd name="T13" fmla="*/ 107 h 119"/>
                    <a:gd name="T14" fmla="*/ 155 w 171"/>
                    <a:gd name="T15" fmla="*/ 74 h 119"/>
                    <a:gd name="T16" fmla="*/ 155 w 171"/>
                    <a:gd name="T17" fmla="*/ 74 h 119"/>
                    <a:gd name="T18" fmla="*/ 155 w 171"/>
                    <a:gd name="T19" fmla="*/ 7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55" y="74"/>
                      </a:moveTo>
                      <a:cubicBezTo>
                        <a:pt x="39" y="7"/>
                        <a:pt x="39" y="7"/>
                        <a:pt x="39" y="7"/>
                      </a:cubicBezTo>
                      <a:cubicBezTo>
                        <a:pt x="27" y="0"/>
                        <a:pt x="13" y="4"/>
                        <a:pt x="6" y="15"/>
                      </a:cubicBezTo>
                      <a:cubicBezTo>
                        <a:pt x="0" y="27"/>
                        <a:pt x="3" y="42"/>
                        <a:pt x="15" y="48"/>
                      </a:cubicBezTo>
                      <a:cubicBezTo>
                        <a:pt x="131" y="115"/>
                        <a:pt x="131" y="115"/>
                        <a:pt x="131" y="115"/>
                      </a:cubicBezTo>
                      <a:cubicBezTo>
                        <a:pt x="135" y="118"/>
                        <a:pt x="139" y="119"/>
                        <a:pt x="143" y="119"/>
                      </a:cubicBezTo>
                      <a:cubicBezTo>
                        <a:pt x="152" y="119"/>
                        <a:pt x="160" y="114"/>
                        <a:pt x="164" y="107"/>
                      </a:cubicBezTo>
                      <a:cubicBezTo>
                        <a:pt x="171" y="95"/>
                        <a:pt x="167" y="80"/>
                        <a:pt x="155" y="74"/>
                      </a:cubicBezTo>
                      <a:close/>
                      <a:moveTo>
                        <a:pt x="155" y="74"/>
                      </a:moveTo>
                      <a:cubicBezTo>
                        <a:pt x="155" y="74"/>
                        <a:pt x="155" y="74"/>
                        <a:pt x="155" y="7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 13">
                  <a:extLst>
                    <a:ext uri="{FF2B5EF4-FFF2-40B4-BE49-F238E27FC236}">
                      <a16:creationId xmlns:a16="http://schemas.microsoft.com/office/drawing/2014/main" id="{96C402E7-71DA-4C86-A1BA-93429F5026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2704613"/>
                  <a:ext cx="142311" cy="98999"/>
                </a:xfrm>
                <a:custGeom>
                  <a:avLst/>
                  <a:gdLst>
                    <a:gd name="T0" fmla="*/ 15 w 171"/>
                    <a:gd name="T1" fmla="*/ 48 h 118"/>
                    <a:gd name="T2" fmla="*/ 132 w 171"/>
                    <a:gd name="T3" fmla="*/ 115 h 118"/>
                    <a:gd name="T4" fmla="*/ 144 w 171"/>
                    <a:gd name="T5" fmla="*/ 118 h 118"/>
                    <a:gd name="T6" fmla="*/ 165 w 171"/>
                    <a:gd name="T7" fmla="*/ 106 h 118"/>
                    <a:gd name="T8" fmla="*/ 156 w 171"/>
                    <a:gd name="T9" fmla="*/ 74 h 118"/>
                    <a:gd name="T10" fmla="*/ 39 w 171"/>
                    <a:gd name="T11" fmla="*/ 6 h 118"/>
                    <a:gd name="T12" fmla="*/ 7 w 171"/>
                    <a:gd name="T13" fmla="*/ 15 h 118"/>
                    <a:gd name="T14" fmla="*/ 15 w 171"/>
                    <a:gd name="T15" fmla="*/ 48 h 118"/>
                    <a:gd name="T16" fmla="*/ 15 w 171"/>
                    <a:gd name="T17" fmla="*/ 48 h 118"/>
                    <a:gd name="T18" fmla="*/ 15 w 171"/>
                    <a:gd name="T19" fmla="*/ 4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15" y="48"/>
                      </a:moveTo>
                      <a:cubicBezTo>
                        <a:pt x="132" y="115"/>
                        <a:pt x="132" y="115"/>
                        <a:pt x="132" y="115"/>
                      </a:cubicBezTo>
                      <a:cubicBezTo>
                        <a:pt x="136" y="117"/>
                        <a:pt x="140" y="118"/>
                        <a:pt x="144" y="118"/>
                      </a:cubicBezTo>
                      <a:cubicBezTo>
                        <a:pt x="152" y="118"/>
                        <a:pt x="160" y="114"/>
                        <a:pt x="165" y="106"/>
                      </a:cubicBezTo>
                      <a:cubicBezTo>
                        <a:pt x="171" y="95"/>
                        <a:pt x="167" y="80"/>
                        <a:pt x="156" y="74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28" y="0"/>
                        <a:pt x="13" y="4"/>
                        <a:pt x="7" y="15"/>
                      </a:cubicBezTo>
                      <a:cubicBezTo>
                        <a:pt x="0" y="27"/>
                        <a:pt x="4" y="41"/>
                        <a:pt x="15" y="48"/>
                      </a:cubicBezTo>
                      <a:close/>
                      <a:moveTo>
                        <a:pt x="15" y="48"/>
                      </a:moveTo>
                      <a:cubicBezTo>
                        <a:pt x="15" y="48"/>
                        <a:pt x="15" y="48"/>
                        <a:pt x="15" y="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14">
                  <a:extLst>
                    <a:ext uri="{FF2B5EF4-FFF2-40B4-BE49-F238E27FC236}">
                      <a16:creationId xmlns:a16="http://schemas.microsoft.com/office/drawing/2014/main" id="{94875E8B-2D3D-4E9B-9ECA-530E1427DB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82387" y="2949255"/>
                  <a:ext cx="152306" cy="40457"/>
                </a:xfrm>
                <a:custGeom>
                  <a:avLst/>
                  <a:gdLst>
                    <a:gd name="T0" fmla="*/ 159 w 183"/>
                    <a:gd name="T1" fmla="*/ 0 h 48"/>
                    <a:gd name="T2" fmla="*/ 24 w 183"/>
                    <a:gd name="T3" fmla="*/ 0 h 48"/>
                    <a:gd name="T4" fmla="*/ 0 w 183"/>
                    <a:gd name="T5" fmla="*/ 24 h 48"/>
                    <a:gd name="T6" fmla="*/ 24 w 183"/>
                    <a:gd name="T7" fmla="*/ 48 h 48"/>
                    <a:gd name="T8" fmla="*/ 159 w 183"/>
                    <a:gd name="T9" fmla="*/ 48 h 48"/>
                    <a:gd name="T10" fmla="*/ 183 w 183"/>
                    <a:gd name="T11" fmla="*/ 24 h 48"/>
                    <a:gd name="T12" fmla="*/ 159 w 183"/>
                    <a:gd name="T13" fmla="*/ 0 h 48"/>
                    <a:gd name="T14" fmla="*/ 159 w 183"/>
                    <a:gd name="T15" fmla="*/ 0 h 48"/>
                    <a:gd name="T16" fmla="*/ 159 w 183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3" h="48">
                      <a:moveTo>
                        <a:pt x="159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9" y="48"/>
                        <a:pt x="159" y="48"/>
                        <a:pt x="159" y="48"/>
                      </a:cubicBezTo>
                      <a:cubicBezTo>
                        <a:pt x="172" y="48"/>
                        <a:pt x="183" y="38"/>
                        <a:pt x="183" y="24"/>
                      </a:cubicBezTo>
                      <a:cubicBezTo>
                        <a:pt x="183" y="11"/>
                        <a:pt x="172" y="0"/>
                        <a:pt x="159" y="0"/>
                      </a:cubicBezTo>
                      <a:close/>
                      <a:moveTo>
                        <a:pt x="159" y="0"/>
                      </a:moveTo>
                      <a:cubicBezTo>
                        <a:pt x="159" y="0"/>
                        <a:pt x="159" y="0"/>
                        <a:pt x="15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 15">
                  <a:extLst>
                    <a:ext uri="{FF2B5EF4-FFF2-40B4-BE49-F238E27FC236}">
                      <a16:creationId xmlns:a16="http://schemas.microsoft.com/office/drawing/2014/main" id="{5455850F-94A8-4B95-8ECB-D90BAB6EDBA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31851" y="2949255"/>
                  <a:ext cx="151355" cy="40457"/>
                </a:xfrm>
                <a:custGeom>
                  <a:avLst/>
                  <a:gdLst>
                    <a:gd name="T0" fmla="*/ 182 w 182"/>
                    <a:gd name="T1" fmla="*/ 24 h 48"/>
                    <a:gd name="T2" fmla="*/ 158 w 182"/>
                    <a:gd name="T3" fmla="*/ 0 h 48"/>
                    <a:gd name="T4" fmla="*/ 24 w 182"/>
                    <a:gd name="T5" fmla="*/ 0 h 48"/>
                    <a:gd name="T6" fmla="*/ 0 w 182"/>
                    <a:gd name="T7" fmla="*/ 24 h 48"/>
                    <a:gd name="T8" fmla="*/ 24 w 182"/>
                    <a:gd name="T9" fmla="*/ 48 h 48"/>
                    <a:gd name="T10" fmla="*/ 158 w 182"/>
                    <a:gd name="T11" fmla="*/ 48 h 48"/>
                    <a:gd name="T12" fmla="*/ 182 w 182"/>
                    <a:gd name="T13" fmla="*/ 24 h 48"/>
                    <a:gd name="T14" fmla="*/ 182 w 182"/>
                    <a:gd name="T15" fmla="*/ 24 h 48"/>
                    <a:gd name="T16" fmla="*/ 182 w 182"/>
                    <a:gd name="T17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2" h="48">
                      <a:moveTo>
                        <a:pt x="182" y="24"/>
                      </a:moveTo>
                      <a:cubicBezTo>
                        <a:pt x="182" y="11"/>
                        <a:pt x="172" y="0"/>
                        <a:pt x="158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38"/>
                        <a:pt x="11" y="48"/>
                        <a:pt x="24" y="48"/>
                      </a:cubicBezTo>
                      <a:cubicBezTo>
                        <a:pt x="158" y="48"/>
                        <a:pt x="158" y="48"/>
                        <a:pt x="158" y="48"/>
                      </a:cubicBezTo>
                      <a:cubicBezTo>
                        <a:pt x="172" y="48"/>
                        <a:pt x="182" y="38"/>
                        <a:pt x="182" y="24"/>
                      </a:cubicBezTo>
                      <a:close/>
                      <a:moveTo>
                        <a:pt x="182" y="24"/>
                      </a:moveTo>
                      <a:cubicBezTo>
                        <a:pt x="182" y="24"/>
                        <a:pt x="182" y="24"/>
                        <a:pt x="182" y="2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16">
                  <a:extLst>
                    <a:ext uri="{FF2B5EF4-FFF2-40B4-BE49-F238E27FC236}">
                      <a16:creationId xmlns:a16="http://schemas.microsoft.com/office/drawing/2014/main" id="{204D5846-BC02-448D-8B12-150488E958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0507" y="2704613"/>
                  <a:ext cx="142311" cy="98999"/>
                </a:xfrm>
                <a:custGeom>
                  <a:avLst/>
                  <a:gdLst>
                    <a:gd name="T0" fmla="*/ 27 w 171"/>
                    <a:gd name="T1" fmla="*/ 118 h 118"/>
                    <a:gd name="T2" fmla="*/ 39 w 171"/>
                    <a:gd name="T3" fmla="*/ 115 h 118"/>
                    <a:gd name="T4" fmla="*/ 155 w 171"/>
                    <a:gd name="T5" fmla="*/ 48 h 118"/>
                    <a:gd name="T6" fmla="*/ 164 w 171"/>
                    <a:gd name="T7" fmla="*/ 15 h 118"/>
                    <a:gd name="T8" fmla="*/ 131 w 171"/>
                    <a:gd name="T9" fmla="*/ 6 h 118"/>
                    <a:gd name="T10" fmla="*/ 15 w 171"/>
                    <a:gd name="T11" fmla="*/ 74 h 118"/>
                    <a:gd name="T12" fmla="*/ 6 w 171"/>
                    <a:gd name="T13" fmla="*/ 106 h 118"/>
                    <a:gd name="T14" fmla="*/ 27 w 171"/>
                    <a:gd name="T15" fmla="*/ 118 h 118"/>
                    <a:gd name="T16" fmla="*/ 27 w 171"/>
                    <a:gd name="T17" fmla="*/ 118 h 118"/>
                    <a:gd name="T18" fmla="*/ 27 w 171"/>
                    <a:gd name="T19" fmla="*/ 118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8">
                      <a:moveTo>
                        <a:pt x="27" y="118"/>
                      </a:moveTo>
                      <a:cubicBezTo>
                        <a:pt x="31" y="118"/>
                        <a:pt x="35" y="117"/>
                        <a:pt x="39" y="115"/>
                      </a:cubicBezTo>
                      <a:cubicBezTo>
                        <a:pt x="155" y="48"/>
                        <a:pt x="155" y="48"/>
                        <a:pt x="155" y="48"/>
                      </a:cubicBezTo>
                      <a:cubicBezTo>
                        <a:pt x="167" y="41"/>
                        <a:pt x="171" y="27"/>
                        <a:pt x="164" y="15"/>
                      </a:cubicBezTo>
                      <a:cubicBezTo>
                        <a:pt x="157" y="4"/>
                        <a:pt x="143" y="0"/>
                        <a:pt x="131" y="6"/>
                      </a:cubicBez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3" y="80"/>
                        <a:pt x="0" y="95"/>
                        <a:pt x="6" y="106"/>
                      </a:cubicBezTo>
                      <a:cubicBezTo>
                        <a:pt x="11" y="114"/>
                        <a:pt x="19" y="118"/>
                        <a:pt x="27" y="118"/>
                      </a:cubicBezTo>
                      <a:close/>
                      <a:moveTo>
                        <a:pt x="27" y="118"/>
                      </a:moveTo>
                      <a:cubicBezTo>
                        <a:pt x="27" y="118"/>
                        <a:pt x="27" y="118"/>
                        <a:pt x="27" y="11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17">
                  <a:extLst>
                    <a:ext uri="{FF2B5EF4-FFF2-40B4-BE49-F238E27FC236}">
                      <a16:creationId xmlns:a16="http://schemas.microsoft.com/office/drawing/2014/main" id="{2AE322B5-4B1B-4907-82FD-1AC1318F20A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993726" y="3132975"/>
                  <a:ext cx="142311" cy="99951"/>
                </a:xfrm>
                <a:custGeom>
                  <a:avLst/>
                  <a:gdLst>
                    <a:gd name="T0" fmla="*/ 132 w 171"/>
                    <a:gd name="T1" fmla="*/ 7 h 119"/>
                    <a:gd name="T2" fmla="*/ 15 w 171"/>
                    <a:gd name="T3" fmla="*/ 74 h 119"/>
                    <a:gd name="T4" fmla="*/ 7 w 171"/>
                    <a:gd name="T5" fmla="*/ 107 h 119"/>
                    <a:gd name="T6" fmla="*/ 28 w 171"/>
                    <a:gd name="T7" fmla="*/ 119 h 119"/>
                    <a:gd name="T8" fmla="*/ 39 w 171"/>
                    <a:gd name="T9" fmla="*/ 115 h 119"/>
                    <a:gd name="T10" fmla="*/ 156 w 171"/>
                    <a:gd name="T11" fmla="*/ 48 h 119"/>
                    <a:gd name="T12" fmla="*/ 165 w 171"/>
                    <a:gd name="T13" fmla="*/ 15 h 119"/>
                    <a:gd name="T14" fmla="*/ 132 w 171"/>
                    <a:gd name="T15" fmla="*/ 7 h 119"/>
                    <a:gd name="T16" fmla="*/ 132 w 171"/>
                    <a:gd name="T17" fmla="*/ 7 h 119"/>
                    <a:gd name="T18" fmla="*/ 132 w 171"/>
                    <a:gd name="T19" fmla="*/ 7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1" h="119">
                      <a:moveTo>
                        <a:pt x="132" y="7"/>
                      </a:moveTo>
                      <a:cubicBezTo>
                        <a:pt x="15" y="74"/>
                        <a:pt x="15" y="74"/>
                        <a:pt x="15" y="74"/>
                      </a:cubicBezTo>
                      <a:cubicBezTo>
                        <a:pt x="4" y="80"/>
                        <a:pt x="0" y="95"/>
                        <a:pt x="7" y="107"/>
                      </a:cubicBezTo>
                      <a:cubicBezTo>
                        <a:pt x="11" y="114"/>
                        <a:pt x="19" y="119"/>
                        <a:pt x="28" y="119"/>
                      </a:cubicBezTo>
                      <a:cubicBezTo>
                        <a:pt x="32" y="119"/>
                        <a:pt x="36" y="118"/>
                        <a:pt x="39" y="115"/>
                      </a:cubicBezTo>
                      <a:cubicBezTo>
                        <a:pt x="156" y="48"/>
                        <a:pt x="156" y="48"/>
                        <a:pt x="156" y="48"/>
                      </a:cubicBezTo>
                      <a:cubicBezTo>
                        <a:pt x="167" y="42"/>
                        <a:pt x="171" y="27"/>
                        <a:pt x="165" y="15"/>
                      </a:cubicBezTo>
                      <a:cubicBezTo>
                        <a:pt x="158" y="4"/>
                        <a:pt x="143" y="0"/>
                        <a:pt x="132" y="7"/>
                      </a:cubicBezTo>
                      <a:close/>
                      <a:moveTo>
                        <a:pt x="132" y="7"/>
                      </a:moveTo>
                      <a:cubicBezTo>
                        <a:pt x="132" y="7"/>
                        <a:pt x="132" y="7"/>
                        <a:pt x="132" y="7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 18">
                  <a:extLst>
                    <a:ext uri="{FF2B5EF4-FFF2-40B4-BE49-F238E27FC236}">
                      <a16:creationId xmlns:a16="http://schemas.microsoft.com/office/drawing/2014/main" id="{2BF677DD-2A22-4883-B296-EDACDC7C43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95336" y="2526606"/>
                  <a:ext cx="101379" cy="140883"/>
                </a:xfrm>
                <a:custGeom>
                  <a:avLst/>
                  <a:gdLst>
                    <a:gd name="T0" fmla="*/ 15 w 122"/>
                    <a:gd name="T1" fmla="*/ 165 h 168"/>
                    <a:gd name="T2" fmla="*/ 27 w 122"/>
                    <a:gd name="T3" fmla="*/ 168 h 168"/>
                    <a:gd name="T4" fmla="*/ 48 w 122"/>
                    <a:gd name="T5" fmla="*/ 156 h 168"/>
                    <a:gd name="T6" fmla="*/ 115 w 122"/>
                    <a:gd name="T7" fmla="*/ 39 h 168"/>
                    <a:gd name="T8" fmla="*/ 107 w 122"/>
                    <a:gd name="T9" fmla="*/ 7 h 168"/>
                    <a:gd name="T10" fmla="*/ 74 w 122"/>
                    <a:gd name="T11" fmla="*/ 15 h 168"/>
                    <a:gd name="T12" fmla="*/ 7 w 122"/>
                    <a:gd name="T13" fmla="*/ 132 h 168"/>
                    <a:gd name="T14" fmla="*/ 15 w 122"/>
                    <a:gd name="T15" fmla="*/ 165 h 168"/>
                    <a:gd name="T16" fmla="*/ 15 w 122"/>
                    <a:gd name="T17" fmla="*/ 165 h 168"/>
                    <a:gd name="T18" fmla="*/ 15 w 122"/>
                    <a:gd name="T19" fmla="*/ 165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2" h="168">
                      <a:moveTo>
                        <a:pt x="15" y="165"/>
                      </a:moveTo>
                      <a:cubicBezTo>
                        <a:pt x="19" y="167"/>
                        <a:pt x="23" y="168"/>
                        <a:pt x="27" y="168"/>
                      </a:cubicBezTo>
                      <a:cubicBezTo>
                        <a:pt x="36" y="168"/>
                        <a:pt x="44" y="164"/>
                        <a:pt x="48" y="156"/>
                      </a:cubicBezTo>
                      <a:cubicBezTo>
                        <a:pt x="115" y="39"/>
                        <a:pt x="115" y="39"/>
                        <a:pt x="115" y="39"/>
                      </a:cubicBezTo>
                      <a:cubicBezTo>
                        <a:pt x="122" y="28"/>
                        <a:pt x="118" y="13"/>
                        <a:pt x="107" y="7"/>
                      </a:cubicBezTo>
                      <a:cubicBezTo>
                        <a:pt x="95" y="0"/>
                        <a:pt x="80" y="4"/>
                        <a:pt x="74" y="15"/>
                      </a:cubicBezTo>
                      <a:cubicBezTo>
                        <a:pt x="7" y="132"/>
                        <a:pt x="7" y="132"/>
                        <a:pt x="7" y="132"/>
                      </a:cubicBezTo>
                      <a:cubicBezTo>
                        <a:pt x="0" y="143"/>
                        <a:pt x="4" y="158"/>
                        <a:pt x="15" y="165"/>
                      </a:cubicBezTo>
                      <a:close/>
                      <a:moveTo>
                        <a:pt x="15" y="165"/>
                      </a:moveTo>
                      <a:cubicBezTo>
                        <a:pt x="15" y="165"/>
                        <a:pt x="15" y="165"/>
                        <a:pt x="15" y="16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2E53B27B-3084-4B6F-92A8-71EFBD254104}"/>
                </a:ext>
              </a:extLst>
            </p:cNvPr>
            <p:cNvGrpSpPr/>
            <p:nvPr/>
          </p:nvGrpSpPr>
          <p:grpSpPr>
            <a:xfrm>
              <a:off x="32277" y="4637955"/>
              <a:ext cx="451117" cy="451117"/>
              <a:chOff x="5398" y="4755468"/>
              <a:chExt cx="451117" cy="451117"/>
            </a:xfrm>
          </p:grpSpPr>
          <p:sp>
            <p:nvSpPr>
              <p:cNvPr id="153" name="Oval 51">
                <a:extLst>
                  <a:ext uri="{FF2B5EF4-FFF2-40B4-BE49-F238E27FC236}">
                    <a16:creationId xmlns:a16="http://schemas.microsoft.com/office/drawing/2014/main" id="{31DA3644-044D-40BA-BA28-1F1F412B7749}"/>
                  </a:ext>
                </a:extLst>
              </p:cNvPr>
              <p:cNvSpPr/>
              <p:nvPr/>
            </p:nvSpPr>
            <p:spPr>
              <a:xfrm>
                <a:off x="5398" y="4755468"/>
                <a:ext cx="451117" cy="451117"/>
              </a:xfrm>
              <a:prstGeom prst="ellipse">
                <a:avLst/>
              </a:prstGeom>
              <a:solidFill>
                <a:srgbClr val="074D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54" name="Group 66">
                <a:extLst>
                  <a:ext uri="{FF2B5EF4-FFF2-40B4-BE49-F238E27FC236}">
                    <a16:creationId xmlns:a16="http://schemas.microsoft.com/office/drawing/2014/main" id="{9DF6FDE6-E4FB-4992-BC60-C9F56E013ACE}"/>
                  </a:ext>
                </a:extLst>
              </p:cNvPr>
              <p:cNvGrpSpPr/>
              <p:nvPr/>
            </p:nvGrpSpPr>
            <p:grpSpPr>
              <a:xfrm>
                <a:off x="63425" y="4797904"/>
                <a:ext cx="334800" cy="334800"/>
                <a:chOff x="2700338" y="8651875"/>
                <a:chExt cx="6545262" cy="6543675"/>
              </a:xfrm>
              <a:solidFill>
                <a:schemeClr val="bg1"/>
              </a:solidFill>
            </p:grpSpPr>
            <p:sp>
              <p:nvSpPr>
                <p:cNvPr id="155" name="Freeform 18">
                  <a:extLst>
                    <a:ext uri="{FF2B5EF4-FFF2-40B4-BE49-F238E27FC236}">
                      <a16:creationId xmlns:a16="http://schemas.microsoft.com/office/drawing/2014/main" id="{9EDBDD48-E059-4F24-AB48-C8EF6B56E87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00338" y="10820400"/>
                  <a:ext cx="4376737" cy="4375150"/>
                </a:xfrm>
                <a:custGeom>
                  <a:avLst/>
                  <a:gdLst>
                    <a:gd name="T0" fmla="*/ 477 w 1376"/>
                    <a:gd name="T1" fmla="*/ 1360 h 1376"/>
                    <a:gd name="T2" fmla="*/ 312 w 1376"/>
                    <a:gd name="T3" fmla="*/ 1212 h 1376"/>
                    <a:gd name="T4" fmla="*/ 237 w 1376"/>
                    <a:gd name="T5" fmla="*/ 1044 h 1376"/>
                    <a:gd name="T6" fmla="*/ 64 w 1376"/>
                    <a:gd name="T7" fmla="*/ 1013 h 1376"/>
                    <a:gd name="T8" fmla="*/ 51 w 1376"/>
                    <a:gd name="T9" fmla="*/ 793 h 1376"/>
                    <a:gd name="T10" fmla="*/ 117 w 1376"/>
                    <a:gd name="T11" fmla="*/ 621 h 1376"/>
                    <a:gd name="T12" fmla="*/ 16 w 1376"/>
                    <a:gd name="T13" fmla="*/ 476 h 1376"/>
                    <a:gd name="T14" fmla="*/ 164 w 1376"/>
                    <a:gd name="T15" fmla="*/ 312 h 1376"/>
                    <a:gd name="T16" fmla="*/ 332 w 1376"/>
                    <a:gd name="T17" fmla="*/ 237 h 1376"/>
                    <a:gd name="T18" fmla="*/ 363 w 1376"/>
                    <a:gd name="T19" fmla="*/ 63 h 1376"/>
                    <a:gd name="T20" fmla="*/ 583 w 1376"/>
                    <a:gd name="T21" fmla="*/ 51 h 1376"/>
                    <a:gd name="T22" fmla="*/ 755 w 1376"/>
                    <a:gd name="T23" fmla="*/ 116 h 1376"/>
                    <a:gd name="T24" fmla="*/ 900 w 1376"/>
                    <a:gd name="T25" fmla="*/ 16 h 1376"/>
                    <a:gd name="T26" fmla="*/ 1064 w 1376"/>
                    <a:gd name="T27" fmla="*/ 163 h 1376"/>
                    <a:gd name="T28" fmla="*/ 1139 w 1376"/>
                    <a:gd name="T29" fmla="*/ 331 h 1376"/>
                    <a:gd name="T30" fmla="*/ 1313 w 1376"/>
                    <a:gd name="T31" fmla="*/ 362 h 1376"/>
                    <a:gd name="T32" fmla="*/ 1360 w 1376"/>
                    <a:gd name="T33" fmla="*/ 476 h 1376"/>
                    <a:gd name="T34" fmla="*/ 1260 w 1376"/>
                    <a:gd name="T35" fmla="*/ 621 h 1376"/>
                    <a:gd name="T36" fmla="*/ 1325 w 1376"/>
                    <a:gd name="T37" fmla="*/ 793 h 1376"/>
                    <a:gd name="T38" fmla="*/ 1313 w 1376"/>
                    <a:gd name="T39" fmla="*/ 1013 h 1376"/>
                    <a:gd name="T40" fmla="*/ 1139 w 1376"/>
                    <a:gd name="T41" fmla="*/ 1044 h 1376"/>
                    <a:gd name="T42" fmla="*/ 1064 w 1376"/>
                    <a:gd name="T43" fmla="*/ 1212 h 1376"/>
                    <a:gd name="T44" fmla="*/ 900 w 1376"/>
                    <a:gd name="T45" fmla="*/ 1360 h 1376"/>
                    <a:gd name="T46" fmla="*/ 755 w 1376"/>
                    <a:gd name="T47" fmla="*/ 1259 h 1376"/>
                    <a:gd name="T48" fmla="*/ 583 w 1376"/>
                    <a:gd name="T49" fmla="*/ 1325 h 1376"/>
                    <a:gd name="T50" fmla="*/ 403 w 1376"/>
                    <a:gd name="T51" fmla="*/ 1230 h 1376"/>
                    <a:gd name="T52" fmla="*/ 544 w 1376"/>
                    <a:gd name="T53" fmla="*/ 1210 h 1376"/>
                    <a:gd name="T54" fmla="*/ 748 w 1376"/>
                    <a:gd name="T55" fmla="*/ 1167 h 1376"/>
                    <a:gd name="T56" fmla="*/ 870 w 1376"/>
                    <a:gd name="T57" fmla="*/ 1273 h 1376"/>
                    <a:gd name="T58" fmla="*/ 956 w 1376"/>
                    <a:gd name="T59" fmla="*/ 1159 h 1376"/>
                    <a:gd name="T60" fmla="*/ 1070 w 1376"/>
                    <a:gd name="T61" fmla="*/ 985 h 1376"/>
                    <a:gd name="T62" fmla="*/ 1230 w 1376"/>
                    <a:gd name="T63" fmla="*/ 973 h 1376"/>
                    <a:gd name="T64" fmla="*/ 1211 w 1376"/>
                    <a:gd name="T65" fmla="*/ 832 h 1376"/>
                    <a:gd name="T66" fmla="*/ 1168 w 1376"/>
                    <a:gd name="T67" fmla="*/ 628 h 1376"/>
                    <a:gd name="T68" fmla="*/ 1274 w 1376"/>
                    <a:gd name="T69" fmla="*/ 506 h 1376"/>
                    <a:gd name="T70" fmla="*/ 1160 w 1376"/>
                    <a:gd name="T71" fmla="*/ 420 h 1376"/>
                    <a:gd name="T72" fmla="*/ 986 w 1376"/>
                    <a:gd name="T73" fmla="*/ 306 h 1376"/>
                    <a:gd name="T74" fmla="*/ 974 w 1376"/>
                    <a:gd name="T75" fmla="*/ 146 h 1376"/>
                    <a:gd name="T76" fmla="*/ 833 w 1376"/>
                    <a:gd name="T77" fmla="*/ 165 h 1376"/>
                    <a:gd name="T78" fmla="*/ 629 w 1376"/>
                    <a:gd name="T79" fmla="*/ 208 h 1376"/>
                    <a:gd name="T80" fmla="*/ 507 w 1376"/>
                    <a:gd name="T81" fmla="*/ 102 h 1376"/>
                    <a:gd name="T82" fmla="*/ 421 w 1376"/>
                    <a:gd name="T83" fmla="*/ 216 h 1376"/>
                    <a:gd name="T84" fmla="*/ 307 w 1376"/>
                    <a:gd name="T85" fmla="*/ 390 h 1376"/>
                    <a:gd name="T86" fmla="*/ 146 w 1376"/>
                    <a:gd name="T87" fmla="*/ 402 h 1376"/>
                    <a:gd name="T88" fmla="*/ 166 w 1376"/>
                    <a:gd name="T89" fmla="*/ 543 h 1376"/>
                    <a:gd name="T90" fmla="*/ 209 w 1376"/>
                    <a:gd name="T91" fmla="*/ 747 h 1376"/>
                    <a:gd name="T92" fmla="*/ 103 w 1376"/>
                    <a:gd name="T93" fmla="*/ 869 h 1376"/>
                    <a:gd name="T94" fmla="*/ 217 w 1376"/>
                    <a:gd name="T95" fmla="*/ 955 h 1376"/>
                    <a:gd name="T96" fmla="*/ 391 w 1376"/>
                    <a:gd name="T97" fmla="*/ 1069 h 1376"/>
                    <a:gd name="T98" fmla="*/ 403 w 1376"/>
                    <a:gd name="T99" fmla="*/ 1230 h 1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76" h="1376">
                      <a:moveTo>
                        <a:pt x="509" y="1366"/>
                      </a:moveTo>
                      <a:cubicBezTo>
                        <a:pt x="498" y="1366"/>
                        <a:pt x="487" y="1364"/>
                        <a:pt x="477" y="1360"/>
                      </a:cubicBezTo>
                      <a:cubicBezTo>
                        <a:pt x="363" y="1312"/>
                        <a:pt x="363" y="1312"/>
                        <a:pt x="363" y="1312"/>
                      </a:cubicBezTo>
                      <a:cubicBezTo>
                        <a:pt x="324" y="1296"/>
                        <a:pt x="302" y="1253"/>
                        <a:pt x="312" y="1212"/>
                      </a:cubicBezTo>
                      <a:cubicBezTo>
                        <a:pt x="319" y="1188"/>
                        <a:pt x="325" y="1163"/>
                        <a:pt x="332" y="1139"/>
                      </a:cubicBezTo>
                      <a:cubicBezTo>
                        <a:pt x="297" y="1111"/>
                        <a:pt x="265" y="1079"/>
                        <a:pt x="237" y="1044"/>
                      </a:cubicBezTo>
                      <a:cubicBezTo>
                        <a:pt x="213" y="1051"/>
                        <a:pt x="188" y="1057"/>
                        <a:pt x="164" y="1064"/>
                      </a:cubicBezTo>
                      <a:cubicBezTo>
                        <a:pt x="123" y="1074"/>
                        <a:pt x="80" y="1052"/>
                        <a:pt x="64" y="1013"/>
                      </a:cubicBezTo>
                      <a:cubicBezTo>
                        <a:pt x="16" y="899"/>
                        <a:pt x="16" y="899"/>
                        <a:pt x="16" y="899"/>
                      </a:cubicBezTo>
                      <a:cubicBezTo>
                        <a:pt x="0" y="860"/>
                        <a:pt x="15" y="815"/>
                        <a:pt x="51" y="793"/>
                      </a:cubicBezTo>
                      <a:cubicBezTo>
                        <a:pt x="73" y="780"/>
                        <a:pt x="95" y="767"/>
                        <a:pt x="117" y="754"/>
                      </a:cubicBezTo>
                      <a:cubicBezTo>
                        <a:pt x="112" y="710"/>
                        <a:pt x="112" y="665"/>
                        <a:pt x="117" y="621"/>
                      </a:cubicBezTo>
                      <a:cubicBezTo>
                        <a:pt x="95" y="608"/>
                        <a:pt x="73" y="595"/>
                        <a:pt x="51" y="582"/>
                      </a:cubicBezTo>
                      <a:cubicBezTo>
                        <a:pt x="15" y="561"/>
                        <a:pt x="0" y="515"/>
                        <a:pt x="16" y="476"/>
                      </a:cubicBezTo>
                      <a:cubicBezTo>
                        <a:pt x="64" y="362"/>
                        <a:pt x="64" y="362"/>
                        <a:pt x="64" y="362"/>
                      </a:cubicBezTo>
                      <a:cubicBezTo>
                        <a:pt x="80" y="323"/>
                        <a:pt x="123" y="301"/>
                        <a:pt x="164" y="312"/>
                      </a:cubicBezTo>
                      <a:cubicBezTo>
                        <a:pt x="188" y="318"/>
                        <a:pt x="213" y="324"/>
                        <a:pt x="237" y="331"/>
                      </a:cubicBezTo>
                      <a:cubicBezTo>
                        <a:pt x="265" y="296"/>
                        <a:pt x="297" y="264"/>
                        <a:pt x="332" y="237"/>
                      </a:cubicBezTo>
                      <a:cubicBezTo>
                        <a:pt x="325" y="212"/>
                        <a:pt x="319" y="187"/>
                        <a:pt x="312" y="163"/>
                      </a:cubicBezTo>
                      <a:cubicBezTo>
                        <a:pt x="302" y="122"/>
                        <a:pt x="324" y="79"/>
                        <a:pt x="363" y="63"/>
                      </a:cubicBezTo>
                      <a:cubicBezTo>
                        <a:pt x="477" y="16"/>
                        <a:pt x="477" y="16"/>
                        <a:pt x="477" y="16"/>
                      </a:cubicBezTo>
                      <a:cubicBezTo>
                        <a:pt x="516" y="0"/>
                        <a:pt x="561" y="15"/>
                        <a:pt x="583" y="51"/>
                      </a:cubicBezTo>
                      <a:cubicBezTo>
                        <a:pt x="596" y="72"/>
                        <a:pt x="609" y="94"/>
                        <a:pt x="622" y="116"/>
                      </a:cubicBezTo>
                      <a:cubicBezTo>
                        <a:pt x="666" y="111"/>
                        <a:pt x="711" y="111"/>
                        <a:pt x="755" y="116"/>
                      </a:cubicBezTo>
                      <a:cubicBezTo>
                        <a:pt x="768" y="94"/>
                        <a:pt x="781" y="72"/>
                        <a:pt x="794" y="51"/>
                      </a:cubicBezTo>
                      <a:cubicBezTo>
                        <a:pt x="815" y="15"/>
                        <a:pt x="861" y="0"/>
                        <a:pt x="900" y="16"/>
                      </a:cubicBezTo>
                      <a:cubicBezTo>
                        <a:pt x="1014" y="63"/>
                        <a:pt x="1014" y="63"/>
                        <a:pt x="1014" y="63"/>
                      </a:cubicBezTo>
                      <a:cubicBezTo>
                        <a:pt x="1053" y="79"/>
                        <a:pt x="1075" y="122"/>
                        <a:pt x="1064" y="163"/>
                      </a:cubicBezTo>
                      <a:cubicBezTo>
                        <a:pt x="1058" y="187"/>
                        <a:pt x="1052" y="212"/>
                        <a:pt x="1045" y="237"/>
                      </a:cubicBezTo>
                      <a:cubicBezTo>
                        <a:pt x="1080" y="264"/>
                        <a:pt x="1112" y="296"/>
                        <a:pt x="1139" y="331"/>
                      </a:cubicBezTo>
                      <a:cubicBezTo>
                        <a:pt x="1164" y="324"/>
                        <a:pt x="1189" y="318"/>
                        <a:pt x="1213" y="312"/>
                      </a:cubicBezTo>
                      <a:cubicBezTo>
                        <a:pt x="1254" y="301"/>
                        <a:pt x="1297" y="323"/>
                        <a:pt x="1313" y="362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60" y="476"/>
                        <a:pt x="1360" y="476"/>
                        <a:pt x="1360" y="476"/>
                      </a:cubicBezTo>
                      <a:cubicBezTo>
                        <a:pt x="1376" y="515"/>
                        <a:pt x="1361" y="561"/>
                        <a:pt x="1325" y="582"/>
                      </a:cubicBezTo>
                      <a:cubicBezTo>
                        <a:pt x="1304" y="595"/>
                        <a:pt x="1282" y="608"/>
                        <a:pt x="1260" y="621"/>
                      </a:cubicBezTo>
                      <a:cubicBezTo>
                        <a:pt x="1265" y="665"/>
                        <a:pt x="1265" y="710"/>
                        <a:pt x="1260" y="754"/>
                      </a:cubicBezTo>
                      <a:cubicBezTo>
                        <a:pt x="1282" y="767"/>
                        <a:pt x="1304" y="780"/>
                        <a:pt x="1325" y="793"/>
                      </a:cubicBezTo>
                      <a:cubicBezTo>
                        <a:pt x="1361" y="815"/>
                        <a:pt x="1376" y="860"/>
                        <a:pt x="1360" y="899"/>
                      </a:cubicBezTo>
                      <a:cubicBezTo>
                        <a:pt x="1313" y="1013"/>
                        <a:pt x="1313" y="1013"/>
                        <a:pt x="1313" y="1013"/>
                      </a:cubicBezTo>
                      <a:cubicBezTo>
                        <a:pt x="1297" y="1052"/>
                        <a:pt x="1254" y="1074"/>
                        <a:pt x="1213" y="1064"/>
                      </a:cubicBezTo>
                      <a:cubicBezTo>
                        <a:pt x="1189" y="1057"/>
                        <a:pt x="1164" y="1051"/>
                        <a:pt x="1139" y="1044"/>
                      </a:cubicBezTo>
                      <a:cubicBezTo>
                        <a:pt x="1112" y="1079"/>
                        <a:pt x="1080" y="1111"/>
                        <a:pt x="1045" y="1139"/>
                      </a:cubicBezTo>
                      <a:cubicBezTo>
                        <a:pt x="1052" y="1164"/>
                        <a:pt x="1058" y="1188"/>
                        <a:pt x="1064" y="1212"/>
                      </a:cubicBezTo>
                      <a:cubicBezTo>
                        <a:pt x="1075" y="1253"/>
                        <a:pt x="1053" y="1296"/>
                        <a:pt x="1014" y="1312"/>
                      </a:cubicBezTo>
                      <a:cubicBezTo>
                        <a:pt x="900" y="1360"/>
                        <a:pt x="900" y="1360"/>
                        <a:pt x="900" y="1360"/>
                      </a:cubicBezTo>
                      <a:cubicBezTo>
                        <a:pt x="861" y="1376"/>
                        <a:pt x="815" y="1361"/>
                        <a:pt x="794" y="1325"/>
                      </a:cubicBezTo>
                      <a:cubicBezTo>
                        <a:pt x="781" y="1303"/>
                        <a:pt x="768" y="1281"/>
                        <a:pt x="755" y="1259"/>
                      </a:cubicBezTo>
                      <a:cubicBezTo>
                        <a:pt x="711" y="1264"/>
                        <a:pt x="666" y="1264"/>
                        <a:pt x="622" y="1259"/>
                      </a:cubicBezTo>
                      <a:cubicBezTo>
                        <a:pt x="609" y="1281"/>
                        <a:pt x="596" y="1303"/>
                        <a:pt x="583" y="1325"/>
                      </a:cubicBezTo>
                      <a:cubicBezTo>
                        <a:pt x="567" y="1351"/>
                        <a:pt x="539" y="1366"/>
                        <a:pt x="509" y="1366"/>
                      </a:cubicBezTo>
                      <a:close/>
                      <a:moveTo>
                        <a:pt x="403" y="1230"/>
                      </a:moveTo>
                      <a:cubicBezTo>
                        <a:pt x="507" y="1273"/>
                        <a:pt x="507" y="1273"/>
                        <a:pt x="507" y="1273"/>
                      </a:cubicBezTo>
                      <a:cubicBezTo>
                        <a:pt x="519" y="1252"/>
                        <a:pt x="532" y="1231"/>
                        <a:pt x="544" y="1210"/>
                      </a:cubicBezTo>
                      <a:cubicBezTo>
                        <a:pt x="562" y="1180"/>
                        <a:pt x="595" y="1163"/>
                        <a:pt x="629" y="1167"/>
                      </a:cubicBezTo>
                      <a:cubicBezTo>
                        <a:pt x="669" y="1172"/>
                        <a:pt x="708" y="1172"/>
                        <a:pt x="748" y="1167"/>
                      </a:cubicBezTo>
                      <a:cubicBezTo>
                        <a:pt x="782" y="1163"/>
                        <a:pt x="815" y="1180"/>
                        <a:pt x="833" y="1210"/>
                      </a:cubicBezTo>
                      <a:cubicBezTo>
                        <a:pt x="845" y="1231"/>
                        <a:pt x="857" y="1252"/>
                        <a:pt x="870" y="1273"/>
                      </a:cubicBezTo>
                      <a:cubicBezTo>
                        <a:pt x="974" y="1230"/>
                        <a:pt x="974" y="1230"/>
                        <a:pt x="974" y="1230"/>
                      </a:cubicBezTo>
                      <a:cubicBezTo>
                        <a:pt x="968" y="1206"/>
                        <a:pt x="962" y="1183"/>
                        <a:pt x="956" y="1159"/>
                      </a:cubicBezTo>
                      <a:cubicBezTo>
                        <a:pt x="947" y="1125"/>
                        <a:pt x="958" y="1090"/>
                        <a:pt x="986" y="1069"/>
                      </a:cubicBezTo>
                      <a:cubicBezTo>
                        <a:pt x="1017" y="1044"/>
                        <a:pt x="1045" y="1016"/>
                        <a:pt x="1070" y="985"/>
                      </a:cubicBezTo>
                      <a:cubicBezTo>
                        <a:pt x="1091" y="958"/>
                        <a:pt x="1126" y="946"/>
                        <a:pt x="1160" y="955"/>
                      </a:cubicBezTo>
                      <a:cubicBezTo>
                        <a:pt x="1183" y="961"/>
                        <a:pt x="1207" y="967"/>
                        <a:pt x="1230" y="973"/>
                      </a:cubicBezTo>
                      <a:cubicBezTo>
                        <a:pt x="1274" y="869"/>
                        <a:pt x="1274" y="869"/>
                        <a:pt x="1274" y="869"/>
                      </a:cubicBezTo>
                      <a:cubicBezTo>
                        <a:pt x="1253" y="856"/>
                        <a:pt x="1232" y="844"/>
                        <a:pt x="1211" y="832"/>
                      </a:cubicBezTo>
                      <a:cubicBezTo>
                        <a:pt x="1181" y="814"/>
                        <a:pt x="1164" y="781"/>
                        <a:pt x="1168" y="747"/>
                      </a:cubicBezTo>
                      <a:cubicBezTo>
                        <a:pt x="1173" y="707"/>
                        <a:pt x="1173" y="668"/>
                        <a:pt x="1168" y="628"/>
                      </a:cubicBezTo>
                      <a:cubicBezTo>
                        <a:pt x="1164" y="594"/>
                        <a:pt x="1181" y="561"/>
                        <a:pt x="1211" y="543"/>
                      </a:cubicBezTo>
                      <a:cubicBezTo>
                        <a:pt x="1232" y="531"/>
                        <a:pt x="1253" y="519"/>
                        <a:pt x="1274" y="506"/>
                      </a:cubicBezTo>
                      <a:cubicBezTo>
                        <a:pt x="1230" y="402"/>
                        <a:pt x="1230" y="402"/>
                        <a:pt x="1230" y="402"/>
                      </a:cubicBezTo>
                      <a:cubicBezTo>
                        <a:pt x="1207" y="408"/>
                        <a:pt x="1183" y="414"/>
                        <a:pt x="1160" y="420"/>
                      </a:cubicBezTo>
                      <a:cubicBezTo>
                        <a:pt x="1126" y="429"/>
                        <a:pt x="1091" y="418"/>
                        <a:pt x="1070" y="390"/>
                      </a:cubicBezTo>
                      <a:cubicBezTo>
                        <a:pt x="1045" y="359"/>
                        <a:pt x="1017" y="331"/>
                        <a:pt x="986" y="306"/>
                      </a:cubicBezTo>
                      <a:cubicBezTo>
                        <a:pt x="958" y="285"/>
                        <a:pt x="947" y="250"/>
                        <a:pt x="956" y="216"/>
                      </a:cubicBezTo>
                      <a:cubicBezTo>
                        <a:pt x="962" y="193"/>
                        <a:pt x="968" y="169"/>
                        <a:pt x="974" y="146"/>
                      </a:cubicBezTo>
                      <a:cubicBezTo>
                        <a:pt x="870" y="102"/>
                        <a:pt x="870" y="102"/>
                        <a:pt x="870" y="102"/>
                      </a:cubicBezTo>
                      <a:cubicBezTo>
                        <a:pt x="857" y="123"/>
                        <a:pt x="845" y="144"/>
                        <a:pt x="833" y="165"/>
                      </a:cubicBezTo>
                      <a:cubicBezTo>
                        <a:pt x="815" y="195"/>
                        <a:pt x="782" y="212"/>
                        <a:pt x="748" y="208"/>
                      </a:cubicBezTo>
                      <a:cubicBezTo>
                        <a:pt x="708" y="203"/>
                        <a:pt x="668" y="203"/>
                        <a:pt x="629" y="208"/>
                      </a:cubicBezTo>
                      <a:cubicBezTo>
                        <a:pt x="595" y="212"/>
                        <a:pt x="561" y="195"/>
                        <a:pt x="544" y="165"/>
                      </a:cubicBezTo>
                      <a:cubicBezTo>
                        <a:pt x="532" y="144"/>
                        <a:pt x="519" y="123"/>
                        <a:pt x="507" y="102"/>
                      </a:cubicBezTo>
                      <a:cubicBezTo>
                        <a:pt x="403" y="146"/>
                        <a:pt x="403" y="146"/>
                        <a:pt x="403" y="146"/>
                      </a:cubicBezTo>
                      <a:cubicBezTo>
                        <a:pt x="409" y="169"/>
                        <a:pt x="415" y="193"/>
                        <a:pt x="421" y="216"/>
                      </a:cubicBezTo>
                      <a:cubicBezTo>
                        <a:pt x="430" y="250"/>
                        <a:pt x="418" y="285"/>
                        <a:pt x="391" y="306"/>
                      </a:cubicBezTo>
                      <a:cubicBezTo>
                        <a:pt x="360" y="331"/>
                        <a:pt x="332" y="359"/>
                        <a:pt x="307" y="390"/>
                      </a:cubicBezTo>
                      <a:cubicBezTo>
                        <a:pt x="286" y="418"/>
                        <a:pt x="251" y="429"/>
                        <a:pt x="217" y="420"/>
                      </a:cubicBezTo>
                      <a:cubicBezTo>
                        <a:pt x="193" y="414"/>
                        <a:pt x="170" y="408"/>
                        <a:pt x="146" y="402"/>
                      </a:cubicBezTo>
                      <a:cubicBezTo>
                        <a:pt x="103" y="506"/>
                        <a:pt x="103" y="506"/>
                        <a:pt x="103" y="506"/>
                      </a:cubicBezTo>
                      <a:cubicBezTo>
                        <a:pt x="124" y="519"/>
                        <a:pt x="145" y="531"/>
                        <a:pt x="166" y="543"/>
                      </a:cubicBezTo>
                      <a:cubicBezTo>
                        <a:pt x="196" y="561"/>
                        <a:pt x="213" y="594"/>
                        <a:pt x="209" y="628"/>
                      </a:cubicBezTo>
                      <a:cubicBezTo>
                        <a:pt x="204" y="668"/>
                        <a:pt x="204" y="708"/>
                        <a:pt x="209" y="747"/>
                      </a:cubicBezTo>
                      <a:cubicBezTo>
                        <a:pt x="213" y="781"/>
                        <a:pt x="196" y="815"/>
                        <a:pt x="166" y="832"/>
                      </a:cubicBezTo>
                      <a:cubicBezTo>
                        <a:pt x="145" y="844"/>
                        <a:pt x="124" y="856"/>
                        <a:pt x="103" y="869"/>
                      </a:cubicBezTo>
                      <a:cubicBezTo>
                        <a:pt x="146" y="973"/>
                        <a:pt x="146" y="973"/>
                        <a:pt x="146" y="973"/>
                      </a:cubicBezTo>
                      <a:cubicBezTo>
                        <a:pt x="170" y="968"/>
                        <a:pt x="193" y="961"/>
                        <a:pt x="217" y="955"/>
                      </a:cubicBezTo>
                      <a:cubicBezTo>
                        <a:pt x="251" y="946"/>
                        <a:pt x="286" y="958"/>
                        <a:pt x="307" y="985"/>
                      </a:cubicBezTo>
                      <a:cubicBezTo>
                        <a:pt x="332" y="1016"/>
                        <a:pt x="360" y="1044"/>
                        <a:pt x="391" y="1069"/>
                      </a:cubicBezTo>
                      <a:cubicBezTo>
                        <a:pt x="418" y="1090"/>
                        <a:pt x="430" y="1125"/>
                        <a:pt x="421" y="1159"/>
                      </a:cubicBezTo>
                      <a:cubicBezTo>
                        <a:pt x="415" y="1183"/>
                        <a:pt x="409" y="1206"/>
                        <a:pt x="403" y="12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Freeform 19">
                  <a:extLst>
                    <a:ext uri="{FF2B5EF4-FFF2-40B4-BE49-F238E27FC236}">
                      <a16:creationId xmlns:a16="http://schemas.microsoft.com/office/drawing/2014/main" id="{04FC0B1D-842A-4507-953B-9A59C8C8D7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62375" y="11879263"/>
                  <a:ext cx="2255837" cy="2120900"/>
                </a:xfrm>
                <a:custGeom>
                  <a:avLst/>
                  <a:gdLst>
                    <a:gd name="T0" fmla="*/ 354 w 709"/>
                    <a:gd name="T1" fmla="*/ 667 h 667"/>
                    <a:gd name="T2" fmla="*/ 235 w 709"/>
                    <a:gd name="T3" fmla="*/ 643 h 667"/>
                    <a:gd name="T4" fmla="*/ 66 w 709"/>
                    <a:gd name="T5" fmla="*/ 474 h 667"/>
                    <a:gd name="T6" fmla="*/ 235 w 709"/>
                    <a:gd name="T7" fmla="*/ 66 h 667"/>
                    <a:gd name="T8" fmla="*/ 643 w 709"/>
                    <a:gd name="T9" fmla="*/ 235 h 667"/>
                    <a:gd name="T10" fmla="*/ 643 w 709"/>
                    <a:gd name="T11" fmla="*/ 235 h 667"/>
                    <a:gd name="T12" fmla="*/ 474 w 709"/>
                    <a:gd name="T13" fmla="*/ 643 h 667"/>
                    <a:gd name="T14" fmla="*/ 354 w 709"/>
                    <a:gd name="T15" fmla="*/ 667 h 667"/>
                    <a:gd name="T16" fmla="*/ 354 w 709"/>
                    <a:gd name="T17" fmla="*/ 134 h 667"/>
                    <a:gd name="T18" fmla="*/ 270 w 709"/>
                    <a:gd name="T19" fmla="*/ 151 h 667"/>
                    <a:gd name="T20" fmla="*/ 150 w 709"/>
                    <a:gd name="T21" fmla="*/ 439 h 667"/>
                    <a:gd name="T22" fmla="*/ 270 w 709"/>
                    <a:gd name="T23" fmla="*/ 559 h 667"/>
                    <a:gd name="T24" fmla="*/ 439 w 709"/>
                    <a:gd name="T25" fmla="*/ 559 h 667"/>
                    <a:gd name="T26" fmla="*/ 558 w 709"/>
                    <a:gd name="T27" fmla="*/ 270 h 667"/>
                    <a:gd name="T28" fmla="*/ 354 w 709"/>
                    <a:gd name="T29" fmla="*/ 134 h 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09" h="667">
                      <a:moveTo>
                        <a:pt x="354" y="667"/>
                      </a:moveTo>
                      <a:cubicBezTo>
                        <a:pt x="314" y="667"/>
                        <a:pt x="273" y="659"/>
                        <a:pt x="235" y="643"/>
                      </a:cubicBezTo>
                      <a:cubicBezTo>
                        <a:pt x="158" y="611"/>
                        <a:pt x="98" y="551"/>
                        <a:pt x="66" y="474"/>
                      </a:cubicBezTo>
                      <a:cubicBezTo>
                        <a:pt x="0" y="315"/>
                        <a:pt x="76" y="132"/>
                        <a:pt x="235" y="66"/>
                      </a:cubicBezTo>
                      <a:cubicBezTo>
                        <a:pt x="394" y="0"/>
                        <a:pt x="577" y="76"/>
                        <a:pt x="643" y="235"/>
                      </a:cubicBezTo>
                      <a:cubicBezTo>
                        <a:pt x="643" y="235"/>
                        <a:pt x="643" y="235"/>
                        <a:pt x="643" y="235"/>
                      </a:cubicBezTo>
                      <a:cubicBezTo>
                        <a:pt x="709" y="394"/>
                        <a:pt x="633" y="577"/>
                        <a:pt x="474" y="643"/>
                      </a:cubicBezTo>
                      <a:cubicBezTo>
                        <a:pt x="435" y="659"/>
                        <a:pt x="395" y="667"/>
                        <a:pt x="354" y="667"/>
                      </a:cubicBezTo>
                      <a:close/>
                      <a:moveTo>
                        <a:pt x="354" y="134"/>
                      </a:moveTo>
                      <a:cubicBezTo>
                        <a:pt x="326" y="134"/>
                        <a:pt x="297" y="139"/>
                        <a:pt x="270" y="151"/>
                      </a:cubicBezTo>
                      <a:cubicBezTo>
                        <a:pt x="157" y="197"/>
                        <a:pt x="104" y="327"/>
                        <a:pt x="150" y="439"/>
                      </a:cubicBezTo>
                      <a:cubicBezTo>
                        <a:pt x="173" y="494"/>
                        <a:pt x="215" y="536"/>
                        <a:pt x="270" y="559"/>
                      </a:cubicBezTo>
                      <a:cubicBezTo>
                        <a:pt x="324" y="581"/>
                        <a:pt x="384" y="581"/>
                        <a:pt x="439" y="559"/>
                      </a:cubicBezTo>
                      <a:cubicBezTo>
                        <a:pt x="551" y="512"/>
                        <a:pt x="605" y="383"/>
                        <a:pt x="558" y="270"/>
                      </a:cubicBezTo>
                      <a:cubicBezTo>
                        <a:pt x="523" y="185"/>
                        <a:pt x="441" y="134"/>
                        <a:pt x="354" y="1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 20">
                  <a:extLst>
                    <a:ext uri="{FF2B5EF4-FFF2-40B4-BE49-F238E27FC236}">
                      <a16:creationId xmlns:a16="http://schemas.microsoft.com/office/drawing/2014/main" id="{109642CB-BC9A-419B-AC33-4AC1E2390A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4075" y="8651875"/>
                  <a:ext cx="3311525" cy="3309938"/>
                </a:xfrm>
                <a:custGeom>
                  <a:avLst/>
                  <a:gdLst>
                    <a:gd name="T0" fmla="*/ 476 w 1041"/>
                    <a:gd name="T1" fmla="*/ 1041 h 1041"/>
                    <a:gd name="T2" fmla="*/ 397 w 1041"/>
                    <a:gd name="T3" fmla="*/ 930 h 1041"/>
                    <a:gd name="T4" fmla="*/ 279 w 1041"/>
                    <a:gd name="T5" fmla="*/ 927 h 1041"/>
                    <a:gd name="T6" fmla="*/ 121 w 1041"/>
                    <a:gd name="T7" fmla="*/ 857 h 1041"/>
                    <a:gd name="T8" fmla="*/ 143 w 1041"/>
                    <a:gd name="T9" fmla="*/ 723 h 1041"/>
                    <a:gd name="T10" fmla="*/ 62 w 1041"/>
                    <a:gd name="T11" fmla="*/ 637 h 1041"/>
                    <a:gd name="T12" fmla="*/ 0 w 1041"/>
                    <a:gd name="T13" fmla="*/ 476 h 1041"/>
                    <a:gd name="T14" fmla="*/ 111 w 1041"/>
                    <a:gd name="T15" fmla="*/ 397 h 1041"/>
                    <a:gd name="T16" fmla="*/ 114 w 1041"/>
                    <a:gd name="T17" fmla="*/ 279 h 1041"/>
                    <a:gd name="T18" fmla="*/ 184 w 1041"/>
                    <a:gd name="T19" fmla="*/ 121 h 1041"/>
                    <a:gd name="T20" fmla="*/ 318 w 1041"/>
                    <a:gd name="T21" fmla="*/ 143 h 1041"/>
                    <a:gd name="T22" fmla="*/ 404 w 1041"/>
                    <a:gd name="T23" fmla="*/ 62 h 1041"/>
                    <a:gd name="T24" fmla="*/ 565 w 1041"/>
                    <a:gd name="T25" fmla="*/ 0 h 1041"/>
                    <a:gd name="T26" fmla="*/ 644 w 1041"/>
                    <a:gd name="T27" fmla="*/ 110 h 1041"/>
                    <a:gd name="T28" fmla="*/ 762 w 1041"/>
                    <a:gd name="T29" fmla="*/ 114 h 1041"/>
                    <a:gd name="T30" fmla="*/ 920 w 1041"/>
                    <a:gd name="T31" fmla="*/ 184 h 1041"/>
                    <a:gd name="T32" fmla="*/ 898 w 1041"/>
                    <a:gd name="T33" fmla="*/ 318 h 1041"/>
                    <a:gd name="T34" fmla="*/ 979 w 1041"/>
                    <a:gd name="T35" fmla="*/ 404 h 1041"/>
                    <a:gd name="T36" fmla="*/ 1041 w 1041"/>
                    <a:gd name="T37" fmla="*/ 565 h 1041"/>
                    <a:gd name="T38" fmla="*/ 931 w 1041"/>
                    <a:gd name="T39" fmla="*/ 644 h 1041"/>
                    <a:gd name="T40" fmla="*/ 927 w 1041"/>
                    <a:gd name="T41" fmla="*/ 762 h 1041"/>
                    <a:gd name="T42" fmla="*/ 857 w 1041"/>
                    <a:gd name="T43" fmla="*/ 920 h 1041"/>
                    <a:gd name="T44" fmla="*/ 723 w 1041"/>
                    <a:gd name="T45" fmla="*/ 898 h 1041"/>
                    <a:gd name="T46" fmla="*/ 637 w 1041"/>
                    <a:gd name="T47" fmla="*/ 979 h 1041"/>
                    <a:gd name="T48" fmla="*/ 488 w 1041"/>
                    <a:gd name="T49" fmla="*/ 954 h 1041"/>
                    <a:gd name="T50" fmla="*/ 559 w 1041"/>
                    <a:gd name="T51" fmla="*/ 910 h 1041"/>
                    <a:gd name="T52" fmla="*/ 689 w 1041"/>
                    <a:gd name="T53" fmla="*/ 817 h 1041"/>
                    <a:gd name="T54" fmla="*/ 804 w 1041"/>
                    <a:gd name="T55" fmla="*/ 849 h 1041"/>
                    <a:gd name="T56" fmla="*/ 823 w 1041"/>
                    <a:gd name="T57" fmla="*/ 769 h 1041"/>
                    <a:gd name="T58" fmla="*/ 850 w 1041"/>
                    <a:gd name="T59" fmla="*/ 611 h 1041"/>
                    <a:gd name="T60" fmla="*/ 954 w 1041"/>
                    <a:gd name="T61" fmla="*/ 553 h 1041"/>
                    <a:gd name="T62" fmla="*/ 910 w 1041"/>
                    <a:gd name="T63" fmla="*/ 482 h 1041"/>
                    <a:gd name="T64" fmla="*/ 817 w 1041"/>
                    <a:gd name="T65" fmla="*/ 352 h 1041"/>
                    <a:gd name="T66" fmla="*/ 850 w 1041"/>
                    <a:gd name="T67" fmla="*/ 237 h 1041"/>
                    <a:gd name="T68" fmla="*/ 769 w 1041"/>
                    <a:gd name="T69" fmla="*/ 218 h 1041"/>
                    <a:gd name="T70" fmla="*/ 612 w 1041"/>
                    <a:gd name="T71" fmla="*/ 191 h 1041"/>
                    <a:gd name="T72" fmla="*/ 553 w 1041"/>
                    <a:gd name="T73" fmla="*/ 87 h 1041"/>
                    <a:gd name="T74" fmla="*/ 482 w 1041"/>
                    <a:gd name="T75" fmla="*/ 131 h 1041"/>
                    <a:gd name="T76" fmla="*/ 353 w 1041"/>
                    <a:gd name="T77" fmla="*/ 224 h 1041"/>
                    <a:gd name="T78" fmla="*/ 237 w 1041"/>
                    <a:gd name="T79" fmla="*/ 191 h 1041"/>
                    <a:gd name="T80" fmla="*/ 218 w 1041"/>
                    <a:gd name="T81" fmla="*/ 272 h 1041"/>
                    <a:gd name="T82" fmla="*/ 192 w 1041"/>
                    <a:gd name="T83" fmla="*/ 429 h 1041"/>
                    <a:gd name="T84" fmla="*/ 87 w 1041"/>
                    <a:gd name="T85" fmla="*/ 488 h 1041"/>
                    <a:gd name="T86" fmla="*/ 131 w 1041"/>
                    <a:gd name="T87" fmla="*/ 559 h 1041"/>
                    <a:gd name="T88" fmla="*/ 224 w 1041"/>
                    <a:gd name="T89" fmla="*/ 688 h 1041"/>
                    <a:gd name="T90" fmla="*/ 192 w 1041"/>
                    <a:gd name="T91" fmla="*/ 804 h 1041"/>
                    <a:gd name="T92" fmla="*/ 272 w 1041"/>
                    <a:gd name="T93" fmla="*/ 823 h 1041"/>
                    <a:gd name="T94" fmla="*/ 430 w 1041"/>
                    <a:gd name="T95" fmla="*/ 849 h 1041"/>
                    <a:gd name="T96" fmla="*/ 488 w 1041"/>
                    <a:gd name="T97" fmla="*/ 954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41" h="1041">
                      <a:moveTo>
                        <a:pt x="565" y="1041"/>
                      </a:moveTo>
                      <a:cubicBezTo>
                        <a:pt x="476" y="1041"/>
                        <a:pt x="476" y="1041"/>
                        <a:pt x="476" y="1041"/>
                      </a:cubicBezTo>
                      <a:cubicBezTo>
                        <a:pt x="440" y="1041"/>
                        <a:pt x="409" y="1014"/>
                        <a:pt x="404" y="979"/>
                      </a:cubicBezTo>
                      <a:cubicBezTo>
                        <a:pt x="402" y="963"/>
                        <a:pt x="399" y="947"/>
                        <a:pt x="397" y="930"/>
                      </a:cubicBezTo>
                      <a:cubicBezTo>
                        <a:pt x="370" y="922"/>
                        <a:pt x="343" y="911"/>
                        <a:pt x="318" y="898"/>
                      </a:cubicBezTo>
                      <a:cubicBezTo>
                        <a:pt x="305" y="907"/>
                        <a:pt x="292" y="917"/>
                        <a:pt x="279" y="927"/>
                      </a:cubicBezTo>
                      <a:cubicBezTo>
                        <a:pt x="250" y="948"/>
                        <a:pt x="210" y="945"/>
                        <a:pt x="184" y="920"/>
                      </a:cubicBezTo>
                      <a:cubicBezTo>
                        <a:pt x="121" y="857"/>
                        <a:pt x="121" y="857"/>
                        <a:pt x="121" y="857"/>
                      </a:cubicBezTo>
                      <a:cubicBezTo>
                        <a:pt x="96" y="831"/>
                        <a:pt x="93" y="791"/>
                        <a:pt x="114" y="762"/>
                      </a:cubicBezTo>
                      <a:cubicBezTo>
                        <a:pt x="124" y="749"/>
                        <a:pt x="133" y="736"/>
                        <a:pt x="143" y="723"/>
                      </a:cubicBezTo>
                      <a:cubicBezTo>
                        <a:pt x="130" y="698"/>
                        <a:pt x="119" y="671"/>
                        <a:pt x="111" y="644"/>
                      </a:cubicBezTo>
                      <a:cubicBezTo>
                        <a:pt x="94" y="642"/>
                        <a:pt x="78" y="639"/>
                        <a:pt x="62" y="637"/>
                      </a:cubicBezTo>
                      <a:cubicBezTo>
                        <a:pt x="27" y="632"/>
                        <a:pt x="0" y="601"/>
                        <a:pt x="0" y="565"/>
                      </a:cubicBezTo>
                      <a:cubicBezTo>
                        <a:pt x="0" y="476"/>
                        <a:pt x="0" y="476"/>
                        <a:pt x="0" y="476"/>
                      </a:cubicBezTo>
                      <a:cubicBezTo>
                        <a:pt x="0" y="440"/>
                        <a:pt x="27" y="409"/>
                        <a:pt x="62" y="404"/>
                      </a:cubicBezTo>
                      <a:cubicBezTo>
                        <a:pt x="78" y="401"/>
                        <a:pt x="94" y="399"/>
                        <a:pt x="111" y="397"/>
                      </a:cubicBezTo>
                      <a:cubicBezTo>
                        <a:pt x="119" y="369"/>
                        <a:pt x="130" y="343"/>
                        <a:pt x="143" y="318"/>
                      </a:cubicBezTo>
                      <a:cubicBezTo>
                        <a:pt x="133" y="305"/>
                        <a:pt x="124" y="291"/>
                        <a:pt x="114" y="279"/>
                      </a:cubicBezTo>
                      <a:cubicBezTo>
                        <a:pt x="93" y="250"/>
                        <a:pt x="96" y="209"/>
                        <a:pt x="121" y="184"/>
                      </a:cubicBezTo>
                      <a:cubicBezTo>
                        <a:pt x="184" y="121"/>
                        <a:pt x="184" y="121"/>
                        <a:pt x="184" y="121"/>
                      </a:cubicBezTo>
                      <a:cubicBezTo>
                        <a:pt x="210" y="96"/>
                        <a:pt x="250" y="92"/>
                        <a:pt x="279" y="114"/>
                      </a:cubicBezTo>
                      <a:cubicBezTo>
                        <a:pt x="292" y="123"/>
                        <a:pt x="305" y="133"/>
                        <a:pt x="318" y="143"/>
                      </a:cubicBezTo>
                      <a:cubicBezTo>
                        <a:pt x="343" y="129"/>
                        <a:pt x="370" y="118"/>
                        <a:pt x="397" y="110"/>
                      </a:cubicBezTo>
                      <a:cubicBezTo>
                        <a:pt x="399" y="94"/>
                        <a:pt x="402" y="78"/>
                        <a:pt x="404" y="62"/>
                      </a:cubicBezTo>
                      <a:cubicBezTo>
                        <a:pt x="409" y="27"/>
                        <a:pt x="440" y="0"/>
                        <a:pt x="476" y="0"/>
                      </a:cubicBezTo>
                      <a:cubicBezTo>
                        <a:pt x="565" y="0"/>
                        <a:pt x="565" y="0"/>
                        <a:pt x="565" y="0"/>
                      </a:cubicBezTo>
                      <a:cubicBezTo>
                        <a:pt x="601" y="0"/>
                        <a:pt x="632" y="27"/>
                        <a:pt x="637" y="62"/>
                      </a:cubicBezTo>
                      <a:cubicBezTo>
                        <a:pt x="640" y="78"/>
                        <a:pt x="642" y="94"/>
                        <a:pt x="644" y="110"/>
                      </a:cubicBezTo>
                      <a:cubicBezTo>
                        <a:pt x="672" y="118"/>
                        <a:pt x="698" y="129"/>
                        <a:pt x="723" y="143"/>
                      </a:cubicBezTo>
                      <a:cubicBezTo>
                        <a:pt x="736" y="133"/>
                        <a:pt x="750" y="123"/>
                        <a:pt x="762" y="114"/>
                      </a:cubicBezTo>
                      <a:cubicBezTo>
                        <a:pt x="791" y="92"/>
                        <a:pt x="832" y="96"/>
                        <a:pt x="857" y="121"/>
                      </a:cubicBezTo>
                      <a:cubicBezTo>
                        <a:pt x="920" y="184"/>
                        <a:pt x="920" y="184"/>
                        <a:pt x="920" y="184"/>
                      </a:cubicBezTo>
                      <a:cubicBezTo>
                        <a:pt x="945" y="209"/>
                        <a:pt x="949" y="250"/>
                        <a:pt x="927" y="278"/>
                      </a:cubicBezTo>
                      <a:cubicBezTo>
                        <a:pt x="918" y="291"/>
                        <a:pt x="908" y="305"/>
                        <a:pt x="898" y="318"/>
                      </a:cubicBezTo>
                      <a:cubicBezTo>
                        <a:pt x="912" y="343"/>
                        <a:pt x="923" y="369"/>
                        <a:pt x="931" y="397"/>
                      </a:cubicBezTo>
                      <a:cubicBezTo>
                        <a:pt x="947" y="399"/>
                        <a:pt x="963" y="401"/>
                        <a:pt x="979" y="404"/>
                      </a:cubicBezTo>
                      <a:cubicBezTo>
                        <a:pt x="1014" y="409"/>
                        <a:pt x="1041" y="440"/>
                        <a:pt x="1041" y="476"/>
                      </a:cubicBezTo>
                      <a:cubicBezTo>
                        <a:pt x="1041" y="565"/>
                        <a:pt x="1041" y="565"/>
                        <a:pt x="1041" y="565"/>
                      </a:cubicBezTo>
                      <a:cubicBezTo>
                        <a:pt x="1041" y="601"/>
                        <a:pt x="1014" y="632"/>
                        <a:pt x="979" y="637"/>
                      </a:cubicBezTo>
                      <a:cubicBezTo>
                        <a:pt x="963" y="639"/>
                        <a:pt x="947" y="642"/>
                        <a:pt x="931" y="644"/>
                      </a:cubicBezTo>
                      <a:cubicBezTo>
                        <a:pt x="923" y="671"/>
                        <a:pt x="911" y="698"/>
                        <a:pt x="898" y="723"/>
                      </a:cubicBezTo>
                      <a:cubicBezTo>
                        <a:pt x="908" y="736"/>
                        <a:pt x="918" y="749"/>
                        <a:pt x="927" y="762"/>
                      </a:cubicBezTo>
                      <a:cubicBezTo>
                        <a:pt x="949" y="791"/>
                        <a:pt x="945" y="831"/>
                        <a:pt x="920" y="857"/>
                      </a:cubicBezTo>
                      <a:cubicBezTo>
                        <a:pt x="857" y="920"/>
                        <a:pt x="857" y="920"/>
                        <a:pt x="857" y="920"/>
                      </a:cubicBezTo>
                      <a:cubicBezTo>
                        <a:pt x="832" y="945"/>
                        <a:pt x="791" y="948"/>
                        <a:pt x="762" y="927"/>
                      </a:cubicBezTo>
                      <a:cubicBezTo>
                        <a:pt x="750" y="917"/>
                        <a:pt x="736" y="907"/>
                        <a:pt x="723" y="898"/>
                      </a:cubicBezTo>
                      <a:cubicBezTo>
                        <a:pt x="698" y="911"/>
                        <a:pt x="672" y="922"/>
                        <a:pt x="644" y="930"/>
                      </a:cubicBezTo>
                      <a:cubicBezTo>
                        <a:pt x="642" y="947"/>
                        <a:pt x="640" y="963"/>
                        <a:pt x="637" y="979"/>
                      </a:cubicBezTo>
                      <a:cubicBezTo>
                        <a:pt x="632" y="1014"/>
                        <a:pt x="601" y="1041"/>
                        <a:pt x="565" y="1041"/>
                      </a:cubicBezTo>
                      <a:close/>
                      <a:moveTo>
                        <a:pt x="488" y="954"/>
                      </a:moveTo>
                      <a:cubicBezTo>
                        <a:pt x="553" y="954"/>
                        <a:pt x="553" y="954"/>
                        <a:pt x="553" y="954"/>
                      </a:cubicBezTo>
                      <a:cubicBezTo>
                        <a:pt x="555" y="939"/>
                        <a:pt x="557" y="924"/>
                        <a:pt x="559" y="910"/>
                      </a:cubicBezTo>
                      <a:cubicBezTo>
                        <a:pt x="563" y="881"/>
                        <a:pt x="583" y="857"/>
                        <a:pt x="612" y="849"/>
                      </a:cubicBezTo>
                      <a:cubicBezTo>
                        <a:pt x="639" y="842"/>
                        <a:pt x="665" y="831"/>
                        <a:pt x="689" y="817"/>
                      </a:cubicBezTo>
                      <a:cubicBezTo>
                        <a:pt x="714" y="803"/>
                        <a:pt x="746" y="805"/>
                        <a:pt x="769" y="823"/>
                      </a:cubicBezTo>
                      <a:cubicBezTo>
                        <a:pt x="781" y="832"/>
                        <a:pt x="793" y="841"/>
                        <a:pt x="804" y="849"/>
                      </a:cubicBezTo>
                      <a:cubicBezTo>
                        <a:pt x="850" y="804"/>
                        <a:pt x="850" y="804"/>
                        <a:pt x="850" y="804"/>
                      </a:cubicBezTo>
                      <a:cubicBezTo>
                        <a:pt x="841" y="792"/>
                        <a:pt x="832" y="780"/>
                        <a:pt x="823" y="769"/>
                      </a:cubicBezTo>
                      <a:cubicBezTo>
                        <a:pt x="805" y="745"/>
                        <a:pt x="803" y="714"/>
                        <a:pt x="817" y="688"/>
                      </a:cubicBezTo>
                      <a:cubicBezTo>
                        <a:pt x="831" y="664"/>
                        <a:pt x="842" y="638"/>
                        <a:pt x="850" y="611"/>
                      </a:cubicBezTo>
                      <a:cubicBezTo>
                        <a:pt x="857" y="583"/>
                        <a:pt x="881" y="562"/>
                        <a:pt x="910" y="559"/>
                      </a:cubicBezTo>
                      <a:cubicBezTo>
                        <a:pt x="925" y="557"/>
                        <a:pt x="940" y="555"/>
                        <a:pt x="954" y="553"/>
                      </a:cubicBezTo>
                      <a:cubicBezTo>
                        <a:pt x="954" y="488"/>
                        <a:pt x="954" y="488"/>
                        <a:pt x="954" y="488"/>
                      </a:cubicBezTo>
                      <a:cubicBezTo>
                        <a:pt x="940" y="486"/>
                        <a:pt x="925" y="484"/>
                        <a:pt x="910" y="482"/>
                      </a:cubicBezTo>
                      <a:cubicBezTo>
                        <a:pt x="881" y="478"/>
                        <a:pt x="857" y="458"/>
                        <a:pt x="850" y="429"/>
                      </a:cubicBezTo>
                      <a:cubicBezTo>
                        <a:pt x="842" y="402"/>
                        <a:pt x="831" y="376"/>
                        <a:pt x="817" y="352"/>
                      </a:cubicBezTo>
                      <a:cubicBezTo>
                        <a:pt x="803" y="327"/>
                        <a:pt x="805" y="295"/>
                        <a:pt x="823" y="272"/>
                      </a:cubicBezTo>
                      <a:cubicBezTo>
                        <a:pt x="832" y="260"/>
                        <a:pt x="841" y="248"/>
                        <a:pt x="850" y="237"/>
                      </a:cubicBezTo>
                      <a:cubicBezTo>
                        <a:pt x="804" y="191"/>
                        <a:pt x="804" y="191"/>
                        <a:pt x="804" y="191"/>
                      </a:cubicBezTo>
                      <a:cubicBezTo>
                        <a:pt x="793" y="200"/>
                        <a:pt x="781" y="209"/>
                        <a:pt x="769" y="218"/>
                      </a:cubicBezTo>
                      <a:cubicBezTo>
                        <a:pt x="746" y="236"/>
                        <a:pt x="714" y="238"/>
                        <a:pt x="689" y="224"/>
                      </a:cubicBezTo>
                      <a:cubicBezTo>
                        <a:pt x="665" y="210"/>
                        <a:pt x="639" y="199"/>
                        <a:pt x="612" y="191"/>
                      </a:cubicBezTo>
                      <a:cubicBezTo>
                        <a:pt x="583" y="184"/>
                        <a:pt x="563" y="160"/>
                        <a:pt x="559" y="131"/>
                      </a:cubicBezTo>
                      <a:cubicBezTo>
                        <a:pt x="557" y="116"/>
                        <a:pt x="555" y="101"/>
                        <a:pt x="553" y="87"/>
                      </a:cubicBezTo>
                      <a:cubicBezTo>
                        <a:pt x="488" y="87"/>
                        <a:pt x="488" y="87"/>
                        <a:pt x="488" y="87"/>
                      </a:cubicBezTo>
                      <a:cubicBezTo>
                        <a:pt x="486" y="101"/>
                        <a:pt x="484" y="116"/>
                        <a:pt x="482" y="131"/>
                      </a:cubicBezTo>
                      <a:cubicBezTo>
                        <a:pt x="479" y="160"/>
                        <a:pt x="458" y="184"/>
                        <a:pt x="430" y="191"/>
                      </a:cubicBezTo>
                      <a:cubicBezTo>
                        <a:pt x="403" y="199"/>
                        <a:pt x="377" y="210"/>
                        <a:pt x="353" y="224"/>
                      </a:cubicBezTo>
                      <a:cubicBezTo>
                        <a:pt x="327" y="238"/>
                        <a:pt x="296" y="236"/>
                        <a:pt x="272" y="218"/>
                      </a:cubicBezTo>
                      <a:cubicBezTo>
                        <a:pt x="261" y="209"/>
                        <a:pt x="249" y="200"/>
                        <a:pt x="237" y="191"/>
                      </a:cubicBezTo>
                      <a:cubicBezTo>
                        <a:pt x="192" y="237"/>
                        <a:pt x="192" y="237"/>
                        <a:pt x="192" y="237"/>
                      </a:cubicBezTo>
                      <a:cubicBezTo>
                        <a:pt x="200" y="248"/>
                        <a:pt x="209" y="260"/>
                        <a:pt x="218" y="272"/>
                      </a:cubicBezTo>
                      <a:cubicBezTo>
                        <a:pt x="236" y="295"/>
                        <a:pt x="238" y="327"/>
                        <a:pt x="224" y="352"/>
                      </a:cubicBezTo>
                      <a:cubicBezTo>
                        <a:pt x="210" y="376"/>
                        <a:pt x="199" y="402"/>
                        <a:pt x="192" y="429"/>
                      </a:cubicBezTo>
                      <a:cubicBezTo>
                        <a:pt x="184" y="458"/>
                        <a:pt x="160" y="478"/>
                        <a:pt x="131" y="482"/>
                      </a:cubicBezTo>
                      <a:cubicBezTo>
                        <a:pt x="117" y="484"/>
                        <a:pt x="102" y="486"/>
                        <a:pt x="87" y="488"/>
                      </a:cubicBezTo>
                      <a:cubicBezTo>
                        <a:pt x="87" y="553"/>
                        <a:pt x="87" y="553"/>
                        <a:pt x="87" y="553"/>
                      </a:cubicBezTo>
                      <a:cubicBezTo>
                        <a:pt x="102" y="555"/>
                        <a:pt x="117" y="557"/>
                        <a:pt x="131" y="559"/>
                      </a:cubicBezTo>
                      <a:cubicBezTo>
                        <a:pt x="160" y="562"/>
                        <a:pt x="184" y="583"/>
                        <a:pt x="192" y="611"/>
                      </a:cubicBezTo>
                      <a:cubicBezTo>
                        <a:pt x="199" y="638"/>
                        <a:pt x="210" y="664"/>
                        <a:pt x="224" y="688"/>
                      </a:cubicBezTo>
                      <a:cubicBezTo>
                        <a:pt x="238" y="714"/>
                        <a:pt x="236" y="745"/>
                        <a:pt x="218" y="769"/>
                      </a:cubicBezTo>
                      <a:cubicBezTo>
                        <a:pt x="209" y="780"/>
                        <a:pt x="200" y="792"/>
                        <a:pt x="192" y="804"/>
                      </a:cubicBezTo>
                      <a:cubicBezTo>
                        <a:pt x="237" y="849"/>
                        <a:pt x="237" y="849"/>
                        <a:pt x="237" y="849"/>
                      </a:cubicBezTo>
                      <a:cubicBezTo>
                        <a:pt x="249" y="841"/>
                        <a:pt x="261" y="832"/>
                        <a:pt x="272" y="823"/>
                      </a:cubicBezTo>
                      <a:cubicBezTo>
                        <a:pt x="296" y="805"/>
                        <a:pt x="327" y="803"/>
                        <a:pt x="353" y="817"/>
                      </a:cubicBezTo>
                      <a:cubicBezTo>
                        <a:pt x="377" y="831"/>
                        <a:pt x="403" y="842"/>
                        <a:pt x="430" y="849"/>
                      </a:cubicBezTo>
                      <a:cubicBezTo>
                        <a:pt x="458" y="857"/>
                        <a:pt x="479" y="881"/>
                        <a:pt x="482" y="910"/>
                      </a:cubicBezTo>
                      <a:cubicBezTo>
                        <a:pt x="484" y="924"/>
                        <a:pt x="486" y="939"/>
                        <a:pt x="488" y="9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 21">
                  <a:extLst>
                    <a:ext uri="{FF2B5EF4-FFF2-40B4-BE49-F238E27FC236}">
                      <a16:creationId xmlns:a16="http://schemas.microsoft.com/office/drawing/2014/main" id="{B374A402-00C7-4D22-8546-9486A5AA00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00875" y="9717088"/>
                  <a:ext cx="1179512" cy="1179513"/>
                </a:xfrm>
                <a:custGeom>
                  <a:avLst/>
                  <a:gdLst>
                    <a:gd name="T0" fmla="*/ 186 w 371"/>
                    <a:gd name="T1" fmla="*/ 371 h 371"/>
                    <a:gd name="T2" fmla="*/ 0 w 371"/>
                    <a:gd name="T3" fmla="*/ 185 h 371"/>
                    <a:gd name="T4" fmla="*/ 186 w 371"/>
                    <a:gd name="T5" fmla="*/ 0 h 371"/>
                    <a:gd name="T6" fmla="*/ 371 w 371"/>
                    <a:gd name="T7" fmla="*/ 185 h 371"/>
                    <a:gd name="T8" fmla="*/ 186 w 371"/>
                    <a:gd name="T9" fmla="*/ 371 h 371"/>
                    <a:gd name="T10" fmla="*/ 186 w 371"/>
                    <a:gd name="T11" fmla="*/ 82 h 371"/>
                    <a:gd name="T12" fmla="*/ 83 w 371"/>
                    <a:gd name="T13" fmla="*/ 185 h 371"/>
                    <a:gd name="T14" fmla="*/ 186 w 371"/>
                    <a:gd name="T15" fmla="*/ 288 h 371"/>
                    <a:gd name="T16" fmla="*/ 289 w 371"/>
                    <a:gd name="T17" fmla="*/ 185 h 371"/>
                    <a:gd name="T18" fmla="*/ 186 w 371"/>
                    <a:gd name="T19" fmla="*/ 82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71" h="371">
                      <a:moveTo>
                        <a:pt x="186" y="371"/>
                      </a:moveTo>
                      <a:cubicBezTo>
                        <a:pt x="83" y="371"/>
                        <a:pt x="0" y="288"/>
                        <a:pt x="0" y="185"/>
                      </a:cubicBezTo>
                      <a:cubicBezTo>
                        <a:pt x="0" y="83"/>
                        <a:pt x="83" y="0"/>
                        <a:pt x="186" y="0"/>
                      </a:cubicBezTo>
                      <a:cubicBezTo>
                        <a:pt x="288" y="0"/>
                        <a:pt x="371" y="83"/>
                        <a:pt x="371" y="185"/>
                      </a:cubicBezTo>
                      <a:cubicBezTo>
                        <a:pt x="371" y="288"/>
                        <a:pt x="288" y="371"/>
                        <a:pt x="186" y="371"/>
                      </a:cubicBezTo>
                      <a:close/>
                      <a:moveTo>
                        <a:pt x="186" y="82"/>
                      </a:moveTo>
                      <a:cubicBezTo>
                        <a:pt x="129" y="82"/>
                        <a:pt x="83" y="128"/>
                        <a:pt x="83" y="185"/>
                      </a:cubicBezTo>
                      <a:cubicBezTo>
                        <a:pt x="83" y="242"/>
                        <a:pt x="129" y="288"/>
                        <a:pt x="186" y="288"/>
                      </a:cubicBezTo>
                      <a:cubicBezTo>
                        <a:pt x="243" y="288"/>
                        <a:pt x="289" y="242"/>
                        <a:pt x="289" y="185"/>
                      </a:cubicBezTo>
                      <a:cubicBezTo>
                        <a:pt x="289" y="128"/>
                        <a:pt x="243" y="82"/>
                        <a:pt x="186" y="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EC4A1A05-C1B4-47D7-B892-12CFC86EB7D4}"/>
                </a:ext>
              </a:extLst>
            </p:cNvPr>
            <p:cNvGrpSpPr/>
            <p:nvPr/>
          </p:nvGrpSpPr>
          <p:grpSpPr>
            <a:xfrm>
              <a:off x="46213" y="5155968"/>
              <a:ext cx="451117" cy="451117"/>
              <a:chOff x="5398" y="5206234"/>
              <a:chExt cx="451117" cy="451117"/>
            </a:xfrm>
          </p:grpSpPr>
          <p:sp>
            <p:nvSpPr>
              <p:cNvPr id="147" name="Oval 51">
                <a:extLst>
                  <a:ext uri="{FF2B5EF4-FFF2-40B4-BE49-F238E27FC236}">
                    <a16:creationId xmlns:a16="http://schemas.microsoft.com/office/drawing/2014/main" id="{F1C68AB8-7F7A-40B9-B68D-0D257F4F3844}"/>
                  </a:ext>
                </a:extLst>
              </p:cNvPr>
              <p:cNvSpPr/>
              <p:nvPr/>
            </p:nvSpPr>
            <p:spPr>
              <a:xfrm>
                <a:off x="5398" y="5206234"/>
                <a:ext cx="451117" cy="451117"/>
              </a:xfrm>
              <a:prstGeom prst="ellipse">
                <a:avLst/>
              </a:prstGeom>
              <a:solidFill>
                <a:srgbClr val="335B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48" name="Group 82">
                <a:extLst>
                  <a:ext uri="{FF2B5EF4-FFF2-40B4-BE49-F238E27FC236}">
                    <a16:creationId xmlns:a16="http://schemas.microsoft.com/office/drawing/2014/main" id="{74A41271-BB79-4139-8D73-D696EF043969}"/>
                  </a:ext>
                </a:extLst>
              </p:cNvPr>
              <p:cNvGrpSpPr/>
              <p:nvPr/>
            </p:nvGrpSpPr>
            <p:grpSpPr>
              <a:xfrm>
                <a:off x="55307" y="5258655"/>
                <a:ext cx="334800" cy="334800"/>
                <a:chOff x="5757333" y="2943779"/>
                <a:chExt cx="795498" cy="795498"/>
              </a:xfrm>
            </p:grpSpPr>
            <p:grpSp>
              <p:nvGrpSpPr>
                <p:cNvPr id="149" name="Group 83">
                  <a:extLst>
                    <a:ext uri="{FF2B5EF4-FFF2-40B4-BE49-F238E27FC236}">
                      <a16:creationId xmlns:a16="http://schemas.microsoft.com/office/drawing/2014/main" id="{B441C590-5E02-4439-9904-1F7241E74410}"/>
                    </a:ext>
                  </a:extLst>
                </p:cNvPr>
                <p:cNvGrpSpPr/>
                <p:nvPr/>
              </p:nvGrpSpPr>
              <p:grpSpPr>
                <a:xfrm>
                  <a:off x="5995780" y="3294766"/>
                  <a:ext cx="449164" cy="265293"/>
                  <a:chOff x="7175537" y="4438243"/>
                  <a:chExt cx="347386" cy="205179"/>
                </a:xfrm>
                <a:solidFill>
                  <a:srgbClr val="00B050"/>
                </a:solidFill>
              </p:grpSpPr>
              <p:sp>
                <p:nvSpPr>
                  <p:cNvPr id="151" name="Rectangle: Rounded Corners 85">
                    <a:extLst>
                      <a:ext uri="{FF2B5EF4-FFF2-40B4-BE49-F238E27FC236}">
                        <a16:creationId xmlns:a16="http://schemas.microsoft.com/office/drawing/2014/main" id="{F65294F5-9303-4A75-92F4-E1F9278586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20649" y="4493131"/>
                    <a:ext cx="205179" cy="9540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2" name="Rectangle: Rounded Corners 86">
                    <a:extLst>
                      <a:ext uri="{FF2B5EF4-FFF2-40B4-BE49-F238E27FC236}">
                        <a16:creationId xmlns:a16="http://schemas.microsoft.com/office/drawing/2014/main" id="{94E00D6A-6342-4397-B199-25E646617E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7183296" y="4445599"/>
                    <a:ext cx="339627" cy="95402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50" name="Oval 84">
                  <a:extLst>
                    <a:ext uri="{FF2B5EF4-FFF2-40B4-BE49-F238E27FC236}">
                      <a16:creationId xmlns:a16="http://schemas.microsoft.com/office/drawing/2014/main" id="{C6E69BCA-07B5-442F-961A-ED53C65883EA}"/>
                    </a:ext>
                  </a:extLst>
                </p:cNvPr>
                <p:cNvSpPr/>
                <p:nvPr/>
              </p:nvSpPr>
              <p:spPr>
                <a:xfrm>
                  <a:off x="5757333" y="2943779"/>
                  <a:ext cx="795498" cy="79549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36387FCE-CEF9-4189-BB4E-93D4463DE721}"/>
                </a:ext>
              </a:extLst>
            </p:cNvPr>
            <p:cNvGrpSpPr/>
            <p:nvPr/>
          </p:nvGrpSpPr>
          <p:grpSpPr>
            <a:xfrm>
              <a:off x="46212" y="5673890"/>
              <a:ext cx="451117" cy="451117"/>
              <a:chOff x="0" y="5657351"/>
              <a:chExt cx="451117" cy="451117"/>
            </a:xfrm>
          </p:grpSpPr>
          <p:sp>
            <p:nvSpPr>
              <p:cNvPr id="142" name="Oval 51">
                <a:extLst>
                  <a:ext uri="{FF2B5EF4-FFF2-40B4-BE49-F238E27FC236}">
                    <a16:creationId xmlns:a16="http://schemas.microsoft.com/office/drawing/2014/main" id="{FD5B2423-A7CA-4EDC-B486-DD72A37A18D5}"/>
                  </a:ext>
                </a:extLst>
              </p:cNvPr>
              <p:cNvSpPr/>
              <p:nvPr/>
            </p:nvSpPr>
            <p:spPr>
              <a:xfrm>
                <a:off x="0" y="5657351"/>
                <a:ext cx="451117" cy="451117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43" name="Group 72">
                <a:extLst>
                  <a:ext uri="{FF2B5EF4-FFF2-40B4-BE49-F238E27FC236}">
                    <a16:creationId xmlns:a16="http://schemas.microsoft.com/office/drawing/2014/main" id="{AF659A4A-778B-4D26-97DC-C699802A2CEB}"/>
                  </a:ext>
                </a:extLst>
              </p:cNvPr>
              <p:cNvGrpSpPr/>
              <p:nvPr/>
            </p:nvGrpSpPr>
            <p:grpSpPr>
              <a:xfrm>
                <a:off x="52628" y="5712244"/>
                <a:ext cx="334800" cy="334800"/>
                <a:chOff x="5995988" y="2712903"/>
                <a:chExt cx="2457450" cy="2587625"/>
              </a:xfrm>
            </p:grpSpPr>
            <p:sp>
              <p:nvSpPr>
                <p:cNvPr id="144" name="Freeform 6">
                  <a:extLst>
                    <a:ext uri="{FF2B5EF4-FFF2-40B4-BE49-F238E27FC236}">
                      <a16:creationId xmlns:a16="http://schemas.microsoft.com/office/drawing/2014/main" id="{294970A1-72A5-48DD-A2AE-01BDA441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2712903"/>
                  <a:ext cx="2457450" cy="2587625"/>
                </a:xfrm>
                <a:custGeom>
                  <a:avLst/>
                  <a:gdLst>
                    <a:gd name="T0" fmla="*/ 707 w 771"/>
                    <a:gd name="T1" fmla="*/ 219 h 812"/>
                    <a:gd name="T2" fmla="*/ 760 w 771"/>
                    <a:gd name="T3" fmla="*/ 369 h 812"/>
                    <a:gd name="T4" fmla="*/ 685 w 771"/>
                    <a:gd name="T5" fmla="*/ 634 h 812"/>
                    <a:gd name="T6" fmla="*/ 197 w 771"/>
                    <a:gd name="T7" fmla="*/ 707 h 812"/>
                    <a:gd name="T8" fmla="*/ 97 w 771"/>
                    <a:gd name="T9" fmla="*/ 220 h 812"/>
                    <a:gd name="T10" fmla="*/ 594 w 771"/>
                    <a:gd name="T11" fmla="*/ 106 h 812"/>
                    <a:gd name="T12" fmla="*/ 552 w 771"/>
                    <a:gd name="T13" fmla="*/ 147 h 812"/>
                    <a:gd name="T14" fmla="*/ 509 w 771"/>
                    <a:gd name="T15" fmla="*/ 128 h 812"/>
                    <a:gd name="T16" fmla="*/ 454 w 771"/>
                    <a:gd name="T17" fmla="*/ 113 h 812"/>
                    <a:gd name="T18" fmla="*/ 372 w 771"/>
                    <a:gd name="T19" fmla="*/ 110 h 812"/>
                    <a:gd name="T20" fmla="*/ 241 w 771"/>
                    <a:gd name="T21" fmla="*/ 155 h 812"/>
                    <a:gd name="T22" fmla="*/ 147 w 771"/>
                    <a:gd name="T23" fmla="*/ 249 h 812"/>
                    <a:gd name="T24" fmla="*/ 115 w 771"/>
                    <a:gd name="T25" fmla="*/ 317 h 812"/>
                    <a:gd name="T26" fmla="*/ 103 w 771"/>
                    <a:gd name="T27" fmla="*/ 366 h 812"/>
                    <a:gd name="T28" fmla="*/ 102 w 771"/>
                    <a:gd name="T29" fmla="*/ 450 h 812"/>
                    <a:gd name="T30" fmla="*/ 124 w 771"/>
                    <a:gd name="T31" fmla="*/ 528 h 812"/>
                    <a:gd name="T32" fmla="*/ 209 w 771"/>
                    <a:gd name="T33" fmla="*/ 643 h 812"/>
                    <a:gd name="T34" fmla="*/ 295 w 771"/>
                    <a:gd name="T35" fmla="*/ 694 h 812"/>
                    <a:gd name="T36" fmla="*/ 357 w 771"/>
                    <a:gd name="T37" fmla="*/ 710 h 812"/>
                    <a:gd name="T38" fmla="*/ 439 w 771"/>
                    <a:gd name="T39" fmla="*/ 711 h 812"/>
                    <a:gd name="T40" fmla="*/ 512 w 771"/>
                    <a:gd name="T41" fmla="*/ 693 h 812"/>
                    <a:gd name="T42" fmla="*/ 585 w 771"/>
                    <a:gd name="T43" fmla="*/ 652 h 812"/>
                    <a:gd name="T44" fmla="*/ 644 w 771"/>
                    <a:gd name="T45" fmla="*/ 592 h 812"/>
                    <a:gd name="T46" fmla="*/ 677 w 771"/>
                    <a:gd name="T47" fmla="*/ 536 h 812"/>
                    <a:gd name="T48" fmla="*/ 696 w 771"/>
                    <a:gd name="T49" fmla="*/ 482 h 812"/>
                    <a:gd name="T50" fmla="*/ 704 w 771"/>
                    <a:gd name="T51" fmla="*/ 432 h 812"/>
                    <a:gd name="T52" fmla="*/ 702 w 771"/>
                    <a:gd name="T53" fmla="*/ 374 h 812"/>
                    <a:gd name="T54" fmla="*/ 695 w 771"/>
                    <a:gd name="T55" fmla="*/ 334 h 812"/>
                    <a:gd name="T56" fmla="*/ 666 w 771"/>
                    <a:gd name="T57" fmla="*/ 264 h 812"/>
                    <a:gd name="T58" fmla="*/ 667 w 771"/>
                    <a:gd name="T59" fmla="*/ 258 h 812"/>
                    <a:gd name="T60" fmla="*/ 703 w 771"/>
                    <a:gd name="T61" fmla="*/ 222 h 812"/>
                    <a:gd name="T62" fmla="*/ 707 w 771"/>
                    <a:gd name="T63" fmla="*/ 219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771" h="812">
                      <a:moveTo>
                        <a:pt x="707" y="219"/>
                      </a:moveTo>
                      <a:cubicBezTo>
                        <a:pt x="736" y="265"/>
                        <a:pt x="754" y="315"/>
                        <a:pt x="760" y="369"/>
                      </a:cubicBezTo>
                      <a:cubicBezTo>
                        <a:pt x="771" y="467"/>
                        <a:pt x="746" y="557"/>
                        <a:pt x="685" y="634"/>
                      </a:cubicBezTo>
                      <a:cubicBezTo>
                        <a:pt x="561" y="789"/>
                        <a:pt x="347" y="812"/>
                        <a:pt x="197" y="707"/>
                      </a:cubicBezTo>
                      <a:cubicBezTo>
                        <a:pt x="31" y="591"/>
                        <a:pt x="0" y="374"/>
                        <a:pt x="97" y="220"/>
                      </a:cubicBezTo>
                      <a:cubicBezTo>
                        <a:pt x="203" y="52"/>
                        <a:pt x="424" y="0"/>
                        <a:pt x="594" y="106"/>
                      </a:cubicBezTo>
                      <a:cubicBezTo>
                        <a:pt x="580" y="120"/>
                        <a:pt x="566" y="134"/>
                        <a:pt x="552" y="147"/>
                      </a:cubicBezTo>
                      <a:cubicBezTo>
                        <a:pt x="538" y="141"/>
                        <a:pt x="523" y="134"/>
                        <a:pt x="509" y="128"/>
                      </a:cubicBezTo>
                      <a:cubicBezTo>
                        <a:pt x="491" y="121"/>
                        <a:pt x="473" y="116"/>
                        <a:pt x="454" y="113"/>
                      </a:cubicBezTo>
                      <a:cubicBezTo>
                        <a:pt x="427" y="108"/>
                        <a:pt x="399" y="107"/>
                        <a:pt x="372" y="110"/>
                      </a:cubicBezTo>
                      <a:cubicBezTo>
                        <a:pt x="325" y="115"/>
                        <a:pt x="281" y="130"/>
                        <a:pt x="241" y="155"/>
                      </a:cubicBezTo>
                      <a:cubicBezTo>
                        <a:pt x="203" y="179"/>
                        <a:pt x="171" y="211"/>
                        <a:pt x="147" y="249"/>
                      </a:cubicBezTo>
                      <a:cubicBezTo>
                        <a:pt x="134" y="270"/>
                        <a:pt x="123" y="293"/>
                        <a:pt x="115" y="317"/>
                      </a:cubicBezTo>
                      <a:cubicBezTo>
                        <a:pt x="110" y="333"/>
                        <a:pt x="106" y="350"/>
                        <a:pt x="103" y="366"/>
                      </a:cubicBezTo>
                      <a:cubicBezTo>
                        <a:pt x="99" y="394"/>
                        <a:pt x="99" y="422"/>
                        <a:pt x="102" y="450"/>
                      </a:cubicBezTo>
                      <a:cubicBezTo>
                        <a:pt x="105" y="477"/>
                        <a:pt x="113" y="503"/>
                        <a:pt x="124" y="528"/>
                      </a:cubicBezTo>
                      <a:cubicBezTo>
                        <a:pt x="143" y="574"/>
                        <a:pt x="171" y="612"/>
                        <a:pt x="209" y="643"/>
                      </a:cubicBezTo>
                      <a:cubicBezTo>
                        <a:pt x="235" y="665"/>
                        <a:pt x="263" y="682"/>
                        <a:pt x="295" y="694"/>
                      </a:cubicBezTo>
                      <a:cubicBezTo>
                        <a:pt x="315" y="701"/>
                        <a:pt x="336" y="707"/>
                        <a:pt x="357" y="710"/>
                      </a:cubicBezTo>
                      <a:cubicBezTo>
                        <a:pt x="384" y="714"/>
                        <a:pt x="412" y="715"/>
                        <a:pt x="439" y="711"/>
                      </a:cubicBezTo>
                      <a:cubicBezTo>
                        <a:pt x="464" y="708"/>
                        <a:pt x="488" y="702"/>
                        <a:pt x="512" y="693"/>
                      </a:cubicBezTo>
                      <a:cubicBezTo>
                        <a:pt x="538" y="683"/>
                        <a:pt x="563" y="669"/>
                        <a:pt x="585" y="652"/>
                      </a:cubicBezTo>
                      <a:cubicBezTo>
                        <a:pt x="607" y="635"/>
                        <a:pt x="627" y="615"/>
                        <a:pt x="644" y="592"/>
                      </a:cubicBezTo>
                      <a:cubicBezTo>
                        <a:pt x="657" y="575"/>
                        <a:pt x="668" y="556"/>
                        <a:pt x="677" y="536"/>
                      </a:cubicBezTo>
                      <a:cubicBezTo>
                        <a:pt x="686" y="519"/>
                        <a:pt x="692" y="501"/>
                        <a:pt x="696" y="482"/>
                      </a:cubicBezTo>
                      <a:cubicBezTo>
                        <a:pt x="700" y="465"/>
                        <a:pt x="703" y="449"/>
                        <a:pt x="704" y="432"/>
                      </a:cubicBezTo>
                      <a:cubicBezTo>
                        <a:pt x="704" y="413"/>
                        <a:pt x="704" y="393"/>
                        <a:pt x="702" y="374"/>
                      </a:cubicBezTo>
                      <a:cubicBezTo>
                        <a:pt x="701" y="361"/>
                        <a:pt x="698" y="347"/>
                        <a:pt x="695" y="334"/>
                      </a:cubicBezTo>
                      <a:cubicBezTo>
                        <a:pt x="689" y="310"/>
                        <a:pt x="679" y="286"/>
                        <a:pt x="666" y="264"/>
                      </a:cubicBezTo>
                      <a:cubicBezTo>
                        <a:pt x="665" y="262"/>
                        <a:pt x="665" y="260"/>
                        <a:pt x="667" y="258"/>
                      </a:cubicBezTo>
                      <a:cubicBezTo>
                        <a:pt x="680" y="246"/>
                        <a:pt x="691" y="234"/>
                        <a:pt x="703" y="222"/>
                      </a:cubicBezTo>
                      <a:cubicBezTo>
                        <a:pt x="704" y="221"/>
                        <a:pt x="705" y="220"/>
                        <a:pt x="707" y="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7">
                  <a:extLst>
                    <a:ext uri="{FF2B5EF4-FFF2-40B4-BE49-F238E27FC236}">
                      <a16:creationId xmlns:a16="http://schemas.microsoft.com/office/drawing/2014/main" id="{D254AB42-9B82-4076-BD3F-181F101E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5099" y="3270116"/>
                  <a:ext cx="1450974" cy="1435096"/>
                </a:xfrm>
                <a:custGeom>
                  <a:avLst/>
                  <a:gdLst>
                    <a:gd name="T0" fmla="*/ 350 w 455"/>
                    <a:gd name="T1" fmla="*/ 54 h 450"/>
                    <a:gd name="T2" fmla="*/ 311 w 455"/>
                    <a:gd name="T3" fmla="*/ 93 h 450"/>
                    <a:gd name="T4" fmla="*/ 305 w 455"/>
                    <a:gd name="T5" fmla="*/ 94 h 450"/>
                    <a:gd name="T6" fmla="*/ 262 w 455"/>
                    <a:gd name="T7" fmla="*/ 81 h 450"/>
                    <a:gd name="T8" fmla="*/ 210 w 455"/>
                    <a:gd name="T9" fmla="*/ 82 h 450"/>
                    <a:gd name="T10" fmla="*/ 148 w 455"/>
                    <a:gd name="T11" fmla="*/ 109 h 450"/>
                    <a:gd name="T12" fmla="*/ 103 w 455"/>
                    <a:gd name="T13" fmla="*/ 160 h 450"/>
                    <a:gd name="T14" fmla="*/ 84 w 455"/>
                    <a:gd name="T15" fmla="*/ 216 h 450"/>
                    <a:gd name="T16" fmla="*/ 90 w 455"/>
                    <a:gd name="T17" fmla="*/ 283 h 450"/>
                    <a:gd name="T18" fmla="*/ 154 w 455"/>
                    <a:gd name="T19" fmla="*/ 367 h 450"/>
                    <a:gd name="T20" fmla="*/ 225 w 455"/>
                    <a:gd name="T21" fmla="*/ 392 h 450"/>
                    <a:gd name="T22" fmla="*/ 302 w 455"/>
                    <a:gd name="T23" fmla="*/ 379 h 450"/>
                    <a:gd name="T24" fmla="*/ 364 w 455"/>
                    <a:gd name="T25" fmla="*/ 330 h 450"/>
                    <a:gd name="T26" fmla="*/ 391 w 455"/>
                    <a:gd name="T27" fmla="*/ 273 h 450"/>
                    <a:gd name="T28" fmla="*/ 395 w 455"/>
                    <a:gd name="T29" fmla="*/ 223 h 450"/>
                    <a:gd name="T30" fmla="*/ 380 w 455"/>
                    <a:gd name="T31" fmla="*/ 167 h 450"/>
                    <a:gd name="T32" fmla="*/ 422 w 455"/>
                    <a:gd name="T33" fmla="*/ 125 h 450"/>
                    <a:gd name="T34" fmla="*/ 453 w 455"/>
                    <a:gd name="T35" fmla="*/ 242 h 450"/>
                    <a:gd name="T36" fmla="*/ 418 w 455"/>
                    <a:gd name="T37" fmla="*/ 354 h 450"/>
                    <a:gd name="T38" fmla="*/ 235 w 455"/>
                    <a:gd name="T39" fmla="*/ 450 h 450"/>
                    <a:gd name="T40" fmla="*/ 85 w 455"/>
                    <a:gd name="T41" fmla="*/ 385 h 450"/>
                    <a:gd name="T42" fmla="*/ 95 w 455"/>
                    <a:gd name="T43" fmla="*/ 78 h 450"/>
                    <a:gd name="T44" fmla="*/ 350 w 455"/>
                    <a:gd name="T45" fmla="*/ 54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55" h="450">
                      <a:moveTo>
                        <a:pt x="350" y="54"/>
                      </a:moveTo>
                      <a:cubicBezTo>
                        <a:pt x="337" y="67"/>
                        <a:pt x="324" y="80"/>
                        <a:pt x="311" y="93"/>
                      </a:cubicBezTo>
                      <a:cubicBezTo>
                        <a:pt x="310" y="94"/>
                        <a:pt x="307" y="95"/>
                        <a:pt x="305" y="94"/>
                      </a:cubicBezTo>
                      <a:cubicBezTo>
                        <a:pt x="292" y="87"/>
                        <a:pt x="277" y="83"/>
                        <a:pt x="262" y="81"/>
                      </a:cubicBezTo>
                      <a:cubicBezTo>
                        <a:pt x="244" y="79"/>
                        <a:pt x="227" y="79"/>
                        <a:pt x="210" y="82"/>
                      </a:cubicBezTo>
                      <a:cubicBezTo>
                        <a:pt x="187" y="87"/>
                        <a:pt x="166" y="96"/>
                        <a:pt x="148" y="109"/>
                      </a:cubicBezTo>
                      <a:cubicBezTo>
                        <a:pt x="129" y="123"/>
                        <a:pt x="114" y="140"/>
                        <a:pt x="103" y="160"/>
                      </a:cubicBezTo>
                      <a:cubicBezTo>
                        <a:pt x="93" y="178"/>
                        <a:pt x="87" y="196"/>
                        <a:pt x="84" y="216"/>
                      </a:cubicBezTo>
                      <a:cubicBezTo>
                        <a:pt x="81" y="239"/>
                        <a:pt x="83" y="261"/>
                        <a:pt x="90" y="283"/>
                      </a:cubicBezTo>
                      <a:cubicBezTo>
                        <a:pt x="101" y="319"/>
                        <a:pt x="123" y="347"/>
                        <a:pt x="154" y="367"/>
                      </a:cubicBezTo>
                      <a:cubicBezTo>
                        <a:pt x="176" y="381"/>
                        <a:pt x="199" y="389"/>
                        <a:pt x="225" y="392"/>
                      </a:cubicBezTo>
                      <a:cubicBezTo>
                        <a:pt x="252" y="394"/>
                        <a:pt x="277" y="390"/>
                        <a:pt x="302" y="379"/>
                      </a:cubicBezTo>
                      <a:cubicBezTo>
                        <a:pt x="327" y="368"/>
                        <a:pt x="348" y="352"/>
                        <a:pt x="364" y="330"/>
                      </a:cubicBezTo>
                      <a:cubicBezTo>
                        <a:pt x="377" y="313"/>
                        <a:pt x="386" y="294"/>
                        <a:pt x="391" y="273"/>
                      </a:cubicBezTo>
                      <a:cubicBezTo>
                        <a:pt x="395" y="256"/>
                        <a:pt x="397" y="240"/>
                        <a:pt x="395" y="223"/>
                      </a:cubicBezTo>
                      <a:cubicBezTo>
                        <a:pt x="394" y="204"/>
                        <a:pt x="389" y="185"/>
                        <a:pt x="380" y="167"/>
                      </a:cubicBezTo>
                      <a:cubicBezTo>
                        <a:pt x="394" y="153"/>
                        <a:pt x="408" y="139"/>
                        <a:pt x="422" y="125"/>
                      </a:cubicBezTo>
                      <a:cubicBezTo>
                        <a:pt x="444" y="161"/>
                        <a:pt x="455" y="200"/>
                        <a:pt x="453" y="242"/>
                      </a:cubicBezTo>
                      <a:cubicBezTo>
                        <a:pt x="452" y="283"/>
                        <a:pt x="441" y="320"/>
                        <a:pt x="418" y="354"/>
                      </a:cubicBezTo>
                      <a:cubicBezTo>
                        <a:pt x="374" y="418"/>
                        <a:pt x="312" y="450"/>
                        <a:pt x="235" y="450"/>
                      </a:cubicBezTo>
                      <a:cubicBezTo>
                        <a:pt x="176" y="450"/>
                        <a:pt x="125" y="427"/>
                        <a:pt x="85" y="385"/>
                      </a:cubicBezTo>
                      <a:cubicBezTo>
                        <a:pt x="0" y="295"/>
                        <a:pt x="6" y="160"/>
                        <a:pt x="95" y="78"/>
                      </a:cubicBezTo>
                      <a:cubicBezTo>
                        <a:pt x="179" y="0"/>
                        <a:pt x="293" y="14"/>
                        <a:pt x="350" y="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 8">
                  <a:extLst>
                    <a:ext uri="{FF2B5EF4-FFF2-40B4-BE49-F238E27FC236}">
                      <a16:creationId xmlns:a16="http://schemas.microsoft.com/office/drawing/2014/main" id="{363796F0-7EA5-48AC-AA90-E2C5CCCF7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0563" y="2874828"/>
                  <a:ext cx="1381125" cy="1384300"/>
                </a:xfrm>
                <a:custGeom>
                  <a:avLst/>
                  <a:gdLst>
                    <a:gd name="T0" fmla="*/ 363 w 433"/>
                    <a:gd name="T1" fmla="*/ 0 h 434"/>
                    <a:gd name="T2" fmla="*/ 363 w 433"/>
                    <a:gd name="T3" fmla="*/ 71 h 434"/>
                    <a:gd name="T4" fmla="*/ 432 w 433"/>
                    <a:gd name="T5" fmla="*/ 71 h 434"/>
                    <a:gd name="T6" fmla="*/ 433 w 433"/>
                    <a:gd name="T7" fmla="*/ 73 h 434"/>
                    <a:gd name="T8" fmla="*/ 408 w 433"/>
                    <a:gd name="T9" fmla="*/ 98 h 434"/>
                    <a:gd name="T10" fmla="*/ 303 w 433"/>
                    <a:gd name="T11" fmla="*/ 203 h 434"/>
                    <a:gd name="T12" fmla="*/ 292 w 433"/>
                    <a:gd name="T13" fmla="*/ 207 h 434"/>
                    <a:gd name="T14" fmla="*/ 262 w 433"/>
                    <a:gd name="T15" fmla="*/ 208 h 434"/>
                    <a:gd name="T16" fmla="*/ 255 w 433"/>
                    <a:gd name="T17" fmla="*/ 210 h 434"/>
                    <a:gd name="T18" fmla="*/ 176 w 433"/>
                    <a:gd name="T19" fmla="*/ 289 h 434"/>
                    <a:gd name="T20" fmla="*/ 141 w 433"/>
                    <a:gd name="T21" fmla="*/ 325 h 434"/>
                    <a:gd name="T22" fmla="*/ 140 w 433"/>
                    <a:gd name="T23" fmla="*/ 330 h 434"/>
                    <a:gd name="T24" fmla="*/ 146 w 433"/>
                    <a:gd name="T25" fmla="*/ 354 h 434"/>
                    <a:gd name="T26" fmla="*/ 121 w 433"/>
                    <a:gd name="T27" fmla="*/ 415 h 434"/>
                    <a:gd name="T28" fmla="*/ 67 w 433"/>
                    <a:gd name="T29" fmla="*/ 432 h 434"/>
                    <a:gd name="T30" fmla="*/ 12 w 433"/>
                    <a:gd name="T31" fmla="*/ 397 h 434"/>
                    <a:gd name="T32" fmla="*/ 4 w 433"/>
                    <a:gd name="T33" fmla="*/ 342 h 434"/>
                    <a:gd name="T34" fmla="*/ 46 w 433"/>
                    <a:gd name="T35" fmla="*/ 294 h 434"/>
                    <a:gd name="T36" fmla="*/ 105 w 433"/>
                    <a:gd name="T37" fmla="*/ 295 h 434"/>
                    <a:gd name="T38" fmla="*/ 110 w 433"/>
                    <a:gd name="T39" fmla="*/ 293 h 434"/>
                    <a:gd name="T40" fmla="*/ 191 w 433"/>
                    <a:gd name="T41" fmla="*/ 213 h 434"/>
                    <a:gd name="T42" fmla="*/ 223 w 433"/>
                    <a:gd name="T43" fmla="*/ 181 h 434"/>
                    <a:gd name="T44" fmla="*/ 227 w 433"/>
                    <a:gd name="T45" fmla="*/ 171 h 434"/>
                    <a:gd name="T46" fmla="*/ 227 w 433"/>
                    <a:gd name="T47" fmla="*/ 143 h 434"/>
                    <a:gd name="T48" fmla="*/ 231 w 433"/>
                    <a:gd name="T49" fmla="*/ 131 h 434"/>
                    <a:gd name="T50" fmla="*/ 360 w 433"/>
                    <a:gd name="T51" fmla="*/ 3 h 434"/>
                    <a:gd name="T52" fmla="*/ 363 w 433"/>
                    <a:gd name="T53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33" h="434">
                      <a:moveTo>
                        <a:pt x="363" y="0"/>
                      </a:moveTo>
                      <a:cubicBezTo>
                        <a:pt x="363" y="24"/>
                        <a:pt x="363" y="47"/>
                        <a:pt x="363" y="71"/>
                      </a:cubicBezTo>
                      <a:cubicBezTo>
                        <a:pt x="386" y="71"/>
                        <a:pt x="409" y="71"/>
                        <a:pt x="432" y="71"/>
                      </a:cubicBezTo>
                      <a:cubicBezTo>
                        <a:pt x="432" y="72"/>
                        <a:pt x="432" y="73"/>
                        <a:pt x="433" y="73"/>
                      </a:cubicBezTo>
                      <a:cubicBezTo>
                        <a:pt x="424" y="81"/>
                        <a:pt x="416" y="90"/>
                        <a:pt x="408" y="98"/>
                      </a:cubicBezTo>
                      <a:cubicBezTo>
                        <a:pt x="373" y="133"/>
                        <a:pt x="338" y="168"/>
                        <a:pt x="303" y="203"/>
                      </a:cubicBezTo>
                      <a:cubicBezTo>
                        <a:pt x="300" y="206"/>
                        <a:pt x="297" y="208"/>
                        <a:pt x="292" y="207"/>
                      </a:cubicBezTo>
                      <a:cubicBezTo>
                        <a:pt x="282" y="207"/>
                        <a:pt x="272" y="207"/>
                        <a:pt x="262" y="208"/>
                      </a:cubicBezTo>
                      <a:cubicBezTo>
                        <a:pt x="260" y="208"/>
                        <a:pt x="256" y="209"/>
                        <a:pt x="255" y="210"/>
                      </a:cubicBezTo>
                      <a:cubicBezTo>
                        <a:pt x="228" y="237"/>
                        <a:pt x="202" y="263"/>
                        <a:pt x="176" y="289"/>
                      </a:cubicBezTo>
                      <a:cubicBezTo>
                        <a:pt x="164" y="301"/>
                        <a:pt x="152" y="313"/>
                        <a:pt x="141" y="325"/>
                      </a:cubicBezTo>
                      <a:cubicBezTo>
                        <a:pt x="140" y="326"/>
                        <a:pt x="139" y="328"/>
                        <a:pt x="140" y="330"/>
                      </a:cubicBezTo>
                      <a:cubicBezTo>
                        <a:pt x="143" y="338"/>
                        <a:pt x="145" y="346"/>
                        <a:pt x="146" y="354"/>
                      </a:cubicBezTo>
                      <a:cubicBezTo>
                        <a:pt x="148" y="379"/>
                        <a:pt x="139" y="399"/>
                        <a:pt x="121" y="415"/>
                      </a:cubicBezTo>
                      <a:cubicBezTo>
                        <a:pt x="105" y="428"/>
                        <a:pt x="87" y="434"/>
                        <a:pt x="67" y="432"/>
                      </a:cubicBezTo>
                      <a:cubicBezTo>
                        <a:pt x="43" y="429"/>
                        <a:pt x="25" y="417"/>
                        <a:pt x="12" y="397"/>
                      </a:cubicBezTo>
                      <a:cubicBezTo>
                        <a:pt x="2" y="380"/>
                        <a:pt x="0" y="361"/>
                        <a:pt x="4" y="342"/>
                      </a:cubicBezTo>
                      <a:cubicBezTo>
                        <a:pt x="10" y="320"/>
                        <a:pt x="24" y="303"/>
                        <a:pt x="46" y="294"/>
                      </a:cubicBezTo>
                      <a:cubicBezTo>
                        <a:pt x="66" y="285"/>
                        <a:pt x="86" y="286"/>
                        <a:pt x="105" y="295"/>
                      </a:cubicBezTo>
                      <a:cubicBezTo>
                        <a:pt x="107" y="295"/>
                        <a:pt x="109" y="294"/>
                        <a:pt x="110" y="293"/>
                      </a:cubicBezTo>
                      <a:cubicBezTo>
                        <a:pt x="137" y="267"/>
                        <a:pt x="164" y="240"/>
                        <a:pt x="191" y="213"/>
                      </a:cubicBezTo>
                      <a:cubicBezTo>
                        <a:pt x="202" y="202"/>
                        <a:pt x="212" y="191"/>
                        <a:pt x="223" y="181"/>
                      </a:cubicBezTo>
                      <a:cubicBezTo>
                        <a:pt x="226" y="178"/>
                        <a:pt x="227" y="175"/>
                        <a:pt x="227" y="171"/>
                      </a:cubicBezTo>
                      <a:cubicBezTo>
                        <a:pt x="227" y="162"/>
                        <a:pt x="227" y="152"/>
                        <a:pt x="227" y="143"/>
                      </a:cubicBezTo>
                      <a:cubicBezTo>
                        <a:pt x="226" y="138"/>
                        <a:pt x="228" y="135"/>
                        <a:pt x="231" y="131"/>
                      </a:cubicBezTo>
                      <a:cubicBezTo>
                        <a:pt x="274" y="88"/>
                        <a:pt x="317" y="45"/>
                        <a:pt x="360" y="3"/>
                      </a:cubicBezTo>
                      <a:cubicBezTo>
                        <a:pt x="361" y="2"/>
                        <a:pt x="362" y="1"/>
                        <a:pt x="36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60FDE9CD-DA8E-42C4-8D4D-25E35252D36D}"/>
                </a:ext>
              </a:extLst>
            </p:cNvPr>
            <p:cNvGrpSpPr/>
            <p:nvPr/>
          </p:nvGrpSpPr>
          <p:grpSpPr>
            <a:xfrm>
              <a:off x="46212" y="6175141"/>
              <a:ext cx="451117" cy="451117"/>
              <a:chOff x="0" y="6108468"/>
              <a:chExt cx="451117" cy="451117"/>
            </a:xfrm>
          </p:grpSpPr>
          <p:sp>
            <p:nvSpPr>
              <p:cNvPr id="136" name="Oval 51">
                <a:extLst>
                  <a:ext uri="{FF2B5EF4-FFF2-40B4-BE49-F238E27FC236}">
                    <a16:creationId xmlns:a16="http://schemas.microsoft.com/office/drawing/2014/main" id="{4538F0CA-345B-4F37-BA88-38CA01EDD971}"/>
                  </a:ext>
                </a:extLst>
              </p:cNvPr>
              <p:cNvSpPr/>
              <p:nvPr/>
            </p:nvSpPr>
            <p:spPr>
              <a:xfrm>
                <a:off x="0" y="6108468"/>
                <a:ext cx="451117" cy="45111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" panose="020B0502040504020204" pitchFamily="34"/>
                  <a:ea typeface="Noto Sans" panose="020B0502040504020204" pitchFamily="34"/>
                  <a:cs typeface="Noto Sans" panose="020B0502040504020204" pitchFamily="34"/>
                </a:endParaRPr>
              </a:p>
            </p:txBody>
          </p:sp>
          <p:grpSp>
            <p:nvGrpSpPr>
              <p:cNvPr id="137" name="Group 76">
                <a:extLst>
                  <a:ext uri="{FF2B5EF4-FFF2-40B4-BE49-F238E27FC236}">
                    <a16:creationId xmlns:a16="http://schemas.microsoft.com/office/drawing/2014/main" id="{7293C684-AF59-4F42-8D1C-310B78A283AB}"/>
                  </a:ext>
                </a:extLst>
              </p:cNvPr>
              <p:cNvGrpSpPr/>
              <p:nvPr/>
            </p:nvGrpSpPr>
            <p:grpSpPr>
              <a:xfrm>
                <a:off x="81073" y="6188183"/>
                <a:ext cx="288000" cy="288000"/>
                <a:chOff x="5418138" y="4568825"/>
                <a:chExt cx="568325" cy="508001"/>
              </a:xfrm>
            </p:grpSpPr>
            <p:sp>
              <p:nvSpPr>
                <p:cNvPr id="138" name="Freeform 5">
                  <a:extLst>
                    <a:ext uri="{FF2B5EF4-FFF2-40B4-BE49-F238E27FC236}">
                      <a16:creationId xmlns:a16="http://schemas.microsoft.com/office/drawing/2014/main" id="{22E391FA-C8C7-4DD7-831A-0BEE6031D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95963" y="4730750"/>
                  <a:ext cx="128588" cy="346075"/>
                </a:xfrm>
                <a:custGeom>
                  <a:avLst/>
                  <a:gdLst>
                    <a:gd name="T0" fmla="*/ 40 w 40"/>
                    <a:gd name="T1" fmla="*/ 0 h 107"/>
                    <a:gd name="T2" fmla="*/ 40 w 40"/>
                    <a:gd name="T3" fmla="*/ 107 h 107"/>
                    <a:gd name="T4" fmla="*/ 0 w 40"/>
                    <a:gd name="T5" fmla="*/ 107 h 107"/>
                    <a:gd name="T6" fmla="*/ 0 w 40"/>
                    <a:gd name="T7" fmla="*/ 103 h 107"/>
                    <a:gd name="T8" fmla="*/ 0 w 40"/>
                    <a:gd name="T9" fmla="*/ 41 h 107"/>
                    <a:gd name="T10" fmla="*/ 3 w 40"/>
                    <a:gd name="T11" fmla="*/ 35 h 107"/>
                    <a:gd name="T12" fmla="*/ 40 w 40"/>
                    <a:gd name="T13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107">
                      <a:moveTo>
                        <a:pt x="40" y="0"/>
                      </a:moveTo>
                      <a:cubicBezTo>
                        <a:pt x="40" y="107"/>
                        <a:pt x="40" y="107"/>
                        <a:pt x="40" y="107"/>
                      </a:cubicBezTo>
                      <a:cubicBezTo>
                        <a:pt x="40" y="107"/>
                        <a:pt x="14" y="107"/>
                        <a:pt x="0" y="107"/>
                      </a:cubicBezTo>
                      <a:cubicBezTo>
                        <a:pt x="0" y="106"/>
                        <a:pt x="0" y="104"/>
                        <a:pt x="0" y="103"/>
                      </a:cubicBezTo>
                      <a:cubicBezTo>
                        <a:pt x="0" y="82"/>
                        <a:pt x="0" y="62"/>
                        <a:pt x="0" y="41"/>
                      </a:cubicBezTo>
                      <a:cubicBezTo>
                        <a:pt x="0" y="39"/>
                        <a:pt x="1" y="36"/>
                        <a:pt x="3" y="35"/>
                      </a:cubicBezTo>
                      <a:cubicBezTo>
                        <a:pt x="14" y="24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6">
                  <a:extLst>
                    <a:ext uri="{FF2B5EF4-FFF2-40B4-BE49-F238E27FC236}">
                      <a16:creationId xmlns:a16="http://schemas.microsoft.com/office/drawing/2014/main" id="{1CE9E831-AAE3-47D8-9352-758BCC551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8138" y="4568825"/>
                  <a:ext cx="568325" cy="323850"/>
                </a:xfrm>
                <a:custGeom>
                  <a:avLst/>
                  <a:gdLst>
                    <a:gd name="T0" fmla="*/ 81 w 176"/>
                    <a:gd name="T1" fmla="*/ 80 h 100"/>
                    <a:gd name="T2" fmla="*/ 143 w 176"/>
                    <a:gd name="T3" fmla="*/ 22 h 100"/>
                    <a:gd name="T4" fmla="*/ 139 w 176"/>
                    <a:gd name="T5" fmla="*/ 17 h 100"/>
                    <a:gd name="T6" fmla="*/ 141 w 176"/>
                    <a:gd name="T7" fmla="*/ 8 h 100"/>
                    <a:gd name="T8" fmla="*/ 168 w 176"/>
                    <a:gd name="T9" fmla="*/ 1 h 100"/>
                    <a:gd name="T10" fmla="*/ 175 w 176"/>
                    <a:gd name="T11" fmla="*/ 9 h 100"/>
                    <a:gd name="T12" fmla="*/ 168 w 176"/>
                    <a:gd name="T13" fmla="*/ 34 h 100"/>
                    <a:gd name="T14" fmla="*/ 158 w 176"/>
                    <a:gd name="T15" fmla="*/ 37 h 100"/>
                    <a:gd name="T16" fmla="*/ 154 w 176"/>
                    <a:gd name="T17" fmla="*/ 31 h 100"/>
                    <a:gd name="T18" fmla="*/ 134 w 176"/>
                    <a:gd name="T19" fmla="*/ 49 h 100"/>
                    <a:gd name="T20" fmla="*/ 84 w 176"/>
                    <a:gd name="T21" fmla="*/ 96 h 100"/>
                    <a:gd name="T22" fmla="*/ 77 w 176"/>
                    <a:gd name="T23" fmla="*/ 96 h 100"/>
                    <a:gd name="T24" fmla="*/ 51 w 176"/>
                    <a:gd name="T25" fmla="*/ 70 h 100"/>
                    <a:gd name="T26" fmla="*/ 44 w 176"/>
                    <a:gd name="T27" fmla="*/ 69 h 100"/>
                    <a:gd name="T28" fmla="*/ 10 w 176"/>
                    <a:gd name="T29" fmla="*/ 100 h 100"/>
                    <a:gd name="T30" fmla="*/ 9 w 176"/>
                    <a:gd name="T31" fmla="*/ 100 h 100"/>
                    <a:gd name="T32" fmla="*/ 10 w 176"/>
                    <a:gd name="T33" fmla="*/ 82 h 100"/>
                    <a:gd name="T34" fmla="*/ 45 w 176"/>
                    <a:gd name="T35" fmla="*/ 50 h 100"/>
                    <a:gd name="T36" fmla="*/ 51 w 176"/>
                    <a:gd name="T37" fmla="*/ 50 h 100"/>
                    <a:gd name="T38" fmla="*/ 79 w 176"/>
                    <a:gd name="T39" fmla="*/ 78 h 100"/>
                    <a:gd name="T40" fmla="*/ 81 w 176"/>
                    <a:gd name="T41" fmla="*/ 8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00">
                      <a:moveTo>
                        <a:pt x="81" y="80"/>
                      </a:moveTo>
                      <a:cubicBezTo>
                        <a:pt x="102" y="60"/>
                        <a:pt x="122" y="41"/>
                        <a:pt x="143" y="22"/>
                      </a:cubicBezTo>
                      <a:cubicBezTo>
                        <a:pt x="141" y="20"/>
                        <a:pt x="140" y="19"/>
                        <a:pt x="139" y="17"/>
                      </a:cubicBezTo>
                      <a:cubicBezTo>
                        <a:pt x="135" y="14"/>
                        <a:pt x="136" y="10"/>
                        <a:pt x="141" y="8"/>
                      </a:cubicBezTo>
                      <a:cubicBezTo>
                        <a:pt x="150" y="6"/>
                        <a:pt x="159" y="3"/>
                        <a:pt x="168" y="1"/>
                      </a:cubicBezTo>
                      <a:cubicBezTo>
                        <a:pt x="173" y="0"/>
                        <a:pt x="176" y="3"/>
                        <a:pt x="175" y="9"/>
                      </a:cubicBezTo>
                      <a:cubicBezTo>
                        <a:pt x="173" y="17"/>
                        <a:pt x="170" y="26"/>
                        <a:pt x="168" y="34"/>
                      </a:cubicBezTo>
                      <a:cubicBezTo>
                        <a:pt x="166" y="40"/>
                        <a:pt x="163" y="41"/>
                        <a:pt x="158" y="37"/>
                      </a:cubicBezTo>
                      <a:cubicBezTo>
                        <a:pt x="157" y="35"/>
                        <a:pt x="155" y="33"/>
                        <a:pt x="154" y="31"/>
                      </a:cubicBezTo>
                      <a:cubicBezTo>
                        <a:pt x="147" y="38"/>
                        <a:pt x="140" y="44"/>
                        <a:pt x="134" y="49"/>
                      </a:cubicBezTo>
                      <a:cubicBezTo>
                        <a:pt x="117" y="65"/>
                        <a:pt x="100" y="80"/>
                        <a:pt x="84" y="96"/>
                      </a:cubicBezTo>
                      <a:cubicBezTo>
                        <a:pt x="81" y="99"/>
                        <a:pt x="79" y="98"/>
                        <a:pt x="77" y="96"/>
                      </a:cubicBezTo>
                      <a:cubicBezTo>
                        <a:pt x="68" y="87"/>
                        <a:pt x="59" y="78"/>
                        <a:pt x="51" y="70"/>
                      </a:cubicBezTo>
                      <a:cubicBezTo>
                        <a:pt x="48" y="67"/>
                        <a:pt x="47" y="67"/>
                        <a:pt x="44" y="69"/>
                      </a:cubicBezTo>
                      <a:cubicBezTo>
                        <a:pt x="33" y="80"/>
                        <a:pt x="21" y="90"/>
                        <a:pt x="10" y="100"/>
                      </a:cubicBezTo>
                      <a:cubicBezTo>
                        <a:pt x="9" y="100"/>
                        <a:pt x="9" y="100"/>
                        <a:pt x="9" y="100"/>
                      </a:cubicBezTo>
                      <a:cubicBezTo>
                        <a:pt x="0" y="90"/>
                        <a:pt x="0" y="90"/>
                        <a:pt x="10" y="82"/>
                      </a:cubicBezTo>
                      <a:cubicBezTo>
                        <a:pt x="21" y="71"/>
                        <a:pt x="33" y="61"/>
                        <a:pt x="45" y="50"/>
                      </a:cubicBezTo>
                      <a:cubicBezTo>
                        <a:pt x="47" y="48"/>
                        <a:pt x="49" y="48"/>
                        <a:pt x="51" y="50"/>
                      </a:cubicBezTo>
                      <a:cubicBezTo>
                        <a:pt x="60" y="60"/>
                        <a:pt x="70" y="69"/>
                        <a:pt x="79" y="78"/>
                      </a:cubicBezTo>
                      <a:cubicBezTo>
                        <a:pt x="80" y="79"/>
                        <a:pt x="80" y="79"/>
                        <a:pt x="8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7">
                  <a:extLst>
                    <a:ext uri="{FF2B5EF4-FFF2-40B4-BE49-F238E27FC236}">
                      <a16:creationId xmlns:a16="http://schemas.microsoft.com/office/drawing/2014/main" id="{7AA82633-F24E-4A3D-8868-5A40A54DD2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9888" y="4856163"/>
                  <a:ext cx="130175" cy="220663"/>
                </a:xfrm>
                <a:custGeom>
                  <a:avLst/>
                  <a:gdLst>
                    <a:gd name="T0" fmla="*/ 37 w 40"/>
                    <a:gd name="T1" fmla="*/ 0 h 68"/>
                    <a:gd name="T2" fmla="*/ 40 w 40"/>
                    <a:gd name="T3" fmla="*/ 2 h 68"/>
                    <a:gd name="T4" fmla="*/ 40 w 40"/>
                    <a:gd name="T5" fmla="*/ 67 h 68"/>
                    <a:gd name="T6" fmla="*/ 40 w 40"/>
                    <a:gd name="T7" fmla="*/ 68 h 68"/>
                    <a:gd name="T8" fmla="*/ 0 w 40"/>
                    <a:gd name="T9" fmla="*/ 68 h 68"/>
                    <a:gd name="T10" fmla="*/ 0 w 40"/>
                    <a:gd name="T11" fmla="*/ 34 h 68"/>
                    <a:gd name="T12" fmla="*/ 1 w 40"/>
                    <a:gd name="T13" fmla="*/ 32 h 68"/>
                    <a:gd name="T14" fmla="*/ 37 w 40"/>
                    <a:gd name="T15" fmla="*/ 0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" h="68">
                      <a:moveTo>
                        <a:pt x="37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0" y="24"/>
                        <a:pt x="40" y="46"/>
                        <a:pt x="40" y="67"/>
                      </a:cubicBezTo>
                      <a:cubicBezTo>
                        <a:pt x="40" y="67"/>
                        <a:pt x="40" y="68"/>
                        <a:pt x="40" y="68"/>
                      </a:cubicBezTo>
                      <a:cubicBezTo>
                        <a:pt x="27" y="68"/>
                        <a:pt x="14" y="68"/>
                        <a:pt x="0" y="68"/>
                      </a:cubicBezTo>
                      <a:cubicBezTo>
                        <a:pt x="0" y="57"/>
                        <a:pt x="0" y="45"/>
                        <a:pt x="0" y="34"/>
                      </a:cubicBezTo>
                      <a:cubicBezTo>
                        <a:pt x="0" y="33"/>
                        <a:pt x="1" y="32"/>
                        <a:pt x="1" y="32"/>
                      </a:cubicBezTo>
                      <a:cubicBezTo>
                        <a:pt x="13" y="21"/>
                        <a:pt x="37" y="0"/>
                        <a:pt x="3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8">
                  <a:extLst>
                    <a:ext uri="{FF2B5EF4-FFF2-40B4-BE49-F238E27FC236}">
                      <a16:creationId xmlns:a16="http://schemas.microsoft.com/office/drawing/2014/main" id="{4C8E27D2-B2DD-4585-8BD2-2565CA218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1338" y="4895850"/>
                  <a:ext cx="128588" cy="180975"/>
                </a:xfrm>
                <a:custGeom>
                  <a:avLst/>
                  <a:gdLst>
                    <a:gd name="T0" fmla="*/ 40 w 40"/>
                    <a:gd name="T1" fmla="*/ 0 h 56"/>
                    <a:gd name="T2" fmla="*/ 40 w 40"/>
                    <a:gd name="T3" fmla="*/ 56 h 56"/>
                    <a:gd name="T4" fmla="*/ 0 w 40"/>
                    <a:gd name="T5" fmla="*/ 56 h 56"/>
                    <a:gd name="T6" fmla="*/ 0 w 40"/>
                    <a:gd name="T7" fmla="*/ 2 h 56"/>
                    <a:gd name="T8" fmla="*/ 14 w 40"/>
                    <a:gd name="T9" fmla="*/ 17 h 56"/>
                    <a:gd name="T10" fmla="*/ 21 w 40"/>
                    <a:gd name="T11" fmla="*/ 17 h 56"/>
                    <a:gd name="T12" fmla="*/ 40 w 40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56">
                      <a:moveTo>
                        <a:pt x="40" y="0"/>
                      </a:moveTo>
                      <a:cubicBezTo>
                        <a:pt x="40" y="19"/>
                        <a:pt x="40" y="37"/>
                        <a:pt x="40" y="56"/>
                      </a:cubicBezTo>
                      <a:cubicBezTo>
                        <a:pt x="27" y="56"/>
                        <a:pt x="14" y="56"/>
                        <a:pt x="0" y="56"/>
                      </a:cubicBezTo>
                      <a:cubicBezTo>
                        <a:pt x="0" y="39"/>
                        <a:pt x="0" y="2"/>
                        <a:pt x="0" y="2"/>
                      </a:cubicBezTo>
                      <a:cubicBezTo>
                        <a:pt x="0" y="2"/>
                        <a:pt x="10" y="12"/>
                        <a:pt x="14" y="17"/>
                      </a:cubicBezTo>
                      <a:cubicBezTo>
                        <a:pt x="16" y="19"/>
                        <a:pt x="18" y="20"/>
                        <a:pt x="21" y="17"/>
                      </a:cubicBezTo>
                      <a:cubicBezTo>
                        <a:pt x="27" y="11"/>
                        <a:pt x="33" y="6"/>
                        <a:pt x="4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2F3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9" name="Groupe 128"/>
            <p:cNvGrpSpPr/>
            <p:nvPr/>
          </p:nvGrpSpPr>
          <p:grpSpPr>
            <a:xfrm>
              <a:off x="-93718" y="4111011"/>
              <a:ext cx="571619" cy="451117"/>
              <a:chOff x="-102382" y="4155419"/>
              <a:chExt cx="571619" cy="451117"/>
            </a:xfrm>
          </p:grpSpPr>
          <p:grpSp>
            <p:nvGrpSpPr>
              <p:cNvPr id="130" name="Groupe 129">
                <a:extLst>
                  <a:ext uri="{FF2B5EF4-FFF2-40B4-BE49-F238E27FC236}">
                    <a16:creationId xmlns:a16="http://schemas.microsoft.com/office/drawing/2014/main" id="{417004FE-8FF1-4FB9-B18C-67713FDF4BA2}"/>
                  </a:ext>
                </a:extLst>
              </p:cNvPr>
              <p:cNvGrpSpPr/>
              <p:nvPr/>
            </p:nvGrpSpPr>
            <p:grpSpPr>
              <a:xfrm>
                <a:off x="-102382" y="4155419"/>
                <a:ext cx="571619" cy="451117"/>
                <a:chOff x="165306" y="4442838"/>
                <a:chExt cx="571619" cy="451117"/>
              </a:xfrm>
            </p:grpSpPr>
            <p:sp>
              <p:nvSpPr>
                <p:cNvPr id="132" name="Oval 51">
                  <a:extLst>
                    <a:ext uri="{FF2B5EF4-FFF2-40B4-BE49-F238E27FC236}">
                      <a16:creationId xmlns:a16="http://schemas.microsoft.com/office/drawing/2014/main" id="{C085A29A-54E8-44CB-8278-151CE04BA5CC}"/>
                    </a:ext>
                  </a:extLst>
                </p:cNvPr>
                <p:cNvSpPr/>
                <p:nvPr/>
              </p:nvSpPr>
              <p:spPr>
                <a:xfrm>
                  <a:off x="285808" y="4442838"/>
                  <a:ext cx="451117" cy="451117"/>
                </a:xfrm>
                <a:prstGeom prst="ellipse">
                  <a:avLst/>
                </a:prstGeom>
                <a:solidFill>
                  <a:srgbClr val="335B7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endParaRPr>
                </a:p>
              </p:txBody>
            </p:sp>
            <p:grpSp>
              <p:nvGrpSpPr>
                <p:cNvPr id="133" name="Group 47">
                  <a:extLst>
                    <a:ext uri="{FF2B5EF4-FFF2-40B4-BE49-F238E27FC236}">
                      <a16:creationId xmlns:a16="http://schemas.microsoft.com/office/drawing/2014/main" id="{F96E7628-0458-4135-965D-CACF7A4F3CDE}"/>
                    </a:ext>
                  </a:extLst>
                </p:cNvPr>
                <p:cNvGrpSpPr/>
                <p:nvPr/>
              </p:nvGrpSpPr>
              <p:grpSpPr>
                <a:xfrm>
                  <a:off x="165306" y="4497367"/>
                  <a:ext cx="126980" cy="47878"/>
                  <a:chOff x="8193151" y="2944496"/>
                  <a:chExt cx="464535" cy="175152"/>
                </a:xfrm>
              </p:grpSpPr>
              <p:sp>
                <p:nvSpPr>
                  <p:cNvPr id="134" name="Freeform 6">
                    <a:extLst>
                      <a:ext uri="{FF2B5EF4-FFF2-40B4-BE49-F238E27FC236}">
                        <a16:creationId xmlns:a16="http://schemas.microsoft.com/office/drawing/2014/main" id="{438BB39D-9EA4-4E36-8616-5279647A7E3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93151" y="2944496"/>
                    <a:ext cx="44264" cy="75201"/>
                  </a:xfrm>
                  <a:custGeom>
                    <a:avLst/>
                    <a:gdLst>
                      <a:gd name="T0" fmla="*/ 51 w 53"/>
                      <a:gd name="T1" fmla="*/ 62 h 90"/>
                      <a:gd name="T2" fmla="*/ 48 w 53"/>
                      <a:gd name="T3" fmla="*/ 24 h 90"/>
                      <a:gd name="T4" fmla="*/ 25 w 53"/>
                      <a:gd name="T5" fmla="*/ 0 h 90"/>
                      <a:gd name="T6" fmla="*/ 0 w 53"/>
                      <a:gd name="T7" fmla="*/ 23 h 90"/>
                      <a:gd name="T8" fmla="*/ 4 w 53"/>
                      <a:gd name="T9" fmla="*/ 69 h 90"/>
                      <a:gd name="T10" fmla="*/ 27 w 53"/>
                      <a:gd name="T11" fmla="*/ 90 h 90"/>
                      <a:gd name="T12" fmla="*/ 31 w 53"/>
                      <a:gd name="T13" fmla="*/ 90 h 90"/>
                      <a:gd name="T14" fmla="*/ 51 w 53"/>
                      <a:gd name="T15" fmla="*/ 62 h 90"/>
                      <a:gd name="T16" fmla="*/ 51 w 53"/>
                      <a:gd name="T17" fmla="*/ 62 h 90"/>
                      <a:gd name="T18" fmla="*/ 51 w 53"/>
                      <a:gd name="T19" fmla="*/ 62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90">
                        <a:moveTo>
                          <a:pt x="51" y="62"/>
                        </a:moveTo>
                        <a:cubicBezTo>
                          <a:pt x="49" y="50"/>
                          <a:pt x="48" y="37"/>
                          <a:pt x="48" y="24"/>
                        </a:cubicBezTo>
                        <a:cubicBezTo>
                          <a:pt x="49" y="11"/>
                          <a:pt x="38" y="0"/>
                          <a:pt x="25" y="0"/>
                        </a:cubicBezTo>
                        <a:cubicBezTo>
                          <a:pt x="11" y="0"/>
                          <a:pt x="1" y="10"/>
                          <a:pt x="0" y="23"/>
                        </a:cubicBezTo>
                        <a:cubicBezTo>
                          <a:pt x="0" y="39"/>
                          <a:pt x="1" y="54"/>
                          <a:pt x="4" y="69"/>
                        </a:cubicBezTo>
                        <a:cubicBezTo>
                          <a:pt x="5" y="81"/>
                          <a:pt x="16" y="90"/>
                          <a:pt x="27" y="90"/>
                        </a:cubicBezTo>
                        <a:cubicBezTo>
                          <a:pt x="28" y="90"/>
                          <a:pt x="30" y="90"/>
                          <a:pt x="31" y="90"/>
                        </a:cubicBezTo>
                        <a:cubicBezTo>
                          <a:pt x="44" y="88"/>
                          <a:pt x="53" y="75"/>
                          <a:pt x="51" y="62"/>
                        </a:cubicBezTo>
                        <a:close/>
                        <a:moveTo>
                          <a:pt x="51" y="62"/>
                        </a:moveTo>
                        <a:cubicBezTo>
                          <a:pt x="51" y="62"/>
                          <a:pt x="51" y="62"/>
                          <a:pt x="51" y="62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Freeform 8">
                    <a:extLst>
                      <a:ext uri="{FF2B5EF4-FFF2-40B4-BE49-F238E27FC236}">
                        <a16:creationId xmlns:a16="http://schemas.microsoft.com/office/drawing/2014/main" id="{152AAD01-CEAE-49C9-AE3F-7D24C979C6E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585816" y="3030644"/>
                    <a:ext cx="71870" cy="89004"/>
                  </a:xfrm>
                  <a:custGeom>
                    <a:avLst/>
                    <a:gdLst>
                      <a:gd name="T0" fmla="*/ 69 w 86"/>
                      <a:gd name="T1" fmla="*/ 5 h 106"/>
                      <a:gd name="T2" fmla="*/ 37 w 86"/>
                      <a:gd name="T3" fmla="*/ 18 h 106"/>
                      <a:gd name="T4" fmla="*/ 8 w 86"/>
                      <a:gd name="T5" fmla="*/ 68 h 106"/>
                      <a:gd name="T6" fmla="*/ 12 w 86"/>
                      <a:gd name="T7" fmla="*/ 102 h 106"/>
                      <a:gd name="T8" fmla="*/ 27 w 86"/>
                      <a:gd name="T9" fmla="*/ 106 h 106"/>
                      <a:gd name="T10" fmla="*/ 46 w 86"/>
                      <a:gd name="T11" fmla="*/ 97 h 106"/>
                      <a:gd name="T12" fmla="*/ 81 w 86"/>
                      <a:gd name="T13" fmla="*/ 37 h 106"/>
                      <a:gd name="T14" fmla="*/ 69 w 86"/>
                      <a:gd name="T15" fmla="*/ 5 h 106"/>
                      <a:gd name="T16" fmla="*/ 69 w 86"/>
                      <a:gd name="T17" fmla="*/ 5 h 106"/>
                      <a:gd name="T18" fmla="*/ 69 w 86"/>
                      <a:gd name="T19" fmla="*/ 5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106">
                        <a:moveTo>
                          <a:pt x="69" y="5"/>
                        </a:moveTo>
                        <a:cubicBezTo>
                          <a:pt x="56" y="0"/>
                          <a:pt x="42" y="6"/>
                          <a:pt x="37" y="18"/>
                        </a:cubicBezTo>
                        <a:cubicBezTo>
                          <a:pt x="29" y="36"/>
                          <a:pt x="20" y="52"/>
                          <a:pt x="8" y="68"/>
                        </a:cubicBezTo>
                        <a:cubicBezTo>
                          <a:pt x="0" y="79"/>
                          <a:pt x="2" y="94"/>
                          <a:pt x="12" y="102"/>
                        </a:cubicBezTo>
                        <a:cubicBezTo>
                          <a:pt x="17" y="105"/>
                          <a:pt x="22" y="106"/>
                          <a:pt x="27" y="106"/>
                        </a:cubicBezTo>
                        <a:cubicBezTo>
                          <a:pt x="34" y="106"/>
                          <a:pt x="41" y="103"/>
                          <a:pt x="46" y="97"/>
                        </a:cubicBezTo>
                        <a:cubicBezTo>
                          <a:pt x="60" y="78"/>
                          <a:pt x="72" y="58"/>
                          <a:pt x="81" y="37"/>
                        </a:cubicBezTo>
                        <a:cubicBezTo>
                          <a:pt x="86" y="25"/>
                          <a:pt x="81" y="11"/>
                          <a:pt x="69" y="5"/>
                        </a:cubicBezTo>
                        <a:close/>
                        <a:moveTo>
                          <a:pt x="69" y="5"/>
                        </a:moveTo>
                        <a:cubicBezTo>
                          <a:pt x="69" y="5"/>
                          <a:pt x="69" y="5"/>
                          <a:pt x="69" y="5"/>
                        </a:cubicBez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82F3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pic>
            <p:nvPicPr>
              <p:cNvPr id="131" name="Image 130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43" y="4192658"/>
                <a:ext cx="371419" cy="371419"/>
              </a:xfrm>
              <a:prstGeom prst="rect">
                <a:avLst/>
              </a:prstGeom>
            </p:spPr>
          </p:pic>
        </p:grpSp>
      </p:grpSp>
      <p:sp>
        <p:nvSpPr>
          <p:cNvPr id="88" name="TextBox 18">
            <a:extLst>
              <a:ext uri="{FF2B5EF4-FFF2-40B4-BE49-F238E27FC236}">
                <a16:creationId xmlns:a16="http://schemas.microsoft.com/office/drawing/2014/main" id="{50CA39FC-FDA3-4E2C-90FE-18FD43E355B8}"/>
              </a:ext>
            </a:extLst>
          </p:cNvPr>
          <p:cNvSpPr txBox="1"/>
          <p:nvPr/>
        </p:nvSpPr>
        <p:spPr>
          <a:xfrm>
            <a:off x="-3271" y="0"/>
            <a:ext cx="12192001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 smtClean="0">
                <a:ln w="9525" cmpd="sng">
                  <a:noFill/>
                  <a:prstDash val="solid"/>
                </a:ln>
                <a:solidFill>
                  <a:schemeClr val="bg1"/>
                </a:solidFill>
                <a:cs typeface="Times New Roman" panose="02020603050405020304" pitchFamily="18" charset="0"/>
              </a:rPr>
              <a:t>CONCEPTION ET MISE EN ŒUVRE D’UNE PLATEFORME WEB SAAS MULTI-ETABLISSEMENT DE GESTION DE DOSSIER MEDICAUX PARTAGES</a:t>
            </a:r>
            <a:endParaRPr lang="fr-FR" sz="1600" b="1" dirty="0">
              <a:ln w="9525" cmpd="sng">
                <a:noFill/>
                <a:prstDash val="solid"/>
              </a:ln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89" name="TextBox 18">
            <a:extLst>
              <a:ext uri="{FF2B5EF4-FFF2-40B4-BE49-F238E27FC236}">
                <a16:creationId xmlns:a16="http://schemas.microsoft.com/office/drawing/2014/main" id="{DD33C40B-EC91-40B1-BD92-DF5B046D7098}"/>
              </a:ext>
            </a:extLst>
          </p:cNvPr>
          <p:cNvSpPr txBox="1"/>
          <p:nvPr/>
        </p:nvSpPr>
        <p:spPr>
          <a:xfrm>
            <a:off x="-1" y="6519446"/>
            <a:ext cx="12192001" cy="33855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Noto Sans" panose="020B0502040504020204" pitchFamily="34"/>
                <a:cs typeface="Noto Sans" panose="020B0502040504020204" pitchFamily="34"/>
              </a:rPr>
              <a:t>Présent</a:t>
            </a:r>
            <a:r>
              <a:rPr lang="fr-FR" sz="1600" b="1" dirty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é par:     </a:t>
            </a:r>
            <a:r>
              <a:rPr lang="fr-FR" sz="1600" b="1" dirty="0" smtClean="0">
                <a:solidFill>
                  <a:srgbClr val="FFFFFF"/>
                </a:solidFill>
                <a:ea typeface="Noto Sans" panose="020B0502040504020204" pitchFamily="34"/>
                <a:cs typeface="Noto Sans" panose="020B0502040504020204" pitchFamily="34"/>
              </a:rPr>
              <a:t>TCHUIKEUSEU Emmanuel Urie</a:t>
            </a:r>
            <a:endParaRPr lang="fr-FR" sz="1600" b="1" dirty="0">
              <a:solidFill>
                <a:srgbClr val="FFFFFF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7B264A5-97A7-4618-BD6E-941572392BA8}"/>
              </a:ext>
            </a:extLst>
          </p:cNvPr>
          <p:cNvSpPr/>
          <p:nvPr/>
        </p:nvSpPr>
        <p:spPr>
          <a:xfrm>
            <a:off x="673738" y="6104275"/>
            <a:ext cx="51411" cy="2419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91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ersonnalisé 1">
      <a:majorFont>
        <a:latin typeface="Calibri Light"/>
        <a:ea typeface=""/>
        <a:cs typeface=""/>
      </a:majorFont>
      <a:minorFont>
        <a:latin typeface="Poppin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1660</Words>
  <Application>Microsoft Office PowerPoint</Application>
  <PresentationFormat>Grand écran</PresentationFormat>
  <Paragraphs>247</Paragraphs>
  <Slides>30</Slides>
  <Notes>29</Notes>
  <HiddenSlides>0</HiddenSlides>
  <MMClips>0</MMClips>
  <ScaleCrop>false</ScaleCrop>
  <HeadingPairs>
    <vt:vector size="8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  <vt:variant>
        <vt:lpstr>Diaporamas personnalisés</vt:lpstr>
      </vt:variant>
      <vt:variant>
        <vt:i4>1</vt:i4>
      </vt:variant>
    </vt:vector>
  </HeadingPairs>
  <TitlesOfParts>
    <vt:vector size="45" baseType="lpstr">
      <vt:lpstr>Arial</vt:lpstr>
      <vt:lpstr>Calibri</vt:lpstr>
      <vt:lpstr>Calibri Light</vt:lpstr>
      <vt:lpstr>Century Gothic</vt:lpstr>
      <vt:lpstr>Elephant</vt:lpstr>
      <vt:lpstr>Impact</vt:lpstr>
      <vt:lpstr>Lato Light</vt:lpstr>
      <vt:lpstr>Noto Sans</vt:lpstr>
      <vt:lpstr>Noto Sans Disp ExtBd</vt:lpstr>
      <vt:lpstr>Open Sans</vt:lpstr>
      <vt:lpstr>Poppins</vt:lpstr>
      <vt:lpstr>Times New Roman</vt:lpstr>
      <vt:lpstr>Tw Cen MT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Diaporama personnalisé 1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Fabrice-boresse TEMGOUA</dc:creator>
  <cp:lastModifiedBy>hortense</cp:lastModifiedBy>
  <cp:revision>312</cp:revision>
  <dcterms:created xsi:type="dcterms:W3CDTF">2017-10-04T01:34:23Z</dcterms:created>
  <dcterms:modified xsi:type="dcterms:W3CDTF">2026-09-26T15:08:43Z</dcterms:modified>
</cp:coreProperties>
</file>